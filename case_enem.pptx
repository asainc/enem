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2" r:id="rId2"/>
    <p:sldId id="273" r:id="rId3"/>
    <p:sldId id="274" r:id="rId4"/>
    <p:sldId id="275" r:id="rId5"/>
    <p:sldId id="276" r:id="rId6"/>
    <p:sldId id="277" r:id="rId7"/>
    <p:sldId id="279" r:id="rId8"/>
    <p:sldId id="282" r:id="rId9"/>
    <p:sldId id="283" r:id="rId10"/>
    <p:sldId id="284" r:id="rId11"/>
    <p:sldId id="281" r:id="rId12"/>
    <p:sldId id="2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567"/>
    <a:srgbClr val="F59E0B"/>
    <a:srgbClr val="1D4ED8"/>
    <a:srgbClr val="EAB373"/>
    <a:srgbClr val="1ABC85"/>
    <a:srgbClr val="C03232"/>
    <a:srgbClr val="059669"/>
    <a:srgbClr val="DBE9FF"/>
    <a:srgbClr val="4F46E5"/>
    <a:srgbClr val="DB2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69516" autoAdjust="0"/>
  </p:normalViewPr>
  <p:slideViewPr>
    <p:cSldViewPr snapToGrid="0">
      <p:cViewPr>
        <p:scale>
          <a:sx n="100" d="100"/>
          <a:sy n="100" d="100"/>
        </p:scale>
        <p:origin x="-264" y="-7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4AC5B-1F37-45EE-AE65-BE4555E0BC0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A5E65-1E73-40B1-B346-5D357BC01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83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5E65-1E73-40B1-B346-5D357BC010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85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B4E9A-4B29-4575-4E10-D3344D78F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1B096-CE9A-C857-E170-3702D8391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04A66-01A9-6988-8341-3A857BB22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04274-2B4C-C251-BFB6-1C7F2EDA1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5E65-1E73-40B1-B346-5D357BC010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12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8E0C8-7B1E-4752-ACC4-65F3624D9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0F061-8260-7C4F-7DDC-56664389B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6B671-2D30-BD20-E041-A3E775487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3BEF0-2590-BE56-2D02-2CBE862F8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5E65-1E73-40B1-B346-5D357BC010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11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BEB7-DC05-DFBD-5F63-FE7EFE87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1CD2A-03F9-0D8D-B527-7E81C2CDE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4FEA8-BEEF-E093-91E0-216DB3D20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9DE53-3FB2-BAD4-B335-9B621A132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5E65-1E73-40B1-B346-5D357BC010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51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6D8F-E6A9-9D61-DC7D-80870DE3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D5EB5-A511-7899-944C-98EFB626C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CF3C1-877E-F7FB-0D92-F3801159E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132B5-E5FF-D80E-34FF-CC87AA630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5E65-1E73-40B1-B346-5D357BC010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72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2401E-6AC8-7911-9C9B-8C6F6AACB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787D1-A5B3-3864-294A-CD7B9369C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FD180-E24C-5103-4F18-27478447A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AE1DD-BCCC-53E4-35D7-68442E7EB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5E65-1E73-40B1-B346-5D357BC010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68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C419D-3DB3-BCDB-891C-2F7EBC7A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C9722-8DDE-127F-63DA-E2057A286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E585C-3567-4318-78B9-C9B628B8A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19681-C933-4E1C-D1CC-EDCB519296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5E65-1E73-40B1-B346-5D357BC010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84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9D03C-FB9F-EFC3-3A6C-E3A4BA49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37D9C-720E-DB84-6BDA-EA6BF5648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AE40DF-5EB5-70DD-F7B9-02E217B01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C556E-0A3E-A12F-79E3-B73758F6C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5E65-1E73-40B1-B346-5D357BC010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55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D7E15-53B5-26F3-EB02-6D72413A8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70445-8B47-170A-AC68-3A331E06B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DE4C9-D714-26DC-1B6C-9A35A36C1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EBC4-320C-2D72-A6A9-5A86D5F48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5E65-1E73-40B1-B346-5D357BC010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15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87217-B91D-C364-8B19-073285C2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5B6BC-CFC1-DE10-96A1-7A1FEF948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0968D-892B-A64A-63FA-1AD14E6C0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7A3B1-656B-065F-9BC1-8ACB27EA5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5E65-1E73-40B1-B346-5D357BC0107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47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EAF9D-5083-28B5-EB4B-F4408B977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9225B-83AE-9DE2-ABA9-A0BEA644F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B8B15-7DBF-BEE3-F7E0-78CD40F27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BF4BA-E6F3-A5B8-80EF-2F81B4892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5E65-1E73-40B1-B346-5D357BC0107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93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7641-D2FB-969F-26CD-06C832B6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1FC41-F0D7-9EF3-095A-F9A00CFC3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00E9A-E543-85D7-1F08-2928D39C6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FE9C0-DA13-A385-945F-ECBBB740F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A5E65-1E73-40B1-B346-5D357BC0107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95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C90D-578E-5665-12B9-9507B4725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2F140-5DDB-11D5-C179-440A871ED2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1FA5C-C3DB-E2A0-31C2-88702211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BEE7D-C560-47C0-8515-261C0948D2BF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3FFDD-8BC6-5B59-65DD-0A51A2DA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8ABE4-4755-10B3-ED64-7E71A4EE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3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A191-F3D4-593A-7C0D-000768C2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FAAC6-360B-EA4A-8434-57C6FB3BA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8A5B0-2B0D-00BD-3508-0BEC965D7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5B07-9A40-45F9-A625-3EC648D38838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FA1A7-9D66-4DB1-28AF-770B4A605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1FD8D-2BFD-D405-D386-B5690544F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19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23E2-2315-9CEC-3B23-A8848177C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82BB1-B573-B1A1-D8AC-D5C264F8E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C01DF-F448-3FBE-A565-6DDF2BB6A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0222-F916-43E8-A9F2-9F6D0D9CCD59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45F35-96F8-899B-7B59-4B184EC95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3409B-6119-2799-65BE-BF36BB52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63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C452-7CF9-7AF2-D0A4-1C262E24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01D45-5BE7-EAEF-B279-98BCDBA01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65424-1DE2-AE82-B20D-6B1A1446C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63808-3C2B-F76E-4BE7-CE55AC89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5CB4-5E56-441C-AC4D-76E1B767B82E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B5945-3E15-34AA-9BD6-17315D519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6AC16-3A9D-4BE3-487F-845BC60A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57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C147F-A699-5A82-901A-E609D96B5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4293A-3984-4EEB-86F3-DBE05C0A4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2D375-6C7E-84B6-D951-8D3351275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A2BA69-B942-FA49-2C33-075431FC7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9E801-D32D-59C4-1FEB-1088142C1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E9C83F-F82E-C16F-B428-0000CD319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E040-B8FB-4283-AD60-12C14EA8B58E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8CC18D-322B-F75B-300D-6F0C671BB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2CCB57-0E31-D1AE-A374-98441056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5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44690-1151-043C-F936-2F926FDC5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906143-5E3F-88A4-4CB5-4D864E2D3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06983-89C8-46AB-908B-F6DEAFC62C9B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43FDD-C3E5-73CA-95C7-06C8AB07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48D07-188E-9D63-9CA5-1FE84F655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80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4FE3-FC70-7A53-35B7-EFF219410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C054-62CF-464A-B9D8-20868C2D718D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EF469C-4CF2-6AFE-FAC9-D7EE033B1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62D85-F495-F56F-42B6-D45AD003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01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6ECE-AFFE-3B19-CD5C-82B1B5361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90053-F0EA-2999-36E1-25C336CB6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2A495-4F7F-2FD9-B2EC-A760F8D4C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54A04-76B3-9164-3F20-EA2552A3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1A3DA-A6DD-4A2D-9D07-E09F1A243285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CFB5A-7549-099A-0BEA-72C7619AF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37B1B-11EF-D9E2-1BF4-DCDDA7C7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76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C842-CBA9-5793-D9DD-E5616A0E7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710226-BF36-B316-959E-5F216378AC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AB2F8-A9A4-7072-778D-B20A2C7C7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17E9F-CB08-A112-6227-347F11231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6599F-6F74-47B0-91C4-63B1B9599C7A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F843B-4A9E-03E6-A0E6-0D76D7A1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01181-1B01-C563-9449-85CBB159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13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5443B-87CE-CE9F-134C-2627AF985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6A284-730D-CC60-F9E0-86285783B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60EED-2831-1ABF-E76C-90404ADA7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10AD-901C-4596-A1F2-45DD96CBC0C6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E297A-A98B-CC33-5083-E93E4A7E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F99E6-8F1D-95AC-6A11-BCBE8172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8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D819CF-7140-2666-452E-2DF5E601C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F5BF6-16FC-A869-5392-51934BDCB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A1894-1E86-4FBC-CA39-41EB89B0C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4A0AB-E872-4735-ADBA-F6B3B23F694D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3F2DB-1C5D-3C37-6C4B-A6D8E3D63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20D1C-AFE9-1942-43AC-D8E5418A5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6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66EF6B-14B4-4B69-9509-4438E883E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C9DF3-5D9D-8792-2972-E23B2665B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4C3D-5C21-DB02-562E-50B02EEA59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851C1-8CB0-4072-BCB0-9FE297D70F20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1B590-4280-0A3C-A3BD-972944C324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4336D-98A5-D35D-6208-17B6ADDE7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0DE2E-459D-4A41-9AAF-76131AD49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23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29BA7-0884-0D36-0F66-DBF140F4A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0704F0F-2767-C50D-D92E-B95423AB804D}"/>
              </a:ext>
            </a:extLst>
          </p:cNvPr>
          <p:cNvSpPr/>
          <p:nvPr/>
        </p:nvSpPr>
        <p:spPr>
          <a:xfrm>
            <a:off x="5438273" y="1590126"/>
            <a:ext cx="6424863" cy="4521916"/>
          </a:xfrm>
          <a:prstGeom prst="roundRect">
            <a:avLst>
              <a:gd name="adj" fmla="val 6964"/>
            </a:avLst>
          </a:prstGeom>
          <a:solidFill>
            <a:srgbClr val="F6F8FB"/>
          </a:solidFill>
          <a:ln>
            <a:noFill/>
          </a:ln>
          <a:effectLst>
            <a:outerShdw blurRad="63500" algn="c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60BDE8-B37E-A6B3-72C9-DAB7EBF6E31B}"/>
              </a:ext>
            </a:extLst>
          </p:cNvPr>
          <p:cNvSpPr txBox="1"/>
          <p:nvPr/>
        </p:nvSpPr>
        <p:spPr>
          <a:xfrm>
            <a:off x="342900" y="502920"/>
            <a:ext cx="6526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Introdução e </a:t>
            </a:r>
            <a:r>
              <a:rPr lang="pt-BR" sz="4400" b="1" dirty="0">
                <a:solidFill>
                  <a:srgbClr val="1D4ED8"/>
                </a:solidFill>
              </a:rPr>
              <a:t>Contexto</a:t>
            </a:r>
            <a:endParaRPr lang="en-US" sz="4400" b="1" dirty="0">
              <a:solidFill>
                <a:srgbClr val="1D4ED8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16C791-A92B-759E-4A0E-2CC6048114DC}"/>
              </a:ext>
            </a:extLst>
          </p:cNvPr>
          <p:cNvSpPr txBox="1"/>
          <p:nvPr/>
        </p:nvSpPr>
        <p:spPr>
          <a:xfrm>
            <a:off x="6000231" y="1788513"/>
            <a:ext cx="5125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As 4 Notas objetivas (Targets)</a:t>
            </a:r>
            <a:endParaRPr lang="en-US" sz="2000" b="1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A7ED0B3-4DA2-DFFA-CDDF-25FB8E554304}"/>
              </a:ext>
            </a:extLst>
          </p:cNvPr>
          <p:cNvGrpSpPr/>
          <p:nvPr/>
        </p:nvGrpSpPr>
        <p:grpSpPr>
          <a:xfrm>
            <a:off x="717023" y="1590126"/>
            <a:ext cx="4585337" cy="1136032"/>
            <a:chOff x="717023" y="1590126"/>
            <a:chExt cx="4585337" cy="113603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C033650-2400-58FB-3543-97A40E42DCDA}"/>
                </a:ext>
              </a:extLst>
            </p:cNvPr>
            <p:cNvSpPr txBox="1"/>
            <p:nvPr/>
          </p:nvSpPr>
          <p:spPr>
            <a:xfrm>
              <a:off x="717023" y="1590126"/>
              <a:ext cx="2705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" b="1" dirty="0"/>
                <a:t>O que é o ENEM?</a:t>
              </a:r>
              <a:endParaRPr lang="en-US" sz="20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F4F29AB-FC32-E175-B807-C496E8C24374}"/>
                </a:ext>
              </a:extLst>
            </p:cNvPr>
            <p:cNvSpPr txBox="1"/>
            <p:nvPr/>
          </p:nvSpPr>
          <p:spPr>
            <a:xfrm>
              <a:off x="717024" y="1987494"/>
              <a:ext cx="45853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O </a:t>
              </a:r>
              <a:r>
                <a:rPr lang="pt-BR" sz="1400" b="1" dirty="0"/>
                <a:t>Exame Nacional do Ensino Médio</a:t>
              </a:r>
              <a:r>
                <a:rPr lang="pt-BR" sz="1400" dirty="0"/>
                <a:t> é a principal avaliação educacional do Brasil e o mecanismo central de acesso ao ensino superior.</a:t>
              </a:r>
              <a:endParaRPr lang="en-US" dirty="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6DB7D23-2014-9541-67D5-B64393415C1A}"/>
              </a:ext>
            </a:extLst>
          </p:cNvPr>
          <p:cNvGrpSpPr/>
          <p:nvPr/>
        </p:nvGrpSpPr>
        <p:grpSpPr>
          <a:xfrm>
            <a:off x="717023" y="3028890"/>
            <a:ext cx="4585336" cy="1138774"/>
            <a:chOff x="717023" y="3028890"/>
            <a:chExt cx="4585336" cy="113877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75FB8B1-B9E3-C9B4-7CB8-FE3A28C39B01}"/>
                </a:ext>
              </a:extLst>
            </p:cNvPr>
            <p:cNvSpPr txBox="1"/>
            <p:nvPr/>
          </p:nvSpPr>
          <p:spPr>
            <a:xfrm>
              <a:off x="717024" y="3028890"/>
              <a:ext cx="36709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" b="1" dirty="0"/>
                <a:t>Escala Massiva(Big Data)</a:t>
              </a:r>
              <a:endParaRPr lang="en-US" sz="20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6394DC-E591-D77E-4FB6-A4BED822DCD2}"/>
                </a:ext>
              </a:extLst>
            </p:cNvPr>
            <p:cNvSpPr txBox="1"/>
            <p:nvPr/>
          </p:nvSpPr>
          <p:spPr>
            <a:xfrm>
              <a:off x="717023" y="3429000"/>
              <a:ext cx="45853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400" dirty="0"/>
                <a:t>Mais de </a:t>
              </a:r>
              <a:r>
                <a:rPr lang="pt-BR" sz="1400" b="1" dirty="0"/>
                <a:t>5,5 milhões</a:t>
              </a:r>
              <a:r>
                <a:rPr lang="pt-BR" sz="1400" dirty="0"/>
                <a:t> de participantes realizaram o exame em 2018 (Fonte: INEP), gerando um dos maiores </a:t>
              </a:r>
              <a:r>
                <a:rPr lang="pt-BR" sz="1400" dirty="0" err="1"/>
                <a:t>datasets</a:t>
              </a:r>
              <a:r>
                <a:rPr lang="pt-BR" sz="1400" dirty="0"/>
                <a:t> educacionais do mundo.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8E39B96-D782-844E-C949-CF74637DD0DD}"/>
              </a:ext>
            </a:extLst>
          </p:cNvPr>
          <p:cNvGrpSpPr/>
          <p:nvPr/>
        </p:nvGrpSpPr>
        <p:grpSpPr>
          <a:xfrm>
            <a:off x="717023" y="4467300"/>
            <a:ext cx="4585336" cy="933673"/>
            <a:chOff x="717023" y="4467300"/>
            <a:chExt cx="4585336" cy="93367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32EEC48-C24F-0C97-809C-230AD7D806A9}"/>
                </a:ext>
              </a:extLst>
            </p:cNvPr>
            <p:cNvSpPr txBox="1"/>
            <p:nvPr/>
          </p:nvSpPr>
          <p:spPr>
            <a:xfrm>
              <a:off x="717024" y="4467300"/>
              <a:ext cx="36709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000" b="1" dirty="0"/>
                <a:t>Impacto Social</a:t>
              </a:r>
              <a:endParaRPr lang="en-US" sz="20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5A8837-90EB-F02D-253B-0F9C21DF037A}"/>
                </a:ext>
              </a:extLst>
            </p:cNvPr>
            <p:cNvSpPr txBox="1"/>
            <p:nvPr/>
          </p:nvSpPr>
          <p:spPr>
            <a:xfrm>
              <a:off x="717023" y="4877753"/>
              <a:ext cx="45853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400" dirty="0"/>
                <a:t>As notas definem o futuro acadêmico e profissional através de programas governamentais vitais: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04B6CA5-A94C-1EA2-F0C9-A34C91916201}"/>
              </a:ext>
            </a:extLst>
          </p:cNvPr>
          <p:cNvGrpSpPr/>
          <p:nvPr/>
        </p:nvGrpSpPr>
        <p:grpSpPr>
          <a:xfrm>
            <a:off x="5689844" y="2364971"/>
            <a:ext cx="3480077" cy="1300994"/>
            <a:chOff x="5853470" y="2615222"/>
            <a:chExt cx="3480077" cy="1300994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2431836-7124-5F04-E931-7150B06DB40B}"/>
                </a:ext>
              </a:extLst>
            </p:cNvPr>
            <p:cNvGrpSpPr/>
            <p:nvPr/>
          </p:nvGrpSpPr>
          <p:grpSpPr>
            <a:xfrm>
              <a:off x="5853470" y="2615222"/>
              <a:ext cx="2873425" cy="1300994"/>
              <a:chOff x="6575363" y="2567094"/>
              <a:chExt cx="2873425" cy="1300994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F060AFA3-E28D-4791-F785-E769C17DAE97}"/>
                  </a:ext>
                </a:extLst>
              </p:cNvPr>
              <p:cNvSpPr/>
              <p:nvPr/>
            </p:nvSpPr>
            <p:spPr>
              <a:xfrm>
                <a:off x="6575363" y="2567094"/>
                <a:ext cx="2621854" cy="1300994"/>
              </a:xfrm>
              <a:prstGeom prst="roundRect">
                <a:avLst>
                  <a:gd name="adj" fmla="val 6964"/>
                </a:avLst>
              </a:prstGeom>
              <a:solidFill>
                <a:srgbClr val="0DB8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910435FA-CB9D-3B6E-4E8A-55288FE38060}"/>
                  </a:ext>
                </a:extLst>
              </p:cNvPr>
              <p:cNvSpPr/>
              <p:nvPr/>
            </p:nvSpPr>
            <p:spPr>
              <a:xfrm>
                <a:off x="6683650" y="2567094"/>
                <a:ext cx="2765138" cy="1300994"/>
              </a:xfrm>
              <a:prstGeom prst="roundRect">
                <a:avLst>
                  <a:gd name="adj" fmla="val 696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355D69E-BAC0-D4A3-03D7-9D7C4AACF0A5}"/>
                </a:ext>
              </a:extLst>
            </p:cNvPr>
            <p:cNvGrpSpPr/>
            <p:nvPr/>
          </p:nvGrpSpPr>
          <p:grpSpPr>
            <a:xfrm>
              <a:off x="5984559" y="2701007"/>
              <a:ext cx="3348988" cy="1037091"/>
              <a:chOff x="6064569" y="2678460"/>
              <a:chExt cx="3348988" cy="103709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CB362A-7086-D79C-AC85-0C69F55D9C69}"/>
                  </a:ext>
                </a:extLst>
              </p:cNvPr>
              <p:cNvSpPr txBox="1"/>
              <p:nvPr/>
            </p:nvSpPr>
            <p:spPr>
              <a:xfrm>
                <a:off x="6064569" y="2678460"/>
                <a:ext cx="9258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CN</a:t>
                </a:r>
                <a:endParaRPr lang="en-US" sz="2400" b="1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C93462-D470-BA75-8458-6254EE10E627}"/>
                  </a:ext>
                </a:extLst>
              </p:cNvPr>
              <p:cNvSpPr txBox="1"/>
              <p:nvPr/>
            </p:nvSpPr>
            <p:spPr>
              <a:xfrm>
                <a:off x="6064569" y="3136907"/>
                <a:ext cx="33489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b="1" dirty="0"/>
                  <a:t>Ciências </a:t>
                </a:r>
                <a:r>
                  <a:rPr lang="pt-BR" sz="1400" b="1" dirty="0"/>
                  <a:t>da</a:t>
                </a:r>
                <a:r>
                  <a:rPr lang="pt-BR" sz="1600" b="1" dirty="0"/>
                  <a:t> Natureza</a:t>
                </a:r>
                <a:endParaRPr lang="en-US" sz="1600" b="1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155ACC-12D0-F3D0-20E1-EAA08BC3DBF5}"/>
                  </a:ext>
                </a:extLst>
              </p:cNvPr>
              <p:cNvSpPr txBox="1"/>
              <p:nvPr/>
            </p:nvSpPr>
            <p:spPr>
              <a:xfrm>
                <a:off x="6064569" y="3438552"/>
                <a:ext cx="33489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dirty="0">
                    <a:solidFill>
                      <a:schemeClr val="bg1">
                        <a:lumMod val="75000"/>
                      </a:schemeClr>
                    </a:solidFill>
                  </a:rPr>
                  <a:t>Física, Química e Biologia</a:t>
                </a:r>
                <a:endParaRPr lang="en-US" sz="12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05CC3A1-AC20-992D-8572-9A0F81DB0EB3}"/>
              </a:ext>
            </a:extLst>
          </p:cNvPr>
          <p:cNvGrpSpPr/>
          <p:nvPr/>
        </p:nvGrpSpPr>
        <p:grpSpPr>
          <a:xfrm>
            <a:off x="5689844" y="3977005"/>
            <a:ext cx="3480077" cy="1300994"/>
            <a:chOff x="5853470" y="2615222"/>
            <a:chExt cx="3480077" cy="1300994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C12770A-A9BE-52A5-77B4-5D4F886B8C77}"/>
                </a:ext>
              </a:extLst>
            </p:cNvPr>
            <p:cNvGrpSpPr/>
            <p:nvPr/>
          </p:nvGrpSpPr>
          <p:grpSpPr>
            <a:xfrm>
              <a:off x="5853470" y="2615222"/>
              <a:ext cx="2873088" cy="1300994"/>
              <a:chOff x="6575363" y="2567094"/>
              <a:chExt cx="2873088" cy="1300994"/>
            </a:xfrm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7FBEDD60-61C9-530E-843A-86009DA5FEA8}"/>
                  </a:ext>
                </a:extLst>
              </p:cNvPr>
              <p:cNvSpPr/>
              <p:nvPr/>
            </p:nvSpPr>
            <p:spPr>
              <a:xfrm>
                <a:off x="6575363" y="2567094"/>
                <a:ext cx="2621854" cy="1300994"/>
              </a:xfrm>
              <a:prstGeom prst="roundRect">
                <a:avLst>
                  <a:gd name="adj" fmla="val 6964"/>
                </a:avLst>
              </a:prstGeom>
              <a:solidFill>
                <a:srgbClr val="EC48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5AECF6F1-46AE-260E-8794-C6F62DB580AC}"/>
                  </a:ext>
                </a:extLst>
              </p:cNvPr>
              <p:cNvSpPr/>
              <p:nvPr/>
            </p:nvSpPr>
            <p:spPr>
              <a:xfrm>
                <a:off x="6683651" y="2567094"/>
                <a:ext cx="2764800" cy="1300994"/>
              </a:xfrm>
              <a:prstGeom prst="roundRect">
                <a:avLst>
                  <a:gd name="adj" fmla="val 696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FEB9CE-4958-7D37-2F97-A2C74BDE9D1A}"/>
                </a:ext>
              </a:extLst>
            </p:cNvPr>
            <p:cNvGrpSpPr/>
            <p:nvPr/>
          </p:nvGrpSpPr>
          <p:grpSpPr>
            <a:xfrm>
              <a:off x="5984559" y="2701007"/>
              <a:ext cx="3348988" cy="1037091"/>
              <a:chOff x="6064569" y="2678460"/>
              <a:chExt cx="3348988" cy="1037091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A04DA7E-4984-8371-2B2D-DDAFBA21BBF3}"/>
                  </a:ext>
                </a:extLst>
              </p:cNvPr>
              <p:cNvSpPr txBox="1"/>
              <p:nvPr/>
            </p:nvSpPr>
            <p:spPr>
              <a:xfrm>
                <a:off x="6064569" y="2678460"/>
                <a:ext cx="9258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LC</a:t>
                </a:r>
                <a:endParaRPr lang="en-US" sz="2400" b="1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BE13EB8-CB01-E286-3A43-A985EB0FF4A3}"/>
                  </a:ext>
                </a:extLst>
              </p:cNvPr>
              <p:cNvSpPr txBox="1"/>
              <p:nvPr/>
            </p:nvSpPr>
            <p:spPr>
              <a:xfrm>
                <a:off x="6064569" y="3136907"/>
                <a:ext cx="33489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b="1" dirty="0"/>
                  <a:t>Linguagens e Códigos</a:t>
                </a:r>
                <a:endParaRPr lang="en-US" sz="1600" b="1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4EC0026-B46A-F3AC-A62B-621AC4D38CAA}"/>
                  </a:ext>
                </a:extLst>
              </p:cNvPr>
              <p:cNvSpPr txBox="1"/>
              <p:nvPr/>
            </p:nvSpPr>
            <p:spPr>
              <a:xfrm>
                <a:off x="6064569" y="3438552"/>
                <a:ext cx="33489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dirty="0">
                    <a:solidFill>
                      <a:schemeClr val="bg1">
                        <a:lumMod val="75000"/>
                      </a:schemeClr>
                    </a:solidFill>
                  </a:rPr>
                  <a:t>Português, Lit. e Língua Estrangeira</a:t>
                </a:r>
                <a:endParaRPr lang="en-US" sz="12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6C074E7-4F78-27A0-1318-ADC6FB2AC308}"/>
              </a:ext>
            </a:extLst>
          </p:cNvPr>
          <p:cNvGrpSpPr/>
          <p:nvPr/>
        </p:nvGrpSpPr>
        <p:grpSpPr>
          <a:xfrm>
            <a:off x="8779006" y="2364971"/>
            <a:ext cx="3480077" cy="1300994"/>
            <a:chOff x="5853470" y="2615222"/>
            <a:chExt cx="3480077" cy="1300994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562D69B-D07A-FF63-8D81-ECC2BB442C38}"/>
                </a:ext>
              </a:extLst>
            </p:cNvPr>
            <p:cNvGrpSpPr/>
            <p:nvPr/>
          </p:nvGrpSpPr>
          <p:grpSpPr>
            <a:xfrm>
              <a:off x="5853470" y="2615222"/>
              <a:ext cx="2873088" cy="1300994"/>
              <a:chOff x="6575363" y="2567094"/>
              <a:chExt cx="2873088" cy="1300994"/>
            </a:xfrm>
          </p:grpSpPr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2096E3CD-0555-9E1E-F0D2-8E3C3ABDCF45}"/>
                  </a:ext>
                </a:extLst>
              </p:cNvPr>
              <p:cNvSpPr/>
              <p:nvPr/>
            </p:nvSpPr>
            <p:spPr>
              <a:xfrm>
                <a:off x="6575363" y="2567094"/>
                <a:ext cx="2621854" cy="1300994"/>
              </a:xfrm>
              <a:prstGeom prst="roundRect">
                <a:avLst>
                  <a:gd name="adj" fmla="val 6964"/>
                </a:avLst>
              </a:prstGeom>
              <a:solidFill>
                <a:srgbClr val="F59E0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64ED1EA3-B8CE-C0BA-DC47-2497A146A552}"/>
                  </a:ext>
                </a:extLst>
              </p:cNvPr>
              <p:cNvSpPr/>
              <p:nvPr/>
            </p:nvSpPr>
            <p:spPr>
              <a:xfrm>
                <a:off x="6683651" y="2567094"/>
                <a:ext cx="2764800" cy="1300994"/>
              </a:xfrm>
              <a:prstGeom prst="roundRect">
                <a:avLst>
                  <a:gd name="adj" fmla="val 696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CF61BA3-B8F8-F7CE-09C2-8D1A2C3AA357}"/>
                </a:ext>
              </a:extLst>
            </p:cNvPr>
            <p:cNvGrpSpPr/>
            <p:nvPr/>
          </p:nvGrpSpPr>
          <p:grpSpPr>
            <a:xfrm>
              <a:off x="5984559" y="2701007"/>
              <a:ext cx="3348988" cy="1037091"/>
              <a:chOff x="6064569" y="2678460"/>
              <a:chExt cx="3348988" cy="1037091"/>
            </a:xfrm>
          </p:grpSpPr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B466383-4011-B716-E5E2-F10F3AB1D843}"/>
                  </a:ext>
                </a:extLst>
              </p:cNvPr>
              <p:cNvSpPr txBox="1"/>
              <p:nvPr/>
            </p:nvSpPr>
            <p:spPr>
              <a:xfrm>
                <a:off x="6064569" y="2678460"/>
                <a:ext cx="9258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CH</a:t>
                </a:r>
                <a:endParaRPr lang="en-US" sz="2800" b="1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54D1D03-5926-2D6F-BBF4-854000F07584}"/>
                  </a:ext>
                </a:extLst>
              </p:cNvPr>
              <p:cNvSpPr txBox="1"/>
              <p:nvPr/>
            </p:nvSpPr>
            <p:spPr>
              <a:xfrm>
                <a:off x="6064569" y="3136907"/>
                <a:ext cx="33489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b="1" dirty="0"/>
                  <a:t>Ciências Humanas</a:t>
                </a:r>
                <a:endParaRPr lang="en-US" sz="1600" b="1" dirty="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E209D0C-5C7B-B575-ED64-5F2A967EFEED}"/>
                  </a:ext>
                </a:extLst>
              </p:cNvPr>
              <p:cNvSpPr txBox="1"/>
              <p:nvPr/>
            </p:nvSpPr>
            <p:spPr>
              <a:xfrm>
                <a:off x="6064569" y="3438552"/>
                <a:ext cx="33489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dirty="0">
                    <a:solidFill>
                      <a:schemeClr val="bg1">
                        <a:lumMod val="75000"/>
                      </a:schemeClr>
                    </a:solidFill>
                  </a:rPr>
                  <a:t>História, Geografia e Filosofia</a:t>
                </a:r>
                <a:endParaRPr lang="en-US" sz="12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97B0471-CCF6-F415-2D95-E5F090A49498}"/>
              </a:ext>
            </a:extLst>
          </p:cNvPr>
          <p:cNvGrpSpPr/>
          <p:nvPr/>
        </p:nvGrpSpPr>
        <p:grpSpPr>
          <a:xfrm>
            <a:off x="8779006" y="3977005"/>
            <a:ext cx="3480077" cy="1300994"/>
            <a:chOff x="5853470" y="2615222"/>
            <a:chExt cx="3480077" cy="1300994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791F8DC1-CCEE-8B65-C3BC-A286E4BD2F3B}"/>
                </a:ext>
              </a:extLst>
            </p:cNvPr>
            <p:cNvGrpSpPr/>
            <p:nvPr/>
          </p:nvGrpSpPr>
          <p:grpSpPr>
            <a:xfrm>
              <a:off x="5853470" y="2615222"/>
              <a:ext cx="2873088" cy="1300994"/>
              <a:chOff x="6575363" y="2567094"/>
              <a:chExt cx="2873088" cy="1300994"/>
            </a:xfrm>
          </p:grpSpPr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6BA60696-F65F-3A0E-249F-F27C7B1B0716}"/>
                  </a:ext>
                </a:extLst>
              </p:cNvPr>
              <p:cNvSpPr/>
              <p:nvPr/>
            </p:nvSpPr>
            <p:spPr>
              <a:xfrm>
                <a:off x="6575363" y="2567094"/>
                <a:ext cx="2621854" cy="1300994"/>
              </a:xfrm>
              <a:prstGeom prst="roundRect">
                <a:avLst>
                  <a:gd name="adj" fmla="val 6964"/>
                </a:avLst>
              </a:prstGeom>
              <a:solidFill>
                <a:srgbClr val="1D4ED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DCCE653F-9C20-CA3F-4FCD-60F0D3D50D3B}"/>
                  </a:ext>
                </a:extLst>
              </p:cNvPr>
              <p:cNvSpPr/>
              <p:nvPr/>
            </p:nvSpPr>
            <p:spPr>
              <a:xfrm>
                <a:off x="6683651" y="2567094"/>
                <a:ext cx="2764800" cy="1300994"/>
              </a:xfrm>
              <a:prstGeom prst="roundRect">
                <a:avLst>
                  <a:gd name="adj" fmla="val 696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9B7FAEF-15CB-1260-3C3E-0C5E6A943E60}"/>
                </a:ext>
              </a:extLst>
            </p:cNvPr>
            <p:cNvGrpSpPr/>
            <p:nvPr/>
          </p:nvGrpSpPr>
          <p:grpSpPr>
            <a:xfrm>
              <a:off x="5984559" y="2701007"/>
              <a:ext cx="3348988" cy="1037091"/>
              <a:chOff x="6064569" y="2678460"/>
              <a:chExt cx="3348988" cy="1037091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CBAC781-3655-B6DF-7D53-D9DE4C24EECC}"/>
                  </a:ext>
                </a:extLst>
              </p:cNvPr>
              <p:cNvSpPr txBox="1"/>
              <p:nvPr/>
            </p:nvSpPr>
            <p:spPr>
              <a:xfrm>
                <a:off x="6064569" y="2678460"/>
                <a:ext cx="9258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MT</a:t>
                </a:r>
                <a:endParaRPr lang="en-US" sz="2800" b="1" dirty="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4CF6356-B434-F8EB-5B2E-276CEB05A16F}"/>
                  </a:ext>
                </a:extLst>
              </p:cNvPr>
              <p:cNvSpPr txBox="1"/>
              <p:nvPr/>
            </p:nvSpPr>
            <p:spPr>
              <a:xfrm>
                <a:off x="6064569" y="3136907"/>
                <a:ext cx="33489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b="1" dirty="0"/>
                  <a:t>Matemática</a:t>
                </a:r>
                <a:endParaRPr lang="en-US" sz="1600" b="1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AD83911-7260-79C3-B47F-04312F6EFF7E}"/>
                  </a:ext>
                </a:extLst>
              </p:cNvPr>
              <p:cNvSpPr txBox="1"/>
              <p:nvPr/>
            </p:nvSpPr>
            <p:spPr>
              <a:xfrm>
                <a:off x="6064569" y="3438552"/>
                <a:ext cx="33489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dirty="0">
                    <a:solidFill>
                      <a:schemeClr val="bg1">
                        <a:lumMod val="75000"/>
                      </a:schemeClr>
                    </a:solidFill>
                  </a:rPr>
                  <a:t>E suas Tecnologias</a:t>
                </a:r>
                <a:endParaRPr lang="en-US" sz="12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p:grpSp>
      </p:grp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A0307E9D-8796-738E-DE50-B4DE43E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1</a:t>
            </a:fld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8E169FF-CC2E-1C21-F72C-C0B59EE016A1}"/>
              </a:ext>
            </a:extLst>
          </p:cNvPr>
          <p:cNvCxnSpPr>
            <a:cxnSpLocks/>
          </p:cNvCxnSpPr>
          <p:nvPr/>
        </p:nvCxnSpPr>
        <p:spPr>
          <a:xfrm>
            <a:off x="285082" y="6356350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BF5A7CB-F10C-F497-2925-D59C1F910CAF}"/>
              </a:ext>
            </a:extLst>
          </p:cNvPr>
          <p:cNvCxnSpPr>
            <a:cxnSpLocks/>
          </p:cNvCxnSpPr>
          <p:nvPr/>
        </p:nvCxnSpPr>
        <p:spPr>
          <a:xfrm>
            <a:off x="335882" y="1280146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4" name="Agrupar 163">
            <a:extLst>
              <a:ext uri="{FF2B5EF4-FFF2-40B4-BE49-F238E27FC236}">
                <a16:creationId xmlns:a16="http://schemas.microsoft.com/office/drawing/2014/main" id="{70D1DC74-05E1-7F34-53CB-5E8E1F2767AE}"/>
              </a:ext>
            </a:extLst>
          </p:cNvPr>
          <p:cNvGrpSpPr/>
          <p:nvPr/>
        </p:nvGrpSpPr>
        <p:grpSpPr>
          <a:xfrm>
            <a:off x="5689844" y="5520771"/>
            <a:ext cx="5962250" cy="394754"/>
            <a:chOff x="5689844" y="5520771"/>
            <a:chExt cx="5962250" cy="394754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B6635D18-F0D2-1C45-C6CE-16385B7E4D77}"/>
                </a:ext>
              </a:extLst>
            </p:cNvPr>
            <p:cNvSpPr/>
            <p:nvPr/>
          </p:nvSpPr>
          <p:spPr>
            <a:xfrm>
              <a:off x="5689844" y="5520771"/>
              <a:ext cx="5962250" cy="394754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529A7CC-6DB6-9F64-0AE7-6E2B0BF91AA6}"/>
                </a:ext>
              </a:extLst>
            </p:cNvPr>
            <p:cNvSpPr txBox="1"/>
            <p:nvPr/>
          </p:nvSpPr>
          <p:spPr>
            <a:xfrm>
              <a:off x="6045200" y="5595038"/>
              <a:ext cx="56068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000" dirty="0">
                  <a:solidFill>
                    <a:schemeClr val="bg1">
                      <a:lumMod val="50000"/>
                    </a:schemeClr>
                  </a:solidFill>
                </a:rPr>
                <a:t>Nosso modelo de IA visa prever estas 4 notas simultaneamente antes da divulgação oficial.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64359BB-ED21-11A4-2131-710AD7298EA7}"/>
              </a:ext>
            </a:extLst>
          </p:cNvPr>
          <p:cNvGrpSpPr/>
          <p:nvPr/>
        </p:nvGrpSpPr>
        <p:grpSpPr>
          <a:xfrm>
            <a:off x="342900" y="319474"/>
            <a:ext cx="3919218" cy="261610"/>
            <a:chOff x="169442" y="265597"/>
            <a:chExt cx="3919218" cy="26161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3F04EE28-323C-1848-9904-2253B5E2BA8B}"/>
                </a:ext>
              </a:extLst>
            </p:cNvPr>
            <p:cNvGrpSpPr/>
            <p:nvPr/>
          </p:nvGrpSpPr>
          <p:grpSpPr>
            <a:xfrm>
              <a:off x="169442" y="265597"/>
              <a:ext cx="1769954" cy="261610"/>
              <a:chOff x="169442" y="262209"/>
              <a:chExt cx="1769954" cy="261610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72158ED6-4490-DD94-67BF-8D7F02B993C1}"/>
                  </a:ext>
                </a:extLst>
              </p:cNvPr>
              <p:cNvSpPr/>
              <p:nvPr/>
            </p:nvSpPr>
            <p:spPr>
              <a:xfrm>
                <a:off x="216009" y="262209"/>
                <a:ext cx="1676821" cy="261610"/>
              </a:xfrm>
              <a:prstGeom prst="roundRect">
                <a:avLst>
                  <a:gd name="adj" fmla="val 49435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BF1F415-CCAC-C96E-9A83-F298C287B625}"/>
                  </a:ext>
                </a:extLst>
              </p:cNvPr>
              <p:cNvSpPr txBox="1"/>
              <p:nvPr/>
            </p:nvSpPr>
            <p:spPr>
              <a:xfrm>
                <a:off x="169442" y="262209"/>
                <a:ext cx="17699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ctr"/>
                <a:r>
                  <a:rPr lang="pt-BR" sz="1100" b="1" dirty="0">
                    <a:solidFill>
                      <a:srgbClr val="223DB0"/>
                    </a:solidFill>
                  </a:rPr>
                  <a:t>PROJETO DATA SCIENCE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1195729-0182-3057-DB48-569B819E9A01}"/>
                </a:ext>
              </a:extLst>
            </p:cNvPr>
            <p:cNvSpPr txBox="1"/>
            <p:nvPr/>
          </p:nvSpPr>
          <p:spPr>
            <a:xfrm>
              <a:off x="1897910" y="265597"/>
              <a:ext cx="21907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|   PREDIÇÃO ENEM 2018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632587A-0656-B932-7DC6-AA58D9881E96}"/>
              </a:ext>
            </a:extLst>
          </p:cNvPr>
          <p:cNvGrpSpPr/>
          <p:nvPr/>
        </p:nvGrpSpPr>
        <p:grpSpPr>
          <a:xfrm>
            <a:off x="717023" y="5587343"/>
            <a:ext cx="1180563" cy="261610"/>
            <a:chOff x="692155" y="5583495"/>
            <a:chExt cx="1180563" cy="261610"/>
          </a:xfrm>
        </p:grpSpPr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30820F1D-3A47-B0CE-9C10-170C44DC9D1E}"/>
                </a:ext>
              </a:extLst>
            </p:cNvPr>
            <p:cNvSpPr/>
            <p:nvPr/>
          </p:nvSpPr>
          <p:spPr>
            <a:xfrm>
              <a:off x="692155" y="5583495"/>
              <a:ext cx="1180563" cy="261610"/>
            </a:xfrm>
            <a:prstGeom prst="roundRect">
              <a:avLst>
                <a:gd name="adj" fmla="val 23544"/>
              </a:avLst>
            </a:prstGeom>
            <a:solidFill>
              <a:srgbClr val="F3F4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C6A335F-69C1-D00D-E76D-3A42D6B8C30F}"/>
                </a:ext>
              </a:extLst>
            </p:cNvPr>
            <p:cNvSpPr txBox="1"/>
            <p:nvPr/>
          </p:nvSpPr>
          <p:spPr>
            <a:xfrm>
              <a:off x="692155" y="5583495"/>
              <a:ext cx="118056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Sisu(Públicas)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98B893B-9167-4FD1-58FD-87CAE9A3C081}"/>
              </a:ext>
            </a:extLst>
          </p:cNvPr>
          <p:cNvGrpSpPr/>
          <p:nvPr/>
        </p:nvGrpSpPr>
        <p:grpSpPr>
          <a:xfrm>
            <a:off x="2045667" y="5595038"/>
            <a:ext cx="1180563" cy="261610"/>
            <a:chOff x="692155" y="5583495"/>
            <a:chExt cx="1180563" cy="261610"/>
          </a:xfrm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1BFD3F06-CB4E-66C1-9F4E-ADA1D15E005D}"/>
                </a:ext>
              </a:extLst>
            </p:cNvPr>
            <p:cNvSpPr/>
            <p:nvPr/>
          </p:nvSpPr>
          <p:spPr>
            <a:xfrm>
              <a:off x="692155" y="5583495"/>
              <a:ext cx="1180563" cy="261610"/>
            </a:xfrm>
            <a:prstGeom prst="roundRect">
              <a:avLst>
                <a:gd name="adj" fmla="val 23544"/>
              </a:avLst>
            </a:prstGeom>
            <a:solidFill>
              <a:srgbClr val="F3F4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3FFD2987-8B29-1E24-9545-F28485921C06}"/>
                </a:ext>
              </a:extLst>
            </p:cNvPr>
            <p:cNvSpPr txBox="1"/>
            <p:nvPr/>
          </p:nvSpPr>
          <p:spPr>
            <a:xfrm>
              <a:off x="692155" y="5583495"/>
              <a:ext cx="118056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Prouni (Bolsas)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DFB51D3-A733-8F8E-7C09-DDDBF391EFB0}"/>
              </a:ext>
            </a:extLst>
          </p:cNvPr>
          <p:cNvGrpSpPr/>
          <p:nvPr/>
        </p:nvGrpSpPr>
        <p:grpSpPr>
          <a:xfrm>
            <a:off x="3374311" y="5587343"/>
            <a:ext cx="1180563" cy="261610"/>
            <a:chOff x="692155" y="5583495"/>
            <a:chExt cx="1180563" cy="261610"/>
          </a:xfrm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BD85D4B9-B1EE-5EDE-14DE-0A4B134BA7C9}"/>
                </a:ext>
              </a:extLst>
            </p:cNvPr>
            <p:cNvSpPr/>
            <p:nvPr/>
          </p:nvSpPr>
          <p:spPr>
            <a:xfrm>
              <a:off x="692155" y="5583495"/>
              <a:ext cx="1180563" cy="261610"/>
            </a:xfrm>
            <a:prstGeom prst="roundRect">
              <a:avLst>
                <a:gd name="adj" fmla="val 23544"/>
              </a:avLst>
            </a:prstGeom>
            <a:solidFill>
              <a:srgbClr val="F3F4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98D4979-9794-59EF-21EF-8390C3860294}"/>
                </a:ext>
              </a:extLst>
            </p:cNvPr>
            <p:cNvSpPr txBox="1"/>
            <p:nvPr/>
          </p:nvSpPr>
          <p:spPr>
            <a:xfrm>
              <a:off x="692155" y="5583495"/>
              <a:ext cx="118056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FIES (Crédito)</a:t>
              </a:r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93A50197-3786-55AC-4874-234A75B89C44}"/>
              </a:ext>
            </a:extLst>
          </p:cNvPr>
          <p:cNvGrpSpPr/>
          <p:nvPr/>
        </p:nvGrpSpPr>
        <p:grpSpPr>
          <a:xfrm>
            <a:off x="285082" y="1677353"/>
            <a:ext cx="431942" cy="347264"/>
            <a:chOff x="185909" y="1591332"/>
            <a:chExt cx="623610" cy="501358"/>
          </a:xfrm>
        </p:grpSpPr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AF86733D-5E8E-AFAD-60B9-39A113136C9F}"/>
                </a:ext>
              </a:extLst>
            </p:cNvPr>
            <p:cNvSpPr/>
            <p:nvPr/>
          </p:nvSpPr>
          <p:spPr>
            <a:xfrm>
              <a:off x="185909" y="1591332"/>
              <a:ext cx="623610" cy="501358"/>
            </a:xfrm>
            <a:prstGeom prst="roundRect">
              <a:avLst/>
            </a:prstGeom>
            <a:solidFill>
              <a:srgbClr val="F3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68A90176-FA8E-7541-4284-4595224FDE07}"/>
                </a:ext>
              </a:extLst>
            </p:cNvPr>
            <p:cNvGrpSpPr/>
            <p:nvPr/>
          </p:nvGrpSpPr>
          <p:grpSpPr>
            <a:xfrm>
              <a:off x="312721" y="1691778"/>
              <a:ext cx="369987" cy="300467"/>
              <a:chOff x="9974667" y="-572142"/>
              <a:chExt cx="1332378" cy="1082025"/>
            </a:xfrm>
            <a:solidFill>
              <a:srgbClr val="245FF1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9B21BBC6-5113-AA3A-86F5-49F3BC6CC51C}"/>
                  </a:ext>
                </a:extLst>
              </p:cNvPr>
              <p:cNvSpPr/>
              <p:nvPr/>
            </p:nvSpPr>
            <p:spPr>
              <a:xfrm>
                <a:off x="10210798" y="-79927"/>
                <a:ext cx="859320" cy="503329"/>
              </a:xfrm>
              <a:custGeom>
                <a:avLst/>
                <a:gdLst>
                  <a:gd name="connsiteX0" fmla="*/ 439966 w 859320"/>
                  <a:gd name="connsiteY0" fmla="*/ 186280 h 503329"/>
                  <a:gd name="connsiteX1" fmla="*/ 419350 w 859320"/>
                  <a:gd name="connsiteY1" fmla="*/ 186280 h 503329"/>
                  <a:gd name="connsiteX2" fmla="*/ 0 w 859320"/>
                  <a:gd name="connsiteY2" fmla="*/ 241 h 503329"/>
                  <a:gd name="connsiteX3" fmla="*/ 0 w 859320"/>
                  <a:gd name="connsiteY3" fmla="*/ 337144 h 503329"/>
                  <a:gd name="connsiteX4" fmla="*/ 7542 w 859320"/>
                  <a:gd name="connsiteY4" fmla="*/ 354995 h 503329"/>
                  <a:gd name="connsiteX5" fmla="*/ 429660 w 859320"/>
                  <a:gd name="connsiteY5" fmla="*/ 503330 h 503329"/>
                  <a:gd name="connsiteX6" fmla="*/ 851778 w 859320"/>
                  <a:gd name="connsiteY6" fmla="*/ 354995 h 503329"/>
                  <a:gd name="connsiteX7" fmla="*/ 859321 w 859320"/>
                  <a:gd name="connsiteY7" fmla="*/ 337144 h 503329"/>
                  <a:gd name="connsiteX8" fmla="*/ 859321 w 859320"/>
                  <a:gd name="connsiteY8" fmla="*/ 0 h 503329"/>
                  <a:gd name="connsiteX9" fmla="*/ 439970 w 859320"/>
                  <a:gd name="connsiteY9" fmla="*/ 186296 h 503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9320" h="503329">
                    <a:moveTo>
                      <a:pt x="439966" y="186280"/>
                    </a:moveTo>
                    <a:cubicBezTo>
                      <a:pt x="433429" y="189297"/>
                      <a:pt x="425886" y="189297"/>
                      <a:pt x="419350" y="186280"/>
                    </a:cubicBezTo>
                    <a:cubicBezTo>
                      <a:pt x="391380" y="173835"/>
                      <a:pt x="13822" y="6517"/>
                      <a:pt x="0" y="241"/>
                    </a:cubicBezTo>
                    <a:lnTo>
                      <a:pt x="0" y="337144"/>
                    </a:lnTo>
                    <a:cubicBezTo>
                      <a:pt x="0" y="343932"/>
                      <a:pt x="2766" y="350218"/>
                      <a:pt x="7542" y="354995"/>
                    </a:cubicBezTo>
                    <a:cubicBezTo>
                      <a:pt x="13828" y="361029"/>
                      <a:pt x="161911" y="503330"/>
                      <a:pt x="429660" y="503330"/>
                    </a:cubicBezTo>
                    <a:cubicBezTo>
                      <a:pt x="697409" y="503330"/>
                      <a:pt x="845503" y="361029"/>
                      <a:pt x="851778" y="354995"/>
                    </a:cubicBezTo>
                    <a:cubicBezTo>
                      <a:pt x="856555" y="350218"/>
                      <a:pt x="859321" y="343933"/>
                      <a:pt x="859321" y="337144"/>
                    </a:cubicBezTo>
                    <a:lnTo>
                      <a:pt x="859321" y="0"/>
                    </a:lnTo>
                    <a:cubicBezTo>
                      <a:pt x="846247" y="5845"/>
                      <a:pt x="467437" y="174099"/>
                      <a:pt x="439970" y="186296"/>
                    </a:cubicBezTo>
                    <a:close/>
                  </a:path>
                </a:pathLst>
              </a:custGeom>
              <a:grpFill/>
              <a:ln w="16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B73FEF96-AEC0-FF2C-AB60-E35F638609F4}"/>
                  </a:ext>
                </a:extLst>
              </p:cNvPr>
              <p:cNvSpPr/>
              <p:nvPr/>
            </p:nvSpPr>
            <p:spPr>
              <a:xfrm>
                <a:off x="9974667" y="-572142"/>
                <a:ext cx="1332378" cy="1082025"/>
              </a:xfrm>
              <a:custGeom>
                <a:avLst/>
                <a:gdLst>
                  <a:gd name="connsiteX0" fmla="*/ 1265651 w 1332378"/>
                  <a:gd name="connsiteY0" fmla="*/ 798803 h 1082025"/>
                  <a:gd name="connsiteX1" fmla="*/ 1265651 w 1332378"/>
                  <a:gd name="connsiteY1" fmla="*/ 400435 h 1082025"/>
                  <a:gd name="connsiteX2" fmla="*/ 1244282 w 1332378"/>
                  <a:gd name="connsiteY2" fmla="*/ 375545 h 1082025"/>
                  <a:gd name="connsiteX3" fmla="*/ 1321905 w 1332378"/>
                  <a:gd name="connsiteY3" fmla="*/ 337769 h 1082025"/>
                  <a:gd name="connsiteX4" fmla="*/ 1321780 w 1332378"/>
                  <a:gd name="connsiteY4" fmla="*/ 304582 h 1082025"/>
                  <a:gd name="connsiteX5" fmla="*/ 676277 w 1332378"/>
                  <a:gd name="connsiteY5" fmla="*/ 2451 h 1082025"/>
                  <a:gd name="connsiteX6" fmla="*/ 655159 w 1332378"/>
                  <a:gd name="connsiteY6" fmla="*/ 2451 h 1082025"/>
                  <a:gd name="connsiteX7" fmla="*/ 10654 w 1332378"/>
                  <a:gd name="connsiteY7" fmla="*/ 304148 h 1082025"/>
                  <a:gd name="connsiteX8" fmla="*/ 10842 w 1332378"/>
                  <a:gd name="connsiteY8" fmla="*/ 337460 h 1082025"/>
                  <a:gd name="connsiteX9" fmla="*/ 665774 w 1332378"/>
                  <a:gd name="connsiteY9" fmla="*/ 628215 h 1082025"/>
                  <a:gd name="connsiteX10" fmla="*/ 1067537 w 1332378"/>
                  <a:gd name="connsiteY10" fmla="*/ 449965 h 1082025"/>
                  <a:gd name="connsiteX11" fmla="*/ 626803 w 1332378"/>
                  <a:gd name="connsiteY11" fmla="*/ 384848 h 1082025"/>
                  <a:gd name="connsiteX12" fmla="*/ 634093 w 1332378"/>
                  <a:gd name="connsiteY12" fmla="*/ 335067 h 1082025"/>
                  <a:gd name="connsiteX13" fmla="*/ 1211533 w 1332378"/>
                  <a:gd name="connsiteY13" fmla="*/ 421428 h 1082025"/>
                  <a:gd name="connsiteX14" fmla="*/ 1215367 w 1332378"/>
                  <a:gd name="connsiteY14" fmla="*/ 425828 h 1082025"/>
                  <a:gd name="connsiteX15" fmla="*/ 1215367 w 1332378"/>
                  <a:gd name="connsiteY15" fmla="*/ 798806 h 1082025"/>
                  <a:gd name="connsiteX16" fmla="*/ 1165964 w 1332378"/>
                  <a:gd name="connsiteY16" fmla="*/ 862413 h 1082025"/>
                  <a:gd name="connsiteX17" fmla="*/ 1161062 w 1332378"/>
                  <a:gd name="connsiteY17" fmla="*/ 875926 h 1082025"/>
                  <a:gd name="connsiteX18" fmla="*/ 1161062 w 1332378"/>
                  <a:gd name="connsiteY18" fmla="*/ 1059841 h 1082025"/>
                  <a:gd name="connsiteX19" fmla="*/ 1197642 w 1332378"/>
                  <a:gd name="connsiteY19" fmla="*/ 1076686 h 1082025"/>
                  <a:gd name="connsiteX20" fmla="*/ 1240446 w 1332378"/>
                  <a:gd name="connsiteY20" fmla="*/ 1040294 h 1082025"/>
                  <a:gd name="connsiteX21" fmla="*/ 1283250 w 1332378"/>
                  <a:gd name="connsiteY21" fmla="*/ 1076686 h 1082025"/>
                  <a:gd name="connsiteX22" fmla="*/ 1319830 w 1332378"/>
                  <a:gd name="connsiteY22" fmla="*/ 1059841 h 1082025"/>
                  <a:gd name="connsiteX23" fmla="*/ 1319830 w 1332378"/>
                  <a:gd name="connsiteY23" fmla="*/ 875926 h 1082025"/>
                  <a:gd name="connsiteX24" fmla="*/ 1315179 w 1332378"/>
                  <a:gd name="connsiteY24" fmla="*/ 862413 h 1082025"/>
                  <a:gd name="connsiteX25" fmla="*/ 1265525 w 1332378"/>
                  <a:gd name="connsiteY25" fmla="*/ 798743 h 1082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332378" h="1082025">
                    <a:moveTo>
                      <a:pt x="1265651" y="798803"/>
                    </a:moveTo>
                    <a:lnTo>
                      <a:pt x="1265651" y="400435"/>
                    </a:lnTo>
                    <a:cubicBezTo>
                      <a:pt x="1265651" y="387864"/>
                      <a:pt x="1256600" y="377305"/>
                      <a:pt x="1244282" y="375545"/>
                    </a:cubicBezTo>
                    <a:cubicBezTo>
                      <a:pt x="1244282" y="375545"/>
                      <a:pt x="1286770" y="354551"/>
                      <a:pt x="1321905" y="337769"/>
                    </a:cubicBezTo>
                    <a:cubicBezTo>
                      <a:pt x="1335922" y="331107"/>
                      <a:pt x="1335859" y="311183"/>
                      <a:pt x="1321780" y="304582"/>
                    </a:cubicBezTo>
                    <a:lnTo>
                      <a:pt x="676277" y="2451"/>
                    </a:lnTo>
                    <a:cubicBezTo>
                      <a:pt x="669741" y="-817"/>
                      <a:pt x="661695" y="-817"/>
                      <a:pt x="655159" y="2451"/>
                    </a:cubicBezTo>
                    <a:lnTo>
                      <a:pt x="10654" y="304148"/>
                    </a:lnTo>
                    <a:cubicBezTo>
                      <a:pt x="-3614" y="310810"/>
                      <a:pt x="-3551" y="331112"/>
                      <a:pt x="10842" y="337460"/>
                    </a:cubicBezTo>
                    <a:cubicBezTo>
                      <a:pt x="192858" y="418101"/>
                      <a:pt x="500026" y="554682"/>
                      <a:pt x="665774" y="628215"/>
                    </a:cubicBezTo>
                    <a:cubicBezTo>
                      <a:pt x="665774" y="628215"/>
                      <a:pt x="1064834" y="451220"/>
                      <a:pt x="1067537" y="449965"/>
                    </a:cubicBezTo>
                    <a:cubicBezTo>
                      <a:pt x="1067537" y="449965"/>
                      <a:pt x="626803" y="384848"/>
                      <a:pt x="626803" y="384848"/>
                    </a:cubicBezTo>
                    <a:cubicBezTo>
                      <a:pt x="594433" y="379883"/>
                      <a:pt x="601410" y="330417"/>
                      <a:pt x="634093" y="335067"/>
                    </a:cubicBezTo>
                    <a:cubicBezTo>
                      <a:pt x="634093" y="335067"/>
                      <a:pt x="1211533" y="421428"/>
                      <a:pt x="1211533" y="421428"/>
                    </a:cubicBezTo>
                    <a:lnTo>
                      <a:pt x="1215367" y="425828"/>
                    </a:lnTo>
                    <a:lnTo>
                      <a:pt x="1215367" y="798806"/>
                    </a:lnTo>
                    <a:cubicBezTo>
                      <a:pt x="1205373" y="811628"/>
                      <a:pt x="1175580" y="850157"/>
                      <a:pt x="1165964" y="862413"/>
                    </a:cubicBezTo>
                    <a:cubicBezTo>
                      <a:pt x="1162884" y="866435"/>
                      <a:pt x="1161062" y="871087"/>
                      <a:pt x="1161062" y="875926"/>
                    </a:cubicBezTo>
                    <a:lnTo>
                      <a:pt x="1161062" y="1059841"/>
                    </a:lnTo>
                    <a:cubicBezTo>
                      <a:pt x="1160433" y="1078005"/>
                      <a:pt x="1184255" y="1089256"/>
                      <a:pt x="1197642" y="1076686"/>
                    </a:cubicBezTo>
                    <a:lnTo>
                      <a:pt x="1240446" y="1040294"/>
                    </a:lnTo>
                    <a:lnTo>
                      <a:pt x="1283250" y="1076686"/>
                    </a:lnTo>
                    <a:cubicBezTo>
                      <a:pt x="1296952" y="1088879"/>
                      <a:pt x="1320396" y="1078320"/>
                      <a:pt x="1319830" y="1059841"/>
                    </a:cubicBezTo>
                    <a:lnTo>
                      <a:pt x="1319830" y="875926"/>
                    </a:lnTo>
                    <a:cubicBezTo>
                      <a:pt x="1319830" y="871024"/>
                      <a:pt x="1318070" y="866373"/>
                      <a:pt x="1315179" y="862413"/>
                    </a:cubicBezTo>
                    <a:lnTo>
                      <a:pt x="1265525" y="798743"/>
                    </a:lnTo>
                    <a:close/>
                  </a:path>
                </a:pathLst>
              </a:custGeom>
              <a:grpFill/>
              <a:ln w="160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08667214-80A6-B314-DEA6-37B57CA32CCF}"/>
              </a:ext>
            </a:extLst>
          </p:cNvPr>
          <p:cNvGrpSpPr/>
          <p:nvPr/>
        </p:nvGrpSpPr>
        <p:grpSpPr>
          <a:xfrm>
            <a:off x="285082" y="3123526"/>
            <a:ext cx="431942" cy="347264"/>
            <a:chOff x="93414" y="3108496"/>
            <a:chExt cx="623610" cy="501358"/>
          </a:xfrm>
        </p:grpSpPr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36C090B4-E048-D426-6173-E7492A003765}"/>
                </a:ext>
              </a:extLst>
            </p:cNvPr>
            <p:cNvSpPr/>
            <p:nvPr/>
          </p:nvSpPr>
          <p:spPr>
            <a:xfrm>
              <a:off x="93414" y="3108496"/>
              <a:ext cx="623610" cy="501358"/>
            </a:xfrm>
            <a:prstGeom prst="roundRect">
              <a:avLst/>
            </a:prstGeom>
            <a:solidFill>
              <a:srgbClr val="F3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28007B41-F5E2-0EC4-7BA7-C1D5655E8564}"/>
                </a:ext>
              </a:extLst>
            </p:cNvPr>
            <p:cNvSpPr/>
            <p:nvPr/>
          </p:nvSpPr>
          <p:spPr>
            <a:xfrm>
              <a:off x="207149" y="3244741"/>
              <a:ext cx="396140" cy="228869"/>
            </a:xfrm>
            <a:custGeom>
              <a:avLst/>
              <a:gdLst>
                <a:gd name="connsiteX0" fmla="*/ 161887 w 857294"/>
                <a:gd name="connsiteY0" fmla="*/ 0 h 495299"/>
                <a:gd name="connsiteX1" fmla="*/ 66637 w 857294"/>
                <a:gd name="connsiteY1" fmla="*/ 95250 h 495299"/>
                <a:gd name="connsiteX2" fmla="*/ 161887 w 857294"/>
                <a:gd name="connsiteY2" fmla="*/ 190500 h 495299"/>
                <a:gd name="connsiteX3" fmla="*/ 257137 w 857294"/>
                <a:gd name="connsiteY3" fmla="*/ 95250 h 495299"/>
                <a:gd name="connsiteX4" fmla="*/ 161887 w 857294"/>
                <a:gd name="connsiteY4" fmla="*/ 0 h 495299"/>
                <a:gd name="connsiteX5" fmla="*/ 695287 w 857294"/>
                <a:gd name="connsiteY5" fmla="*/ 0 h 495299"/>
                <a:gd name="connsiteX6" fmla="*/ 600037 w 857294"/>
                <a:gd name="connsiteY6" fmla="*/ 95250 h 495299"/>
                <a:gd name="connsiteX7" fmla="*/ 695287 w 857294"/>
                <a:gd name="connsiteY7" fmla="*/ 190500 h 495299"/>
                <a:gd name="connsiteX8" fmla="*/ 790537 w 857294"/>
                <a:gd name="connsiteY8" fmla="*/ 95250 h 495299"/>
                <a:gd name="connsiteX9" fmla="*/ 695287 w 857294"/>
                <a:gd name="connsiteY9" fmla="*/ 0 h 495299"/>
                <a:gd name="connsiteX10" fmla="*/ 419062 w 857294"/>
                <a:gd name="connsiteY10" fmla="*/ 38100 h 495299"/>
                <a:gd name="connsiteX11" fmla="*/ 323812 w 857294"/>
                <a:gd name="connsiteY11" fmla="*/ 133350 h 495299"/>
                <a:gd name="connsiteX12" fmla="*/ 419062 w 857294"/>
                <a:gd name="connsiteY12" fmla="*/ 228600 h 495299"/>
                <a:gd name="connsiteX13" fmla="*/ 514312 w 857294"/>
                <a:gd name="connsiteY13" fmla="*/ 133350 h 495299"/>
                <a:gd name="connsiteX14" fmla="*/ 419062 w 857294"/>
                <a:gd name="connsiteY14" fmla="*/ 38100 h 495299"/>
                <a:gd name="connsiteX15" fmla="*/ 231134 w 857294"/>
                <a:gd name="connsiteY15" fmla="*/ 228600 h 495299"/>
                <a:gd name="connsiteX16" fmla="*/ 115605 w 857294"/>
                <a:gd name="connsiteY16" fmla="*/ 229009 h 495299"/>
                <a:gd name="connsiteX17" fmla="*/ 0 w 857294"/>
                <a:gd name="connsiteY17" fmla="*/ 342233 h 495299"/>
                <a:gd name="connsiteX18" fmla="*/ 0 w 857294"/>
                <a:gd name="connsiteY18" fmla="*/ 457200 h 495299"/>
                <a:gd name="connsiteX19" fmla="*/ 228600 w 857294"/>
                <a:gd name="connsiteY19" fmla="*/ 457497 h 495299"/>
                <a:gd name="connsiteX20" fmla="*/ 228600 w 857294"/>
                <a:gd name="connsiteY20" fmla="*/ 380330 h 495299"/>
                <a:gd name="connsiteX21" fmla="*/ 314362 w 857294"/>
                <a:gd name="connsiteY21" fmla="*/ 252561 h 495299"/>
                <a:gd name="connsiteX22" fmla="*/ 231130 w 857294"/>
                <a:gd name="connsiteY22" fmla="*/ 228563 h 495299"/>
                <a:gd name="connsiteX23" fmla="*/ 626088 w 857294"/>
                <a:gd name="connsiteY23" fmla="*/ 228600 h 495299"/>
                <a:gd name="connsiteX24" fmla="*/ 538465 w 857294"/>
                <a:gd name="connsiteY24" fmla="*/ 256840 h 495299"/>
                <a:gd name="connsiteX25" fmla="*/ 609419 w 857294"/>
                <a:gd name="connsiteY25" fmla="*/ 380408 h 495299"/>
                <a:gd name="connsiteX26" fmla="*/ 609568 w 857294"/>
                <a:gd name="connsiteY26" fmla="*/ 457538 h 495299"/>
                <a:gd name="connsiteX27" fmla="*/ 857294 w 857294"/>
                <a:gd name="connsiteY27" fmla="*/ 457203 h 495299"/>
                <a:gd name="connsiteX28" fmla="*/ 857294 w 857294"/>
                <a:gd name="connsiteY28" fmla="*/ 342237 h 495299"/>
                <a:gd name="connsiteX29" fmla="*/ 741689 w 857294"/>
                <a:gd name="connsiteY29" fmla="*/ 229013 h 495299"/>
                <a:gd name="connsiteX30" fmla="*/ 476145 w 857294"/>
                <a:gd name="connsiteY30" fmla="*/ 266700 h 495299"/>
                <a:gd name="connsiteX31" fmla="*/ 361960 w 857294"/>
                <a:gd name="connsiteY31" fmla="*/ 267109 h 495299"/>
                <a:gd name="connsiteX32" fmla="*/ 247660 w 857294"/>
                <a:gd name="connsiteY32" fmla="*/ 380333 h 495299"/>
                <a:gd name="connsiteX33" fmla="*/ 247660 w 857294"/>
                <a:gd name="connsiteY33" fmla="*/ 495300 h 495299"/>
                <a:gd name="connsiteX34" fmla="*/ 590560 w 857294"/>
                <a:gd name="connsiteY34" fmla="*/ 495039 h 495299"/>
                <a:gd name="connsiteX35" fmla="*/ 590336 w 857294"/>
                <a:gd name="connsiteY35" fmla="*/ 380444 h 495299"/>
                <a:gd name="connsiteX36" fmla="*/ 476151 w 857294"/>
                <a:gd name="connsiteY36" fmla="*/ 266668 h 495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57294" h="495299">
                  <a:moveTo>
                    <a:pt x="161887" y="0"/>
                  </a:moveTo>
                  <a:cubicBezTo>
                    <a:pt x="109277" y="0"/>
                    <a:pt x="66637" y="42640"/>
                    <a:pt x="66637" y="95250"/>
                  </a:cubicBezTo>
                  <a:cubicBezTo>
                    <a:pt x="66637" y="147860"/>
                    <a:pt x="109277" y="190500"/>
                    <a:pt x="161887" y="190500"/>
                  </a:cubicBezTo>
                  <a:cubicBezTo>
                    <a:pt x="214497" y="190500"/>
                    <a:pt x="257137" y="147860"/>
                    <a:pt x="257137" y="95250"/>
                  </a:cubicBezTo>
                  <a:cubicBezTo>
                    <a:pt x="257137" y="42640"/>
                    <a:pt x="214497" y="0"/>
                    <a:pt x="161887" y="0"/>
                  </a:cubicBezTo>
                  <a:close/>
                  <a:moveTo>
                    <a:pt x="695287" y="0"/>
                  </a:moveTo>
                  <a:cubicBezTo>
                    <a:pt x="642677" y="0"/>
                    <a:pt x="600037" y="42640"/>
                    <a:pt x="600037" y="95250"/>
                  </a:cubicBezTo>
                  <a:cubicBezTo>
                    <a:pt x="600037" y="147860"/>
                    <a:pt x="642677" y="190500"/>
                    <a:pt x="695287" y="190500"/>
                  </a:cubicBezTo>
                  <a:cubicBezTo>
                    <a:pt x="747897" y="190500"/>
                    <a:pt x="790537" y="147860"/>
                    <a:pt x="790537" y="95250"/>
                  </a:cubicBezTo>
                  <a:cubicBezTo>
                    <a:pt x="790537" y="42640"/>
                    <a:pt x="747897" y="0"/>
                    <a:pt x="695287" y="0"/>
                  </a:cubicBezTo>
                  <a:close/>
                  <a:moveTo>
                    <a:pt x="419062" y="38100"/>
                  </a:moveTo>
                  <a:cubicBezTo>
                    <a:pt x="366452" y="38100"/>
                    <a:pt x="323812" y="80740"/>
                    <a:pt x="323812" y="133350"/>
                  </a:cubicBezTo>
                  <a:cubicBezTo>
                    <a:pt x="323812" y="185960"/>
                    <a:pt x="366452" y="228600"/>
                    <a:pt x="419062" y="228600"/>
                  </a:cubicBezTo>
                  <a:cubicBezTo>
                    <a:pt x="471672" y="228600"/>
                    <a:pt x="514312" y="185960"/>
                    <a:pt x="514312" y="133350"/>
                  </a:cubicBezTo>
                  <a:cubicBezTo>
                    <a:pt x="514312" y="80740"/>
                    <a:pt x="471672" y="38100"/>
                    <a:pt x="419062" y="38100"/>
                  </a:cubicBezTo>
                  <a:close/>
                  <a:moveTo>
                    <a:pt x="231134" y="228600"/>
                  </a:moveTo>
                  <a:lnTo>
                    <a:pt x="115605" y="229009"/>
                  </a:lnTo>
                  <a:cubicBezTo>
                    <a:pt x="83569" y="229121"/>
                    <a:pt x="0" y="229009"/>
                    <a:pt x="0" y="342233"/>
                  </a:cubicBezTo>
                  <a:lnTo>
                    <a:pt x="0" y="457200"/>
                  </a:lnTo>
                  <a:lnTo>
                    <a:pt x="228600" y="457497"/>
                  </a:lnTo>
                  <a:lnTo>
                    <a:pt x="228600" y="380330"/>
                  </a:lnTo>
                  <a:cubicBezTo>
                    <a:pt x="228600" y="341336"/>
                    <a:pt x="239390" y="270906"/>
                    <a:pt x="314362" y="252561"/>
                  </a:cubicBezTo>
                  <a:cubicBezTo>
                    <a:pt x="287313" y="228637"/>
                    <a:pt x="250180" y="228489"/>
                    <a:pt x="231130" y="228563"/>
                  </a:cubicBezTo>
                  <a:close/>
                  <a:moveTo>
                    <a:pt x="626088" y="228600"/>
                  </a:moveTo>
                  <a:cubicBezTo>
                    <a:pt x="605996" y="228526"/>
                    <a:pt x="565701" y="228712"/>
                    <a:pt x="538465" y="256840"/>
                  </a:cubicBezTo>
                  <a:cubicBezTo>
                    <a:pt x="565032" y="267072"/>
                    <a:pt x="609233" y="296651"/>
                    <a:pt x="609419" y="380408"/>
                  </a:cubicBezTo>
                  <a:lnTo>
                    <a:pt x="609568" y="457538"/>
                  </a:lnTo>
                  <a:lnTo>
                    <a:pt x="857294" y="457203"/>
                  </a:lnTo>
                  <a:lnTo>
                    <a:pt x="857294" y="342237"/>
                  </a:lnTo>
                  <a:cubicBezTo>
                    <a:pt x="857294" y="229013"/>
                    <a:pt x="773690" y="229127"/>
                    <a:pt x="741689" y="229013"/>
                  </a:cubicBezTo>
                  <a:close/>
                  <a:moveTo>
                    <a:pt x="476145" y="266700"/>
                  </a:moveTo>
                  <a:lnTo>
                    <a:pt x="361960" y="267109"/>
                  </a:lnTo>
                  <a:cubicBezTo>
                    <a:pt x="330297" y="267221"/>
                    <a:pt x="247660" y="267109"/>
                    <a:pt x="247660" y="380333"/>
                  </a:cubicBezTo>
                  <a:lnTo>
                    <a:pt x="247660" y="495300"/>
                  </a:lnTo>
                  <a:lnTo>
                    <a:pt x="590560" y="495039"/>
                  </a:lnTo>
                  <a:lnTo>
                    <a:pt x="590336" y="380444"/>
                  </a:lnTo>
                  <a:cubicBezTo>
                    <a:pt x="590113" y="267116"/>
                    <a:pt x="507811" y="266554"/>
                    <a:pt x="476151" y="266668"/>
                  </a:cubicBezTo>
                  <a:close/>
                </a:path>
              </a:pathLst>
            </a:custGeom>
            <a:solidFill>
              <a:srgbClr val="5045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427944D0-E1F4-68FB-739C-A2F71EC90634}"/>
              </a:ext>
            </a:extLst>
          </p:cNvPr>
          <p:cNvGrpSpPr/>
          <p:nvPr/>
        </p:nvGrpSpPr>
        <p:grpSpPr>
          <a:xfrm>
            <a:off x="5689843" y="1833973"/>
            <a:ext cx="309191" cy="309191"/>
            <a:chOff x="8009246" y="-138701"/>
            <a:chExt cx="793775" cy="793775"/>
          </a:xfrm>
          <a:solidFill>
            <a:srgbClr val="3962CC"/>
          </a:solidFill>
        </p:grpSpPr>
        <p:sp>
          <p:nvSpPr>
            <p:cNvPr id="90" name="Forma Livre: Forma 89">
              <a:extLst>
                <a:ext uri="{FF2B5EF4-FFF2-40B4-BE49-F238E27FC236}">
                  <a16:creationId xmlns:a16="http://schemas.microsoft.com/office/drawing/2014/main" id="{EBAB99C0-197C-16A9-04EC-0FEEF2DF4BC5}"/>
                </a:ext>
              </a:extLst>
            </p:cNvPr>
            <p:cNvSpPr/>
            <p:nvPr/>
          </p:nvSpPr>
          <p:spPr>
            <a:xfrm>
              <a:off x="8326771" y="178823"/>
              <a:ext cx="158724" cy="158724"/>
            </a:xfrm>
            <a:custGeom>
              <a:avLst/>
              <a:gdLst>
                <a:gd name="connsiteX0" fmla="*/ 79362 w 158724"/>
                <a:gd name="connsiteY0" fmla="*/ 0 h 158724"/>
                <a:gd name="connsiteX1" fmla="*/ 158725 w 158724"/>
                <a:gd name="connsiteY1" fmla="*/ 79362 h 158724"/>
                <a:gd name="connsiteX2" fmla="*/ 79362 w 158724"/>
                <a:gd name="connsiteY2" fmla="*/ 158725 h 158724"/>
                <a:gd name="connsiteX3" fmla="*/ 0 w 158724"/>
                <a:gd name="connsiteY3" fmla="*/ 79362 h 158724"/>
                <a:gd name="connsiteX4" fmla="*/ 79362 w 158724"/>
                <a:gd name="connsiteY4" fmla="*/ 0 h 15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724" h="158724">
                  <a:moveTo>
                    <a:pt x="79362" y="0"/>
                  </a:moveTo>
                  <a:cubicBezTo>
                    <a:pt x="123193" y="0"/>
                    <a:pt x="158725" y="35533"/>
                    <a:pt x="158725" y="79362"/>
                  </a:cubicBezTo>
                  <a:cubicBezTo>
                    <a:pt x="158725" y="123192"/>
                    <a:pt x="123192" y="158725"/>
                    <a:pt x="79362" y="158725"/>
                  </a:cubicBezTo>
                  <a:cubicBezTo>
                    <a:pt x="35533" y="158725"/>
                    <a:pt x="0" y="123192"/>
                    <a:pt x="0" y="79362"/>
                  </a:cubicBezTo>
                  <a:cubicBezTo>
                    <a:pt x="0" y="35533"/>
                    <a:pt x="35533" y="0"/>
                    <a:pt x="7936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D3276D4E-15B5-7D1B-ACC7-027BA5E626D1}"/>
                </a:ext>
              </a:extLst>
            </p:cNvPr>
            <p:cNvSpPr/>
            <p:nvPr/>
          </p:nvSpPr>
          <p:spPr>
            <a:xfrm>
              <a:off x="8168009" y="20061"/>
              <a:ext cx="476250" cy="476250"/>
            </a:xfrm>
            <a:custGeom>
              <a:avLst/>
              <a:gdLst>
                <a:gd name="connsiteX0" fmla="*/ 238125 w 476250"/>
                <a:gd name="connsiteY0" fmla="*/ 0 h 476250"/>
                <a:gd name="connsiteX1" fmla="*/ 476250 w 476250"/>
                <a:gd name="connsiteY1" fmla="*/ 238125 h 476250"/>
                <a:gd name="connsiteX2" fmla="*/ 238125 w 476250"/>
                <a:gd name="connsiteY2" fmla="*/ 476250 h 476250"/>
                <a:gd name="connsiteX3" fmla="*/ 0 w 476250"/>
                <a:gd name="connsiteY3" fmla="*/ 238125 h 476250"/>
                <a:gd name="connsiteX4" fmla="*/ 238125 w 476250"/>
                <a:gd name="connsiteY4" fmla="*/ 0 h 476250"/>
                <a:gd name="connsiteX5" fmla="*/ 238125 w 476250"/>
                <a:gd name="connsiteY5" fmla="*/ 79362 h 476250"/>
                <a:gd name="connsiteX6" fmla="*/ 79362 w 476250"/>
                <a:gd name="connsiteY6" fmla="*/ 238125 h 476250"/>
                <a:gd name="connsiteX7" fmla="*/ 238125 w 476250"/>
                <a:gd name="connsiteY7" fmla="*/ 396888 h 476250"/>
                <a:gd name="connsiteX8" fmla="*/ 396888 w 476250"/>
                <a:gd name="connsiteY8" fmla="*/ 238125 h 476250"/>
                <a:gd name="connsiteX9" fmla="*/ 238125 w 476250"/>
                <a:gd name="connsiteY9" fmla="*/ 79362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0" h="476250">
                  <a:moveTo>
                    <a:pt x="238125" y="0"/>
                  </a:moveTo>
                  <a:cubicBezTo>
                    <a:pt x="369656" y="0"/>
                    <a:pt x="476250" y="106594"/>
                    <a:pt x="476250" y="238125"/>
                  </a:cubicBezTo>
                  <a:cubicBezTo>
                    <a:pt x="476250" y="369656"/>
                    <a:pt x="369656" y="476250"/>
                    <a:pt x="238125" y="476250"/>
                  </a:cubicBezTo>
                  <a:cubicBezTo>
                    <a:pt x="106594" y="476250"/>
                    <a:pt x="0" y="369656"/>
                    <a:pt x="0" y="238125"/>
                  </a:cubicBezTo>
                  <a:cubicBezTo>
                    <a:pt x="0" y="106594"/>
                    <a:pt x="106594" y="0"/>
                    <a:pt x="238125" y="0"/>
                  </a:cubicBezTo>
                  <a:close/>
                  <a:moveTo>
                    <a:pt x="238125" y="79362"/>
                  </a:moveTo>
                  <a:cubicBezTo>
                    <a:pt x="150465" y="79362"/>
                    <a:pt x="79362" y="150465"/>
                    <a:pt x="79362" y="238125"/>
                  </a:cubicBezTo>
                  <a:cubicBezTo>
                    <a:pt x="79362" y="325786"/>
                    <a:pt x="150465" y="396888"/>
                    <a:pt x="238125" y="396888"/>
                  </a:cubicBezTo>
                  <a:cubicBezTo>
                    <a:pt x="325786" y="396888"/>
                    <a:pt x="396888" y="325786"/>
                    <a:pt x="396888" y="238125"/>
                  </a:cubicBezTo>
                  <a:cubicBezTo>
                    <a:pt x="396888" y="150465"/>
                    <a:pt x="325786" y="79362"/>
                    <a:pt x="238125" y="793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3" name="Forma Livre: Forma 92">
              <a:extLst>
                <a:ext uri="{FF2B5EF4-FFF2-40B4-BE49-F238E27FC236}">
                  <a16:creationId xmlns:a16="http://schemas.microsoft.com/office/drawing/2014/main" id="{DC1C3FB6-AE8B-2BF6-9110-E1AA5D4FD656}"/>
                </a:ext>
              </a:extLst>
            </p:cNvPr>
            <p:cNvSpPr/>
            <p:nvPr/>
          </p:nvSpPr>
          <p:spPr>
            <a:xfrm>
              <a:off x="8009246" y="-138701"/>
              <a:ext cx="793775" cy="793775"/>
            </a:xfrm>
            <a:custGeom>
              <a:avLst/>
              <a:gdLst>
                <a:gd name="connsiteX0" fmla="*/ 396888 w 793775"/>
                <a:gd name="connsiteY0" fmla="*/ 0 h 793775"/>
                <a:gd name="connsiteX1" fmla="*/ 793775 w 793775"/>
                <a:gd name="connsiteY1" fmla="*/ 396888 h 793775"/>
                <a:gd name="connsiteX2" fmla="*/ 396888 w 793775"/>
                <a:gd name="connsiteY2" fmla="*/ 793775 h 793775"/>
                <a:gd name="connsiteX3" fmla="*/ 0 w 793775"/>
                <a:gd name="connsiteY3" fmla="*/ 396888 h 793775"/>
                <a:gd name="connsiteX4" fmla="*/ 396888 w 793775"/>
                <a:gd name="connsiteY4" fmla="*/ 0 h 793775"/>
                <a:gd name="connsiteX5" fmla="*/ 396888 w 793775"/>
                <a:gd name="connsiteY5" fmla="*/ 79399 h 793775"/>
                <a:gd name="connsiteX6" fmla="*/ 79400 w 793775"/>
                <a:gd name="connsiteY6" fmla="*/ 396887 h 793775"/>
                <a:gd name="connsiteX7" fmla="*/ 396888 w 793775"/>
                <a:gd name="connsiteY7" fmla="*/ 714374 h 793775"/>
                <a:gd name="connsiteX8" fmla="*/ 714375 w 793775"/>
                <a:gd name="connsiteY8" fmla="*/ 396887 h 793775"/>
                <a:gd name="connsiteX9" fmla="*/ 396888 w 793775"/>
                <a:gd name="connsiteY9" fmla="*/ 79399 h 793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3775" h="793775">
                  <a:moveTo>
                    <a:pt x="396888" y="0"/>
                  </a:moveTo>
                  <a:cubicBezTo>
                    <a:pt x="616077" y="0"/>
                    <a:pt x="793775" y="177698"/>
                    <a:pt x="793775" y="396888"/>
                  </a:cubicBezTo>
                  <a:cubicBezTo>
                    <a:pt x="793775" y="616077"/>
                    <a:pt x="616077" y="793775"/>
                    <a:pt x="396888" y="793775"/>
                  </a:cubicBezTo>
                  <a:cubicBezTo>
                    <a:pt x="177698" y="793775"/>
                    <a:pt x="0" y="616077"/>
                    <a:pt x="0" y="396888"/>
                  </a:cubicBezTo>
                  <a:cubicBezTo>
                    <a:pt x="0" y="177698"/>
                    <a:pt x="177698" y="0"/>
                    <a:pt x="396888" y="0"/>
                  </a:cubicBezTo>
                  <a:close/>
                  <a:moveTo>
                    <a:pt x="396888" y="79399"/>
                  </a:moveTo>
                  <a:cubicBezTo>
                    <a:pt x="221532" y="79399"/>
                    <a:pt x="79400" y="221531"/>
                    <a:pt x="79400" y="396887"/>
                  </a:cubicBezTo>
                  <a:cubicBezTo>
                    <a:pt x="79400" y="572242"/>
                    <a:pt x="221532" y="714374"/>
                    <a:pt x="396888" y="714374"/>
                  </a:cubicBezTo>
                  <a:cubicBezTo>
                    <a:pt x="572243" y="714374"/>
                    <a:pt x="714375" y="572242"/>
                    <a:pt x="714375" y="396887"/>
                  </a:cubicBezTo>
                  <a:cubicBezTo>
                    <a:pt x="714375" y="221531"/>
                    <a:pt x="572243" y="79399"/>
                    <a:pt x="396888" y="793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8" name="Agrupar 127">
            <a:extLst>
              <a:ext uri="{FF2B5EF4-FFF2-40B4-BE49-F238E27FC236}">
                <a16:creationId xmlns:a16="http://schemas.microsoft.com/office/drawing/2014/main" id="{49BE9077-2839-FE94-E2DA-0BFE11E668F0}"/>
              </a:ext>
            </a:extLst>
          </p:cNvPr>
          <p:cNvGrpSpPr/>
          <p:nvPr/>
        </p:nvGrpSpPr>
        <p:grpSpPr>
          <a:xfrm>
            <a:off x="8045826" y="2470695"/>
            <a:ext cx="371393" cy="338553"/>
            <a:chOff x="6862763" y="2938719"/>
            <a:chExt cx="371393" cy="338553"/>
          </a:xfrm>
        </p:grpSpPr>
        <p:grpSp>
          <p:nvGrpSpPr>
            <p:cNvPr id="125" name="Agrupar 124">
              <a:extLst>
                <a:ext uri="{FF2B5EF4-FFF2-40B4-BE49-F238E27FC236}">
                  <a16:creationId xmlns:a16="http://schemas.microsoft.com/office/drawing/2014/main" id="{A6301A7E-2D84-0377-54AF-8BFBE5EFCE45}"/>
                </a:ext>
              </a:extLst>
            </p:cNvPr>
            <p:cNvGrpSpPr/>
            <p:nvPr/>
          </p:nvGrpSpPr>
          <p:grpSpPr>
            <a:xfrm>
              <a:off x="6941992" y="3001911"/>
              <a:ext cx="212935" cy="212169"/>
              <a:chOff x="8937767" y="164239"/>
              <a:chExt cx="478055" cy="476336"/>
            </a:xfrm>
            <a:solidFill>
              <a:srgbClr val="0DB87F"/>
            </a:solidFill>
          </p:grpSpPr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5C4ABB4A-56D5-FC35-ACA4-BCED657E396F}"/>
                  </a:ext>
                </a:extLst>
              </p:cNvPr>
              <p:cNvSpPr/>
              <p:nvPr/>
            </p:nvSpPr>
            <p:spPr>
              <a:xfrm>
                <a:off x="9068329" y="164239"/>
                <a:ext cx="347493" cy="411566"/>
              </a:xfrm>
              <a:custGeom>
                <a:avLst/>
                <a:gdLst>
                  <a:gd name="connsiteX0" fmla="*/ 325607 w 347493"/>
                  <a:gd name="connsiteY0" fmla="*/ 87 h 411566"/>
                  <a:gd name="connsiteX1" fmla="*/ 41572 w 347493"/>
                  <a:gd name="connsiteY1" fmla="*/ 148677 h 411566"/>
                  <a:gd name="connsiteX2" fmla="*/ 47192 w 347493"/>
                  <a:gd name="connsiteY2" fmla="*/ 365561 h 411566"/>
                  <a:gd name="connsiteX3" fmla="*/ 160349 w 347493"/>
                  <a:gd name="connsiteY3" fmla="*/ 206493 h 411566"/>
                  <a:gd name="connsiteX4" fmla="*/ 172445 w 347493"/>
                  <a:gd name="connsiteY4" fmla="*/ 200588 h 411566"/>
                  <a:gd name="connsiteX5" fmla="*/ 178350 w 347493"/>
                  <a:gd name="connsiteY5" fmla="*/ 212685 h 411566"/>
                  <a:gd name="connsiteX6" fmla="*/ 61955 w 347493"/>
                  <a:gd name="connsiteY6" fmla="*/ 377658 h 411566"/>
                  <a:gd name="connsiteX7" fmla="*/ 66622 w 347493"/>
                  <a:gd name="connsiteY7" fmla="*/ 381087 h 411566"/>
                  <a:gd name="connsiteX8" fmla="*/ 154919 w 347493"/>
                  <a:gd name="connsiteY8" fmla="*/ 411567 h 411566"/>
                  <a:gd name="connsiteX9" fmla="*/ 228167 w 347493"/>
                  <a:gd name="connsiteY9" fmla="*/ 389754 h 411566"/>
                  <a:gd name="connsiteX10" fmla="*/ 293603 w 347493"/>
                  <a:gd name="connsiteY10" fmla="*/ 325175 h 411566"/>
                  <a:gd name="connsiteX11" fmla="*/ 336084 w 347493"/>
                  <a:gd name="connsiteY11" fmla="*/ 7516 h 411566"/>
                  <a:gd name="connsiteX12" fmla="*/ 325607 w 347493"/>
                  <a:gd name="connsiteY12" fmla="*/ 87 h 411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7493" h="411566">
                    <a:moveTo>
                      <a:pt x="325607" y="87"/>
                    </a:moveTo>
                    <a:cubicBezTo>
                      <a:pt x="317511" y="1134"/>
                      <a:pt x="126820" y="26947"/>
                      <a:pt x="41572" y="148677"/>
                    </a:cubicBezTo>
                    <a:cubicBezTo>
                      <a:pt x="-16055" y="230973"/>
                      <a:pt x="-13388" y="310316"/>
                      <a:pt x="47192" y="365561"/>
                    </a:cubicBezTo>
                    <a:cubicBezTo>
                      <a:pt x="99484" y="325271"/>
                      <a:pt x="136441" y="276121"/>
                      <a:pt x="160349" y="206493"/>
                    </a:cubicBezTo>
                    <a:cubicBezTo>
                      <a:pt x="162063" y="201540"/>
                      <a:pt x="167492" y="198874"/>
                      <a:pt x="172445" y="200588"/>
                    </a:cubicBezTo>
                    <a:cubicBezTo>
                      <a:pt x="177398" y="202302"/>
                      <a:pt x="180065" y="207732"/>
                      <a:pt x="178350" y="212685"/>
                    </a:cubicBezTo>
                    <a:cubicBezTo>
                      <a:pt x="153776" y="284313"/>
                      <a:pt x="115200" y="335748"/>
                      <a:pt x="61955" y="377658"/>
                    </a:cubicBezTo>
                    <a:cubicBezTo>
                      <a:pt x="63479" y="378896"/>
                      <a:pt x="65003" y="379944"/>
                      <a:pt x="66622" y="381087"/>
                    </a:cubicBezTo>
                    <a:cubicBezTo>
                      <a:pt x="95673" y="401471"/>
                      <a:pt x="125582" y="411567"/>
                      <a:pt x="154919" y="411567"/>
                    </a:cubicBezTo>
                    <a:cubicBezTo>
                      <a:pt x="179970" y="411567"/>
                      <a:pt x="204735" y="404233"/>
                      <a:pt x="228167" y="389754"/>
                    </a:cubicBezTo>
                    <a:cubicBezTo>
                      <a:pt x="251503" y="375277"/>
                      <a:pt x="273696" y="353655"/>
                      <a:pt x="293603" y="325175"/>
                    </a:cubicBezTo>
                    <a:cubicBezTo>
                      <a:pt x="378852" y="203445"/>
                      <a:pt x="337894" y="15422"/>
                      <a:pt x="336084" y="7516"/>
                    </a:cubicBezTo>
                    <a:cubicBezTo>
                      <a:pt x="334941" y="2658"/>
                      <a:pt x="330370" y="-580"/>
                      <a:pt x="325607" y="8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3E1D9FAC-89FF-B56D-DDD2-58F23B7941DD}"/>
                  </a:ext>
                </a:extLst>
              </p:cNvPr>
              <p:cNvSpPr/>
              <p:nvPr/>
            </p:nvSpPr>
            <p:spPr>
              <a:xfrm>
                <a:off x="8937767" y="529800"/>
                <a:ext cx="192516" cy="110775"/>
              </a:xfrm>
              <a:custGeom>
                <a:avLst/>
                <a:gdLst>
                  <a:gd name="connsiteX0" fmla="*/ 5827 w 192516"/>
                  <a:gd name="connsiteY0" fmla="*/ 92393 h 110775"/>
                  <a:gd name="connsiteX1" fmla="*/ 778 w 192516"/>
                  <a:gd name="connsiteY1" fmla="*/ 104870 h 110775"/>
                  <a:gd name="connsiteX2" fmla="*/ 9541 w 192516"/>
                  <a:gd name="connsiteY2" fmla="*/ 110776 h 110775"/>
                  <a:gd name="connsiteX3" fmla="*/ 13161 w 192516"/>
                  <a:gd name="connsiteY3" fmla="*/ 110014 h 110775"/>
                  <a:gd name="connsiteX4" fmla="*/ 192517 w 192516"/>
                  <a:gd name="connsiteY4" fmla="*/ 12097 h 110775"/>
                  <a:gd name="connsiteX5" fmla="*/ 177753 w 192516"/>
                  <a:gd name="connsiteY5" fmla="*/ 0 h 110775"/>
                  <a:gd name="connsiteX6" fmla="*/ 5827 w 192516"/>
                  <a:gd name="connsiteY6" fmla="*/ 92393 h 110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2516" h="110775">
                    <a:moveTo>
                      <a:pt x="5827" y="92393"/>
                    </a:moveTo>
                    <a:cubicBezTo>
                      <a:pt x="969" y="94488"/>
                      <a:pt x="-1317" y="100013"/>
                      <a:pt x="778" y="104870"/>
                    </a:cubicBezTo>
                    <a:cubicBezTo>
                      <a:pt x="2302" y="108490"/>
                      <a:pt x="5827" y="110776"/>
                      <a:pt x="9541" y="110776"/>
                    </a:cubicBezTo>
                    <a:cubicBezTo>
                      <a:pt x="10779" y="110776"/>
                      <a:pt x="12018" y="110490"/>
                      <a:pt x="13161" y="110014"/>
                    </a:cubicBezTo>
                    <a:cubicBezTo>
                      <a:pt x="85170" y="80010"/>
                      <a:pt x="144701" y="49816"/>
                      <a:pt x="192517" y="12097"/>
                    </a:cubicBezTo>
                    <a:cubicBezTo>
                      <a:pt x="187278" y="8287"/>
                      <a:pt x="182325" y="4191"/>
                      <a:pt x="177753" y="0"/>
                    </a:cubicBezTo>
                    <a:cubicBezTo>
                      <a:pt x="132509" y="34957"/>
                      <a:pt x="75645" y="63246"/>
                      <a:pt x="5827" y="92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126" name="Fluxograma: Conector 125">
              <a:extLst>
                <a:ext uri="{FF2B5EF4-FFF2-40B4-BE49-F238E27FC236}">
                  <a16:creationId xmlns:a16="http://schemas.microsoft.com/office/drawing/2014/main" id="{03A3E1A5-7303-7455-9187-CD56A3E389A8}"/>
                </a:ext>
              </a:extLst>
            </p:cNvPr>
            <p:cNvSpPr/>
            <p:nvPr/>
          </p:nvSpPr>
          <p:spPr>
            <a:xfrm>
              <a:off x="6862763" y="2938719"/>
              <a:ext cx="371393" cy="338553"/>
            </a:xfrm>
            <a:prstGeom prst="flowChartConnector">
              <a:avLst/>
            </a:prstGeom>
            <a:solidFill>
              <a:srgbClr val="0DB87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49" name="Agrupar 148">
            <a:extLst>
              <a:ext uri="{FF2B5EF4-FFF2-40B4-BE49-F238E27FC236}">
                <a16:creationId xmlns:a16="http://schemas.microsoft.com/office/drawing/2014/main" id="{D17B59D6-32DC-D65F-941A-4F216126257A}"/>
              </a:ext>
            </a:extLst>
          </p:cNvPr>
          <p:cNvGrpSpPr/>
          <p:nvPr/>
        </p:nvGrpSpPr>
        <p:grpSpPr>
          <a:xfrm>
            <a:off x="8045826" y="4073084"/>
            <a:ext cx="371393" cy="338553"/>
            <a:chOff x="8045826" y="4145547"/>
            <a:chExt cx="371393" cy="338553"/>
          </a:xfrm>
        </p:grpSpPr>
        <p:sp>
          <p:nvSpPr>
            <p:cNvPr id="134" name="Fluxograma: Conector 133">
              <a:extLst>
                <a:ext uri="{FF2B5EF4-FFF2-40B4-BE49-F238E27FC236}">
                  <a16:creationId xmlns:a16="http://schemas.microsoft.com/office/drawing/2014/main" id="{D62D73F1-D641-E126-AFE3-8E35316DCABD}"/>
                </a:ext>
              </a:extLst>
            </p:cNvPr>
            <p:cNvSpPr/>
            <p:nvPr/>
          </p:nvSpPr>
          <p:spPr>
            <a:xfrm>
              <a:off x="8045826" y="4145547"/>
              <a:ext cx="371393" cy="338553"/>
            </a:xfrm>
            <a:prstGeom prst="flowChartConnector">
              <a:avLst/>
            </a:prstGeom>
            <a:solidFill>
              <a:srgbClr val="EC4899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1958B898-9857-D114-381D-32C8EAD3F79B}"/>
                </a:ext>
              </a:extLst>
            </p:cNvPr>
            <p:cNvSpPr/>
            <p:nvPr/>
          </p:nvSpPr>
          <p:spPr>
            <a:xfrm>
              <a:off x="8128085" y="4218775"/>
              <a:ext cx="206875" cy="192097"/>
            </a:xfrm>
            <a:custGeom>
              <a:avLst/>
              <a:gdLst>
                <a:gd name="connsiteX0" fmla="*/ 546297 w 561501"/>
                <a:gd name="connsiteY0" fmla="*/ 80816 h 521390"/>
                <a:gd name="connsiteX1" fmla="*/ 521992 w 561501"/>
                <a:gd name="connsiteY1" fmla="*/ 95414 h 521390"/>
                <a:gd name="connsiteX2" fmla="*/ 425495 w 561501"/>
                <a:gd name="connsiteY2" fmla="*/ 481283 h 521390"/>
                <a:gd name="connsiteX3" fmla="*/ 60160 w 561501"/>
                <a:gd name="connsiteY3" fmla="*/ 481283 h 521390"/>
                <a:gd name="connsiteX4" fmla="*/ 40107 w 561501"/>
                <a:gd name="connsiteY4" fmla="*/ 461230 h 521390"/>
                <a:gd name="connsiteX5" fmla="*/ 60160 w 561501"/>
                <a:gd name="connsiteY5" fmla="*/ 441176 h 521390"/>
                <a:gd name="connsiteX6" fmla="*/ 381016 w 561501"/>
                <a:gd name="connsiteY6" fmla="*/ 441176 h 521390"/>
                <a:gd name="connsiteX7" fmla="*/ 400468 w 561501"/>
                <a:gd name="connsiteY7" fmla="*/ 425976 h 521390"/>
                <a:gd name="connsiteX8" fmla="*/ 500735 w 561501"/>
                <a:gd name="connsiteY8" fmla="*/ 24906 h 521390"/>
                <a:gd name="connsiteX9" fmla="*/ 497085 w 561501"/>
                <a:gd name="connsiteY9" fmla="*/ 7701 h 521390"/>
                <a:gd name="connsiteX10" fmla="*/ 481283 w 561501"/>
                <a:gd name="connsiteY10" fmla="*/ 0 h 521390"/>
                <a:gd name="connsiteX11" fmla="*/ 155655 w 561501"/>
                <a:gd name="connsiteY11" fmla="*/ 0 h 521390"/>
                <a:gd name="connsiteX12" fmla="*/ 116992 w 561501"/>
                <a:gd name="connsiteY12" fmla="*/ 29439 h 521390"/>
                <a:gd name="connsiteX13" fmla="*/ 2166 w 561501"/>
                <a:gd name="connsiteY13" fmla="*/ 445227 h 521390"/>
                <a:gd name="connsiteX14" fmla="*/ 2166 w 561501"/>
                <a:gd name="connsiteY14" fmla="*/ 445307 h 521390"/>
                <a:gd name="connsiteX15" fmla="*/ 0 w 561501"/>
                <a:gd name="connsiteY15" fmla="*/ 461230 h 521390"/>
                <a:gd name="connsiteX16" fmla="*/ 60160 w 561501"/>
                <a:gd name="connsiteY16" fmla="*/ 521390 h 521390"/>
                <a:gd name="connsiteX17" fmla="*/ 441176 w 561501"/>
                <a:gd name="connsiteY17" fmla="*/ 521390 h 521390"/>
                <a:gd name="connsiteX18" fmla="*/ 460628 w 561501"/>
                <a:gd name="connsiteY18" fmla="*/ 506190 h 521390"/>
                <a:gd name="connsiteX19" fmla="*/ 560896 w 561501"/>
                <a:gd name="connsiteY19" fmla="*/ 105120 h 521390"/>
                <a:gd name="connsiteX20" fmla="*/ 546297 w 561501"/>
                <a:gd name="connsiteY20" fmla="*/ 80816 h 521390"/>
                <a:gd name="connsiteX21" fmla="*/ 200535 w 561501"/>
                <a:gd name="connsiteY21" fmla="*/ 80214 h 521390"/>
                <a:gd name="connsiteX22" fmla="*/ 401069 w 561501"/>
                <a:gd name="connsiteY22" fmla="*/ 80214 h 521390"/>
                <a:gd name="connsiteX23" fmla="*/ 381016 w 561501"/>
                <a:gd name="connsiteY23" fmla="*/ 120321 h 521390"/>
                <a:gd name="connsiteX24" fmla="*/ 180481 w 561501"/>
                <a:gd name="connsiteY24" fmla="*/ 120321 h 521390"/>
                <a:gd name="connsiteX25" fmla="*/ 200535 w 561501"/>
                <a:gd name="connsiteY25" fmla="*/ 80214 h 521390"/>
                <a:gd name="connsiteX26" fmla="*/ 180481 w 561501"/>
                <a:gd name="connsiteY26" fmla="*/ 160428 h 521390"/>
                <a:gd name="connsiteX27" fmla="*/ 381016 w 561501"/>
                <a:gd name="connsiteY27" fmla="*/ 160428 h 521390"/>
                <a:gd name="connsiteX28" fmla="*/ 360962 w 561501"/>
                <a:gd name="connsiteY28" fmla="*/ 200535 h 521390"/>
                <a:gd name="connsiteX29" fmla="*/ 160428 w 561501"/>
                <a:gd name="connsiteY29" fmla="*/ 200535 h 521390"/>
                <a:gd name="connsiteX30" fmla="*/ 180481 w 561501"/>
                <a:gd name="connsiteY30" fmla="*/ 160428 h 521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61501" h="521390">
                  <a:moveTo>
                    <a:pt x="546297" y="80816"/>
                  </a:moveTo>
                  <a:cubicBezTo>
                    <a:pt x="535428" y="78008"/>
                    <a:pt x="524639" y="84666"/>
                    <a:pt x="521992" y="95414"/>
                  </a:cubicBezTo>
                  <a:lnTo>
                    <a:pt x="425495" y="481283"/>
                  </a:lnTo>
                  <a:lnTo>
                    <a:pt x="60160" y="481283"/>
                  </a:lnTo>
                  <a:cubicBezTo>
                    <a:pt x="49091" y="481283"/>
                    <a:pt x="40107" y="472259"/>
                    <a:pt x="40107" y="461230"/>
                  </a:cubicBezTo>
                  <a:cubicBezTo>
                    <a:pt x="40107" y="450281"/>
                    <a:pt x="49532" y="441176"/>
                    <a:pt x="60160" y="441176"/>
                  </a:cubicBezTo>
                  <a:lnTo>
                    <a:pt x="381016" y="441176"/>
                  </a:lnTo>
                  <a:cubicBezTo>
                    <a:pt x="390240" y="441176"/>
                    <a:pt x="398262" y="434920"/>
                    <a:pt x="400468" y="425976"/>
                  </a:cubicBezTo>
                  <a:lnTo>
                    <a:pt x="500735" y="24906"/>
                  </a:lnTo>
                  <a:cubicBezTo>
                    <a:pt x="502219" y="18930"/>
                    <a:pt x="500896" y="12553"/>
                    <a:pt x="497085" y="7701"/>
                  </a:cubicBezTo>
                  <a:cubicBezTo>
                    <a:pt x="493315" y="2848"/>
                    <a:pt x="487460" y="0"/>
                    <a:pt x="481283" y="0"/>
                  </a:cubicBezTo>
                  <a:lnTo>
                    <a:pt x="155655" y="0"/>
                  </a:lnTo>
                  <a:cubicBezTo>
                    <a:pt x="137607" y="0"/>
                    <a:pt x="121805" y="12032"/>
                    <a:pt x="116992" y="29439"/>
                  </a:cubicBezTo>
                  <a:lnTo>
                    <a:pt x="2166" y="445227"/>
                  </a:lnTo>
                  <a:cubicBezTo>
                    <a:pt x="2166" y="445227"/>
                    <a:pt x="2166" y="445267"/>
                    <a:pt x="2166" y="445307"/>
                  </a:cubicBezTo>
                  <a:cubicBezTo>
                    <a:pt x="722" y="450481"/>
                    <a:pt x="0" y="455856"/>
                    <a:pt x="0" y="461230"/>
                  </a:cubicBezTo>
                  <a:cubicBezTo>
                    <a:pt x="0" y="494398"/>
                    <a:pt x="26992" y="521390"/>
                    <a:pt x="60160" y="521390"/>
                  </a:cubicBezTo>
                  <a:lnTo>
                    <a:pt x="441176" y="521390"/>
                  </a:lnTo>
                  <a:cubicBezTo>
                    <a:pt x="450401" y="521390"/>
                    <a:pt x="458422" y="515134"/>
                    <a:pt x="460628" y="506190"/>
                  </a:cubicBezTo>
                  <a:lnTo>
                    <a:pt x="560896" y="105120"/>
                  </a:lnTo>
                  <a:cubicBezTo>
                    <a:pt x="563583" y="94412"/>
                    <a:pt x="557085" y="83503"/>
                    <a:pt x="546297" y="80816"/>
                  </a:cubicBezTo>
                  <a:close/>
                  <a:moveTo>
                    <a:pt x="200535" y="80214"/>
                  </a:moveTo>
                  <a:lnTo>
                    <a:pt x="401069" y="80214"/>
                  </a:lnTo>
                  <a:lnTo>
                    <a:pt x="381016" y="120321"/>
                  </a:lnTo>
                  <a:lnTo>
                    <a:pt x="180481" y="120321"/>
                  </a:lnTo>
                  <a:lnTo>
                    <a:pt x="200535" y="80214"/>
                  </a:lnTo>
                  <a:close/>
                  <a:moveTo>
                    <a:pt x="180481" y="160428"/>
                  </a:moveTo>
                  <a:lnTo>
                    <a:pt x="381016" y="160428"/>
                  </a:lnTo>
                  <a:lnTo>
                    <a:pt x="360962" y="200535"/>
                  </a:lnTo>
                  <a:lnTo>
                    <a:pt x="160428" y="200535"/>
                  </a:lnTo>
                  <a:lnTo>
                    <a:pt x="180481" y="160428"/>
                  </a:lnTo>
                  <a:close/>
                </a:path>
              </a:pathLst>
            </a:custGeom>
            <a:solidFill>
              <a:srgbClr val="EC4899"/>
            </a:solidFill>
            <a:ln w="398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48" name="Agrupar 147">
            <a:extLst>
              <a:ext uri="{FF2B5EF4-FFF2-40B4-BE49-F238E27FC236}">
                <a16:creationId xmlns:a16="http://schemas.microsoft.com/office/drawing/2014/main" id="{CC9D568E-DE6F-F0A0-6705-078E71C658BC}"/>
              </a:ext>
            </a:extLst>
          </p:cNvPr>
          <p:cNvGrpSpPr/>
          <p:nvPr/>
        </p:nvGrpSpPr>
        <p:grpSpPr>
          <a:xfrm>
            <a:off x="11129731" y="2470695"/>
            <a:ext cx="371393" cy="338553"/>
            <a:chOff x="11129731" y="2555154"/>
            <a:chExt cx="371393" cy="338553"/>
          </a:xfrm>
        </p:grpSpPr>
        <p:sp>
          <p:nvSpPr>
            <p:cNvPr id="135" name="Fluxograma: Conector 134">
              <a:extLst>
                <a:ext uri="{FF2B5EF4-FFF2-40B4-BE49-F238E27FC236}">
                  <a16:creationId xmlns:a16="http://schemas.microsoft.com/office/drawing/2014/main" id="{C334DC13-F760-053C-830D-4146671BC843}"/>
                </a:ext>
              </a:extLst>
            </p:cNvPr>
            <p:cNvSpPr/>
            <p:nvPr/>
          </p:nvSpPr>
          <p:spPr>
            <a:xfrm>
              <a:off x="11129731" y="2555154"/>
              <a:ext cx="371393" cy="338553"/>
            </a:xfrm>
            <a:prstGeom prst="flowChartConnector">
              <a:avLst/>
            </a:prstGeom>
            <a:solidFill>
              <a:srgbClr val="F59E0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5" name="Forma Livre: Forma 144">
              <a:extLst>
                <a:ext uri="{FF2B5EF4-FFF2-40B4-BE49-F238E27FC236}">
                  <a16:creationId xmlns:a16="http://schemas.microsoft.com/office/drawing/2014/main" id="{02AE80FD-31D7-67CF-504D-D739B8FDECAB}"/>
                </a:ext>
              </a:extLst>
            </p:cNvPr>
            <p:cNvSpPr/>
            <p:nvPr/>
          </p:nvSpPr>
          <p:spPr>
            <a:xfrm>
              <a:off x="11209332" y="2618335"/>
              <a:ext cx="212190" cy="212190"/>
            </a:xfrm>
            <a:custGeom>
              <a:avLst/>
              <a:gdLst>
                <a:gd name="connsiteX0" fmla="*/ 563928 w 762000"/>
                <a:gd name="connsiteY0" fmla="*/ 651958 h 762000"/>
                <a:gd name="connsiteX1" fmla="*/ 559775 w 762000"/>
                <a:gd name="connsiteY1" fmla="*/ 669941 h 762000"/>
                <a:gd name="connsiteX2" fmla="*/ 536467 w 762000"/>
                <a:gd name="connsiteY2" fmla="*/ 671989 h 762000"/>
                <a:gd name="connsiteX3" fmla="*/ 526580 w 762000"/>
                <a:gd name="connsiteY3" fmla="*/ 683390 h 762000"/>
                <a:gd name="connsiteX4" fmla="*/ 495900 w 762000"/>
                <a:gd name="connsiteY4" fmla="*/ 716356 h 762000"/>
                <a:gd name="connsiteX5" fmla="*/ 493509 w 762000"/>
                <a:gd name="connsiteY5" fmla="*/ 724319 h 762000"/>
                <a:gd name="connsiteX6" fmla="*/ 493805 w 762000"/>
                <a:gd name="connsiteY6" fmla="*/ 726900 h 762000"/>
                <a:gd name="connsiteX7" fmla="*/ 475231 w 762000"/>
                <a:gd name="connsiteY7" fmla="*/ 709774 h 762000"/>
                <a:gd name="connsiteX8" fmla="*/ 484632 w 762000"/>
                <a:gd name="connsiteY8" fmla="*/ 686972 h 762000"/>
                <a:gd name="connsiteX9" fmla="*/ 499977 w 762000"/>
                <a:gd name="connsiteY9" fmla="*/ 596351 h 762000"/>
                <a:gd name="connsiteX10" fmla="*/ 460781 w 762000"/>
                <a:gd name="connsiteY10" fmla="*/ 539058 h 762000"/>
                <a:gd name="connsiteX11" fmla="*/ 461934 w 762000"/>
                <a:gd name="connsiteY11" fmla="*/ 512969 h 762000"/>
                <a:gd name="connsiteX12" fmla="*/ 478107 w 762000"/>
                <a:gd name="connsiteY12" fmla="*/ 493443 h 762000"/>
                <a:gd name="connsiteX13" fmla="*/ 497396 w 762000"/>
                <a:gd name="connsiteY13" fmla="*/ 448894 h 762000"/>
                <a:gd name="connsiteX14" fmla="*/ 500186 w 762000"/>
                <a:gd name="connsiteY14" fmla="*/ 448856 h 762000"/>
                <a:gd name="connsiteX15" fmla="*/ 502301 w 762000"/>
                <a:gd name="connsiteY15" fmla="*/ 448799 h 762000"/>
                <a:gd name="connsiteX16" fmla="*/ 503739 w 762000"/>
                <a:gd name="connsiteY16" fmla="*/ 448751 h 762000"/>
                <a:gd name="connsiteX17" fmla="*/ 505911 w 762000"/>
                <a:gd name="connsiteY17" fmla="*/ 448666 h 762000"/>
                <a:gd name="connsiteX18" fmla="*/ 509740 w 762000"/>
                <a:gd name="connsiteY18" fmla="*/ 447456 h 762000"/>
                <a:gd name="connsiteX19" fmla="*/ 519170 w 762000"/>
                <a:gd name="connsiteY19" fmla="*/ 445818 h 762000"/>
                <a:gd name="connsiteX20" fmla="*/ 532067 w 762000"/>
                <a:gd name="connsiteY20" fmla="*/ 447789 h 762000"/>
                <a:gd name="connsiteX21" fmla="*/ 560708 w 762000"/>
                <a:gd name="connsiteY21" fmla="*/ 453190 h 762000"/>
                <a:gd name="connsiteX22" fmla="*/ 609381 w 762000"/>
                <a:gd name="connsiteY22" fmla="*/ 487128 h 762000"/>
                <a:gd name="connsiteX23" fmla="*/ 600837 w 762000"/>
                <a:gd name="connsiteY23" fmla="*/ 500910 h 762000"/>
                <a:gd name="connsiteX24" fmla="*/ 606162 w 762000"/>
                <a:gd name="connsiteY24" fmla="*/ 498977 h 762000"/>
                <a:gd name="connsiteX25" fmla="*/ 668617 w 762000"/>
                <a:gd name="connsiteY25" fmla="*/ 522027 h 762000"/>
                <a:gd name="connsiteX26" fmla="*/ 636451 w 762000"/>
                <a:gd name="connsiteY26" fmla="*/ 583540 h 762000"/>
                <a:gd name="connsiteX27" fmla="*/ 636851 w 762000"/>
                <a:gd name="connsiteY27" fmla="*/ 592807 h 762000"/>
                <a:gd name="connsiteX28" fmla="*/ 611876 w 762000"/>
                <a:gd name="connsiteY28" fmla="*/ 604495 h 762000"/>
                <a:gd name="connsiteX29" fmla="*/ 563928 w 762000"/>
                <a:gd name="connsiteY29" fmla="*/ 651958 h 762000"/>
                <a:gd name="connsiteX30" fmla="*/ 127930 w 762000"/>
                <a:gd name="connsiteY30" fmla="*/ 159677 h 762000"/>
                <a:gd name="connsiteX31" fmla="*/ 120463 w 762000"/>
                <a:gd name="connsiteY31" fmla="*/ 134464 h 762000"/>
                <a:gd name="connsiteX32" fmla="*/ 118596 w 762000"/>
                <a:gd name="connsiteY32" fmla="*/ 124187 h 762000"/>
                <a:gd name="connsiteX33" fmla="*/ 301619 w 762000"/>
                <a:gd name="connsiteY33" fmla="*/ 65361 h 762000"/>
                <a:gd name="connsiteX34" fmla="*/ 273615 w 762000"/>
                <a:gd name="connsiteY34" fmla="*/ 44815 h 762000"/>
                <a:gd name="connsiteX35" fmla="*/ 338976 w 762000"/>
                <a:gd name="connsiteY35" fmla="*/ 42948 h 762000"/>
                <a:gd name="connsiteX36" fmla="*/ 384734 w 762000"/>
                <a:gd name="connsiteY36" fmla="*/ 73771 h 762000"/>
                <a:gd name="connsiteX37" fmla="*/ 408080 w 762000"/>
                <a:gd name="connsiteY37" fmla="*/ 57893 h 762000"/>
                <a:gd name="connsiteX38" fmla="*/ 451971 w 762000"/>
                <a:gd name="connsiteY38" fmla="*/ 65361 h 762000"/>
                <a:gd name="connsiteX39" fmla="*/ 413680 w 762000"/>
                <a:gd name="connsiteY39" fmla="*/ 110176 h 762000"/>
                <a:gd name="connsiteX40" fmla="*/ 413680 w 762000"/>
                <a:gd name="connsiteY40" fmla="*/ 115776 h 762000"/>
                <a:gd name="connsiteX41" fmla="*/ 454781 w 762000"/>
                <a:gd name="connsiteY41" fmla="*/ 143799 h 762000"/>
                <a:gd name="connsiteX42" fmla="*/ 474383 w 762000"/>
                <a:gd name="connsiteY42" fmla="*/ 169945 h 762000"/>
                <a:gd name="connsiteX43" fmla="*/ 506130 w 762000"/>
                <a:gd name="connsiteY43" fmla="*/ 133531 h 762000"/>
                <a:gd name="connsiteX44" fmla="*/ 489328 w 762000"/>
                <a:gd name="connsiteY44" fmla="*/ 105518 h 762000"/>
                <a:gd name="connsiteX45" fmla="*/ 521075 w 762000"/>
                <a:gd name="connsiteY45" fmla="*/ 112986 h 762000"/>
                <a:gd name="connsiteX46" fmla="*/ 542554 w 762000"/>
                <a:gd name="connsiteY46" fmla="*/ 136331 h 762000"/>
                <a:gd name="connsiteX47" fmla="*/ 564966 w 762000"/>
                <a:gd name="connsiteY47" fmla="*/ 132598 h 762000"/>
                <a:gd name="connsiteX48" fmla="*/ 598580 w 762000"/>
                <a:gd name="connsiteY48" fmla="*/ 169012 h 762000"/>
                <a:gd name="connsiteX49" fmla="*/ 595789 w 762000"/>
                <a:gd name="connsiteY49" fmla="*/ 209169 h 762000"/>
                <a:gd name="connsiteX50" fmla="*/ 594846 w 762000"/>
                <a:gd name="connsiteY50" fmla="*/ 190500 h 762000"/>
                <a:gd name="connsiteX51" fmla="*/ 557498 w 762000"/>
                <a:gd name="connsiteY51" fmla="*/ 190500 h 762000"/>
                <a:gd name="connsiteX52" fmla="*/ 580844 w 762000"/>
                <a:gd name="connsiteY52" fmla="*/ 238125 h 762000"/>
                <a:gd name="connsiteX53" fmla="*/ 547230 w 762000"/>
                <a:gd name="connsiteY53" fmla="*/ 238125 h 762000"/>
                <a:gd name="connsiteX54" fmla="*/ 507073 w 762000"/>
                <a:gd name="connsiteY54" fmla="*/ 276416 h 762000"/>
                <a:gd name="connsiteX55" fmla="*/ 480927 w 762000"/>
                <a:gd name="connsiteY55" fmla="*/ 298828 h 762000"/>
                <a:gd name="connsiteX56" fmla="*/ 487461 w 762000"/>
                <a:gd name="connsiteY56" fmla="*/ 333375 h 762000"/>
                <a:gd name="connsiteX57" fmla="*/ 423024 w 762000"/>
                <a:gd name="connsiteY57" fmla="*/ 303495 h 762000"/>
                <a:gd name="connsiteX58" fmla="*/ 404346 w 762000"/>
                <a:gd name="connsiteY58" fmla="*/ 373532 h 762000"/>
                <a:gd name="connsiteX59" fmla="*/ 418357 w 762000"/>
                <a:gd name="connsiteY59" fmla="*/ 365122 h 762000"/>
                <a:gd name="connsiteX60" fmla="*/ 428635 w 762000"/>
                <a:gd name="connsiteY60" fmla="*/ 363264 h 762000"/>
                <a:gd name="connsiteX61" fmla="*/ 428635 w 762000"/>
                <a:gd name="connsiteY61" fmla="*/ 390344 h 762000"/>
                <a:gd name="connsiteX62" fmla="*/ 476260 w 762000"/>
                <a:gd name="connsiteY62" fmla="*/ 399688 h 762000"/>
                <a:gd name="connsiteX63" fmla="*/ 476260 w 762000"/>
                <a:gd name="connsiteY63" fmla="*/ 428625 h 762000"/>
                <a:gd name="connsiteX64" fmla="*/ 501482 w 762000"/>
                <a:gd name="connsiteY64" fmla="*/ 437036 h 762000"/>
                <a:gd name="connsiteX65" fmla="*/ 466925 w 762000"/>
                <a:gd name="connsiteY65" fmla="*/ 431435 h 762000"/>
                <a:gd name="connsiteX66" fmla="*/ 344595 w 762000"/>
                <a:gd name="connsiteY66" fmla="*/ 354863 h 762000"/>
                <a:gd name="connsiteX67" fmla="*/ 282026 w 762000"/>
                <a:gd name="connsiteY67" fmla="*/ 298828 h 762000"/>
                <a:gd name="connsiteX68" fmla="*/ 198901 w 762000"/>
                <a:gd name="connsiteY68" fmla="*/ 142875 h 762000"/>
                <a:gd name="connsiteX69" fmla="*/ 135407 w 762000"/>
                <a:gd name="connsiteY69" fmla="*/ 142875 h 762000"/>
                <a:gd name="connsiteX70" fmla="*/ 133541 w 762000"/>
                <a:gd name="connsiteY70" fmla="*/ 148476 h 762000"/>
                <a:gd name="connsiteX71" fmla="*/ 127930 w 762000"/>
                <a:gd name="connsiteY71" fmla="*/ 159677 h 762000"/>
                <a:gd name="connsiteX72" fmla="*/ 0 w 762000"/>
                <a:gd name="connsiteY72" fmla="*/ 381000 h 762000"/>
                <a:gd name="connsiteX73" fmla="*/ 381000 w 762000"/>
                <a:gd name="connsiteY73" fmla="*/ 762000 h 762000"/>
                <a:gd name="connsiteX74" fmla="*/ 762000 w 762000"/>
                <a:gd name="connsiteY74" fmla="*/ 381000 h 762000"/>
                <a:gd name="connsiteX75" fmla="*/ 381000 w 762000"/>
                <a:gd name="connsiteY75" fmla="*/ 0 h 762000"/>
                <a:gd name="connsiteX76" fmla="*/ 0 w 762000"/>
                <a:gd name="connsiteY76" fmla="*/ 38100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762000" h="762000">
                  <a:moveTo>
                    <a:pt x="563928" y="651958"/>
                  </a:moveTo>
                  <a:cubicBezTo>
                    <a:pt x="564023" y="655415"/>
                    <a:pt x="563890" y="667884"/>
                    <a:pt x="559775" y="669941"/>
                  </a:cubicBezTo>
                  <a:cubicBezTo>
                    <a:pt x="552460" y="673589"/>
                    <a:pt x="543620" y="667617"/>
                    <a:pt x="536467" y="671989"/>
                  </a:cubicBezTo>
                  <a:cubicBezTo>
                    <a:pt x="531981" y="674741"/>
                    <a:pt x="529933" y="679552"/>
                    <a:pt x="526580" y="683390"/>
                  </a:cubicBezTo>
                  <a:cubicBezTo>
                    <a:pt x="516684" y="694687"/>
                    <a:pt x="505768" y="705031"/>
                    <a:pt x="495900" y="716356"/>
                  </a:cubicBezTo>
                  <a:cubicBezTo>
                    <a:pt x="494128" y="718404"/>
                    <a:pt x="493147" y="721614"/>
                    <a:pt x="493509" y="724319"/>
                  </a:cubicBezTo>
                  <a:cubicBezTo>
                    <a:pt x="493528" y="724491"/>
                    <a:pt x="494690" y="726691"/>
                    <a:pt x="493805" y="726900"/>
                  </a:cubicBezTo>
                  <a:cubicBezTo>
                    <a:pt x="486070" y="728758"/>
                    <a:pt x="476355" y="716585"/>
                    <a:pt x="475231" y="709774"/>
                  </a:cubicBezTo>
                  <a:cubicBezTo>
                    <a:pt x="473726" y="700745"/>
                    <a:pt x="481851" y="694763"/>
                    <a:pt x="484632" y="686972"/>
                  </a:cubicBezTo>
                  <a:cubicBezTo>
                    <a:pt x="492909" y="663807"/>
                    <a:pt x="504006" y="620516"/>
                    <a:pt x="499977" y="596351"/>
                  </a:cubicBezTo>
                  <a:cubicBezTo>
                    <a:pt x="494148" y="561432"/>
                    <a:pt x="466277" y="581225"/>
                    <a:pt x="460781" y="539058"/>
                  </a:cubicBezTo>
                  <a:cubicBezTo>
                    <a:pt x="459705" y="530828"/>
                    <a:pt x="458305" y="520856"/>
                    <a:pt x="461934" y="512969"/>
                  </a:cubicBezTo>
                  <a:cubicBezTo>
                    <a:pt x="465544" y="505063"/>
                    <a:pt x="474602" y="501434"/>
                    <a:pt x="478107" y="493443"/>
                  </a:cubicBezTo>
                  <a:cubicBezTo>
                    <a:pt x="485775" y="475945"/>
                    <a:pt x="468325" y="452095"/>
                    <a:pt x="497396" y="448894"/>
                  </a:cubicBezTo>
                  <a:lnTo>
                    <a:pt x="500186" y="448856"/>
                  </a:lnTo>
                  <a:lnTo>
                    <a:pt x="502301" y="448799"/>
                  </a:lnTo>
                  <a:lnTo>
                    <a:pt x="503739" y="448751"/>
                  </a:lnTo>
                  <a:lnTo>
                    <a:pt x="505911" y="448666"/>
                  </a:lnTo>
                  <a:lnTo>
                    <a:pt x="509740" y="447456"/>
                  </a:lnTo>
                  <a:cubicBezTo>
                    <a:pt x="513350" y="446456"/>
                    <a:pt x="515407" y="445980"/>
                    <a:pt x="519170" y="445818"/>
                  </a:cubicBezTo>
                  <a:cubicBezTo>
                    <a:pt x="523542" y="445627"/>
                    <a:pt x="527799" y="447237"/>
                    <a:pt x="532067" y="447789"/>
                  </a:cubicBezTo>
                  <a:cubicBezTo>
                    <a:pt x="542001" y="449066"/>
                    <a:pt x="551840" y="447732"/>
                    <a:pt x="560708" y="453190"/>
                  </a:cubicBezTo>
                  <a:cubicBezTo>
                    <a:pt x="577415" y="463467"/>
                    <a:pt x="595017" y="473593"/>
                    <a:pt x="609381" y="487128"/>
                  </a:cubicBezTo>
                  <a:lnTo>
                    <a:pt x="600837" y="500910"/>
                  </a:lnTo>
                  <a:cubicBezTo>
                    <a:pt x="602085" y="499139"/>
                    <a:pt x="604076" y="498748"/>
                    <a:pt x="606162" y="498977"/>
                  </a:cubicBezTo>
                  <a:cubicBezTo>
                    <a:pt x="624802" y="501120"/>
                    <a:pt x="656482" y="503349"/>
                    <a:pt x="668617" y="522027"/>
                  </a:cubicBezTo>
                  <a:cubicBezTo>
                    <a:pt x="673284" y="540696"/>
                    <a:pt x="637299" y="561156"/>
                    <a:pt x="636451" y="583540"/>
                  </a:cubicBezTo>
                  <a:cubicBezTo>
                    <a:pt x="636356" y="586369"/>
                    <a:pt x="639709" y="590436"/>
                    <a:pt x="636851" y="592807"/>
                  </a:cubicBezTo>
                  <a:cubicBezTo>
                    <a:pt x="629555" y="598818"/>
                    <a:pt x="619192" y="598532"/>
                    <a:pt x="611876" y="604495"/>
                  </a:cubicBezTo>
                  <a:cubicBezTo>
                    <a:pt x="594017" y="618992"/>
                    <a:pt x="590207" y="648653"/>
                    <a:pt x="563928" y="651958"/>
                  </a:cubicBezTo>
                  <a:close/>
                  <a:moveTo>
                    <a:pt x="127930" y="159677"/>
                  </a:moveTo>
                  <a:cubicBezTo>
                    <a:pt x="95183" y="177098"/>
                    <a:pt x="107232" y="147076"/>
                    <a:pt x="120463" y="134464"/>
                  </a:cubicBezTo>
                  <a:lnTo>
                    <a:pt x="118596" y="124187"/>
                  </a:lnTo>
                  <a:cubicBezTo>
                    <a:pt x="158391" y="89440"/>
                    <a:pt x="252070" y="60474"/>
                    <a:pt x="301619" y="65361"/>
                  </a:cubicBezTo>
                  <a:cubicBezTo>
                    <a:pt x="296647" y="46158"/>
                    <a:pt x="288407" y="52797"/>
                    <a:pt x="273615" y="44815"/>
                  </a:cubicBezTo>
                  <a:cubicBezTo>
                    <a:pt x="295142" y="45425"/>
                    <a:pt x="317573" y="46082"/>
                    <a:pt x="338976" y="42948"/>
                  </a:cubicBezTo>
                  <a:cubicBezTo>
                    <a:pt x="343814" y="42882"/>
                    <a:pt x="364579" y="78162"/>
                    <a:pt x="384734" y="73771"/>
                  </a:cubicBezTo>
                  <a:lnTo>
                    <a:pt x="408080" y="57893"/>
                  </a:lnTo>
                  <a:cubicBezTo>
                    <a:pt x="423129" y="57893"/>
                    <a:pt x="437236" y="62179"/>
                    <a:pt x="451971" y="65361"/>
                  </a:cubicBezTo>
                  <a:cubicBezTo>
                    <a:pt x="451714" y="88097"/>
                    <a:pt x="426539" y="90164"/>
                    <a:pt x="413680" y="110176"/>
                  </a:cubicBezTo>
                  <a:lnTo>
                    <a:pt x="413680" y="115776"/>
                  </a:lnTo>
                  <a:lnTo>
                    <a:pt x="454781" y="143799"/>
                  </a:lnTo>
                  <a:cubicBezTo>
                    <a:pt x="477898" y="133836"/>
                    <a:pt x="470868" y="165945"/>
                    <a:pt x="474383" y="169945"/>
                  </a:cubicBezTo>
                  <a:cubicBezTo>
                    <a:pt x="488918" y="186423"/>
                    <a:pt x="503111" y="143427"/>
                    <a:pt x="506130" y="133531"/>
                  </a:cubicBezTo>
                  <a:lnTo>
                    <a:pt x="489328" y="105518"/>
                  </a:lnTo>
                  <a:lnTo>
                    <a:pt x="521075" y="112986"/>
                  </a:lnTo>
                  <a:lnTo>
                    <a:pt x="542554" y="136331"/>
                  </a:lnTo>
                  <a:cubicBezTo>
                    <a:pt x="549716" y="136779"/>
                    <a:pt x="558622" y="136227"/>
                    <a:pt x="564966" y="132598"/>
                  </a:cubicBezTo>
                  <a:cubicBezTo>
                    <a:pt x="570910" y="147133"/>
                    <a:pt x="584806" y="161668"/>
                    <a:pt x="598580" y="169012"/>
                  </a:cubicBezTo>
                  <a:cubicBezTo>
                    <a:pt x="602913" y="198291"/>
                    <a:pt x="641471" y="217618"/>
                    <a:pt x="595789" y="209169"/>
                  </a:cubicBezTo>
                  <a:lnTo>
                    <a:pt x="594846" y="190500"/>
                  </a:lnTo>
                  <a:lnTo>
                    <a:pt x="557498" y="190500"/>
                  </a:lnTo>
                  <a:cubicBezTo>
                    <a:pt x="569138" y="192367"/>
                    <a:pt x="576005" y="228829"/>
                    <a:pt x="580844" y="238125"/>
                  </a:cubicBezTo>
                  <a:lnTo>
                    <a:pt x="547230" y="238125"/>
                  </a:lnTo>
                  <a:cubicBezTo>
                    <a:pt x="550374" y="258575"/>
                    <a:pt x="510092" y="258651"/>
                    <a:pt x="507073" y="276416"/>
                  </a:cubicBezTo>
                  <a:cubicBezTo>
                    <a:pt x="507168" y="298342"/>
                    <a:pt x="495033" y="284826"/>
                    <a:pt x="480927" y="298828"/>
                  </a:cubicBezTo>
                  <a:lnTo>
                    <a:pt x="487461" y="333375"/>
                  </a:lnTo>
                  <a:lnTo>
                    <a:pt x="423024" y="303495"/>
                  </a:lnTo>
                  <a:cubicBezTo>
                    <a:pt x="379914" y="314944"/>
                    <a:pt x="383762" y="340290"/>
                    <a:pt x="404346" y="373532"/>
                  </a:cubicBezTo>
                  <a:lnTo>
                    <a:pt x="418357" y="365122"/>
                  </a:lnTo>
                  <a:cubicBezTo>
                    <a:pt x="416995" y="363769"/>
                    <a:pt x="427644" y="355740"/>
                    <a:pt x="428635" y="363264"/>
                  </a:cubicBezTo>
                  <a:lnTo>
                    <a:pt x="428635" y="390344"/>
                  </a:lnTo>
                  <a:lnTo>
                    <a:pt x="476260" y="399688"/>
                  </a:lnTo>
                  <a:lnTo>
                    <a:pt x="476260" y="428625"/>
                  </a:lnTo>
                  <a:lnTo>
                    <a:pt x="501482" y="437036"/>
                  </a:lnTo>
                  <a:lnTo>
                    <a:pt x="466925" y="431435"/>
                  </a:lnTo>
                  <a:cubicBezTo>
                    <a:pt x="450161" y="387048"/>
                    <a:pt x="337204" y="393735"/>
                    <a:pt x="344595" y="354863"/>
                  </a:cubicBezTo>
                  <a:cubicBezTo>
                    <a:pt x="337033" y="346700"/>
                    <a:pt x="291008" y="294342"/>
                    <a:pt x="282026" y="298828"/>
                  </a:cubicBezTo>
                  <a:cubicBezTo>
                    <a:pt x="200054" y="253346"/>
                    <a:pt x="293637" y="178660"/>
                    <a:pt x="198901" y="142875"/>
                  </a:cubicBezTo>
                  <a:lnTo>
                    <a:pt x="135407" y="142875"/>
                  </a:lnTo>
                  <a:lnTo>
                    <a:pt x="133541" y="148476"/>
                  </a:lnTo>
                  <a:lnTo>
                    <a:pt x="127930" y="159677"/>
                  </a:lnTo>
                  <a:close/>
                  <a:moveTo>
                    <a:pt x="0" y="381000"/>
                  </a:moveTo>
                  <a:cubicBezTo>
                    <a:pt x="0" y="591417"/>
                    <a:pt x="170574" y="762000"/>
                    <a:pt x="381000" y="762000"/>
                  </a:cubicBezTo>
                  <a:cubicBezTo>
                    <a:pt x="591426" y="762000"/>
                    <a:pt x="762000" y="591417"/>
                    <a:pt x="762000" y="381000"/>
                  </a:cubicBezTo>
                  <a:cubicBezTo>
                    <a:pt x="762000" y="170583"/>
                    <a:pt x="591426" y="0"/>
                    <a:pt x="381000" y="0"/>
                  </a:cubicBezTo>
                  <a:cubicBezTo>
                    <a:pt x="170574" y="0"/>
                    <a:pt x="0" y="170574"/>
                    <a:pt x="0" y="381000"/>
                  </a:cubicBezTo>
                  <a:close/>
                </a:path>
              </a:pathLst>
            </a:custGeom>
            <a:solidFill>
              <a:srgbClr val="F59E0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D5EFB130-E03A-435A-40C8-7F87BC5C9120}"/>
              </a:ext>
            </a:extLst>
          </p:cNvPr>
          <p:cNvGrpSpPr/>
          <p:nvPr/>
        </p:nvGrpSpPr>
        <p:grpSpPr>
          <a:xfrm>
            <a:off x="11129731" y="4073084"/>
            <a:ext cx="371393" cy="338553"/>
            <a:chOff x="11148419" y="4144001"/>
            <a:chExt cx="371393" cy="338553"/>
          </a:xfrm>
        </p:grpSpPr>
        <p:sp>
          <p:nvSpPr>
            <p:cNvPr id="131" name="Fluxograma: Conector 130">
              <a:extLst>
                <a:ext uri="{FF2B5EF4-FFF2-40B4-BE49-F238E27FC236}">
                  <a16:creationId xmlns:a16="http://schemas.microsoft.com/office/drawing/2014/main" id="{8C97437B-4ACC-F2A0-F7B7-59A5E3A7C2EA}"/>
                </a:ext>
              </a:extLst>
            </p:cNvPr>
            <p:cNvSpPr/>
            <p:nvPr/>
          </p:nvSpPr>
          <p:spPr>
            <a:xfrm>
              <a:off x="11148419" y="4144001"/>
              <a:ext cx="371393" cy="338553"/>
            </a:xfrm>
            <a:prstGeom prst="flowChartConnector">
              <a:avLst/>
            </a:prstGeom>
            <a:solidFill>
              <a:srgbClr val="1D4ED8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4" name="Forma Livre: Forma 153">
              <a:extLst>
                <a:ext uri="{FF2B5EF4-FFF2-40B4-BE49-F238E27FC236}">
                  <a16:creationId xmlns:a16="http://schemas.microsoft.com/office/drawing/2014/main" id="{98D1E221-7E9B-985B-BEFC-4965BE00C57D}"/>
                </a:ext>
              </a:extLst>
            </p:cNvPr>
            <p:cNvSpPr/>
            <p:nvPr/>
          </p:nvSpPr>
          <p:spPr>
            <a:xfrm>
              <a:off x="11246609" y="4199144"/>
              <a:ext cx="175013" cy="228267"/>
            </a:xfrm>
            <a:custGeom>
              <a:avLst/>
              <a:gdLst>
                <a:gd name="connsiteX0" fmla="*/ 100385 w 715453"/>
                <a:gd name="connsiteY0" fmla="*/ 0 h 933156"/>
                <a:gd name="connsiteX1" fmla="*/ 615068 w 715453"/>
                <a:gd name="connsiteY1" fmla="*/ 0 h 933156"/>
                <a:gd name="connsiteX2" fmla="*/ 685985 w 715453"/>
                <a:gd name="connsiteY2" fmla="*/ 29468 h 933156"/>
                <a:gd name="connsiteX3" fmla="*/ 715453 w 715453"/>
                <a:gd name="connsiteY3" fmla="*/ 100385 h 933156"/>
                <a:gd name="connsiteX4" fmla="*/ 715453 w 715453"/>
                <a:gd name="connsiteY4" fmla="*/ 832772 h 933156"/>
                <a:gd name="connsiteX5" fmla="*/ 685985 w 715453"/>
                <a:gd name="connsiteY5" fmla="*/ 903688 h 933156"/>
                <a:gd name="connsiteX6" fmla="*/ 615068 w 715453"/>
                <a:gd name="connsiteY6" fmla="*/ 933157 h 933156"/>
                <a:gd name="connsiteX7" fmla="*/ 100385 w 715453"/>
                <a:gd name="connsiteY7" fmla="*/ 933157 h 933156"/>
                <a:gd name="connsiteX8" fmla="*/ 29468 w 715453"/>
                <a:gd name="connsiteY8" fmla="*/ 903688 h 933156"/>
                <a:gd name="connsiteX9" fmla="*/ 0 w 715453"/>
                <a:gd name="connsiteY9" fmla="*/ 832772 h 933156"/>
                <a:gd name="connsiteX10" fmla="*/ 0 w 715453"/>
                <a:gd name="connsiteY10" fmla="*/ 100385 h 933156"/>
                <a:gd name="connsiteX11" fmla="*/ 29468 w 715453"/>
                <a:gd name="connsiteY11" fmla="*/ 29468 h 933156"/>
                <a:gd name="connsiteX12" fmla="*/ 100385 w 715453"/>
                <a:gd name="connsiteY12" fmla="*/ 0 h 933156"/>
                <a:gd name="connsiteX13" fmla="*/ 549698 w 715453"/>
                <a:gd name="connsiteY13" fmla="*/ 571348 h 933156"/>
                <a:gd name="connsiteX14" fmla="*/ 578422 w 715453"/>
                <a:gd name="connsiteY14" fmla="*/ 571348 h 933156"/>
                <a:gd name="connsiteX15" fmla="*/ 604876 w 715453"/>
                <a:gd name="connsiteY15" fmla="*/ 597801 h 933156"/>
                <a:gd name="connsiteX16" fmla="*/ 604876 w 715453"/>
                <a:gd name="connsiteY16" fmla="*/ 788149 h 933156"/>
                <a:gd name="connsiteX17" fmla="*/ 578422 w 715453"/>
                <a:gd name="connsiteY17" fmla="*/ 814603 h 933156"/>
                <a:gd name="connsiteX18" fmla="*/ 549698 w 715453"/>
                <a:gd name="connsiteY18" fmla="*/ 814603 h 933156"/>
                <a:gd name="connsiteX19" fmla="*/ 523244 w 715453"/>
                <a:gd name="connsiteY19" fmla="*/ 788149 h 933156"/>
                <a:gd name="connsiteX20" fmla="*/ 523244 w 715453"/>
                <a:gd name="connsiteY20" fmla="*/ 597801 h 933156"/>
                <a:gd name="connsiteX21" fmla="*/ 549698 w 715453"/>
                <a:gd name="connsiteY21" fmla="*/ 571348 h 933156"/>
                <a:gd name="connsiteX22" fmla="*/ 549698 w 715453"/>
                <a:gd name="connsiteY22" fmla="*/ 409756 h 933156"/>
                <a:gd name="connsiteX23" fmla="*/ 578422 w 715453"/>
                <a:gd name="connsiteY23" fmla="*/ 409756 h 933156"/>
                <a:gd name="connsiteX24" fmla="*/ 604876 w 715453"/>
                <a:gd name="connsiteY24" fmla="*/ 436210 h 933156"/>
                <a:gd name="connsiteX25" fmla="*/ 604876 w 715453"/>
                <a:gd name="connsiteY25" fmla="*/ 464933 h 933156"/>
                <a:gd name="connsiteX26" fmla="*/ 578422 w 715453"/>
                <a:gd name="connsiteY26" fmla="*/ 491387 h 933156"/>
                <a:gd name="connsiteX27" fmla="*/ 549698 w 715453"/>
                <a:gd name="connsiteY27" fmla="*/ 491387 h 933156"/>
                <a:gd name="connsiteX28" fmla="*/ 523244 w 715453"/>
                <a:gd name="connsiteY28" fmla="*/ 464933 h 933156"/>
                <a:gd name="connsiteX29" fmla="*/ 523244 w 715453"/>
                <a:gd name="connsiteY29" fmla="*/ 436210 h 933156"/>
                <a:gd name="connsiteX30" fmla="*/ 549698 w 715453"/>
                <a:gd name="connsiteY30" fmla="*/ 409756 h 933156"/>
                <a:gd name="connsiteX31" fmla="*/ 412148 w 715453"/>
                <a:gd name="connsiteY31" fmla="*/ 733015 h 933156"/>
                <a:gd name="connsiteX32" fmla="*/ 440871 w 715453"/>
                <a:gd name="connsiteY32" fmla="*/ 733015 h 933156"/>
                <a:gd name="connsiteX33" fmla="*/ 467325 w 715453"/>
                <a:gd name="connsiteY33" fmla="*/ 759469 h 933156"/>
                <a:gd name="connsiteX34" fmla="*/ 467325 w 715453"/>
                <a:gd name="connsiteY34" fmla="*/ 788193 h 933156"/>
                <a:gd name="connsiteX35" fmla="*/ 440871 w 715453"/>
                <a:gd name="connsiteY35" fmla="*/ 814647 h 933156"/>
                <a:gd name="connsiteX36" fmla="*/ 412148 w 715453"/>
                <a:gd name="connsiteY36" fmla="*/ 814647 h 933156"/>
                <a:gd name="connsiteX37" fmla="*/ 385694 w 715453"/>
                <a:gd name="connsiteY37" fmla="*/ 788193 h 933156"/>
                <a:gd name="connsiteX38" fmla="*/ 385694 w 715453"/>
                <a:gd name="connsiteY38" fmla="*/ 759469 h 933156"/>
                <a:gd name="connsiteX39" fmla="*/ 412148 w 715453"/>
                <a:gd name="connsiteY39" fmla="*/ 733015 h 933156"/>
                <a:gd name="connsiteX40" fmla="*/ 412148 w 715453"/>
                <a:gd name="connsiteY40" fmla="*/ 571386 h 933156"/>
                <a:gd name="connsiteX41" fmla="*/ 440871 w 715453"/>
                <a:gd name="connsiteY41" fmla="*/ 571386 h 933156"/>
                <a:gd name="connsiteX42" fmla="*/ 467325 w 715453"/>
                <a:gd name="connsiteY42" fmla="*/ 597840 h 933156"/>
                <a:gd name="connsiteX43" fmla="*/ 467325 w 715453"/>
                <a:gd name="connsiteY43" fmla="*/ 626563 h 933156"/>
                <a:gd name="connsiteX44" fmla="*/ 440871 w 715453"/>
                <a:gd name="connsiteY44" fmla="*/ 653017 h 933156"/>
                <a:gd name="connsiteX45" fmla="*/ 412148 w 715453"/>
                <a:gd name="connsiteY45" fmla="*/ 653017 h 933156"/>
                <a:gd name="connsiteX46" fmla="*/ 385694 w 715453"/>
                <a:gd name="connsiteY46" fmla="*/ 626563 h 933156"/>
                <a:gd name="connsiteX47" fmla="*/ 385694 w 715453"/>
                <a:gd name="connsiteY47" fmla="*/ 597840 h 933156"/>
                <a:gd name="connsiteX48" fmla="*/ 412148 w 715453"/>
                <a:gd name="connsiteY48" fmla="*/ 571386 h 933156"/>
                <a:gd name="connsiteX49" fmla="*/ 412148 w 715453"/>
                <a:gd name="connsiteY49" fmla="*/ 409756 h 933156"/>
                <a:gd name="connsiteX50" fmla="*/ 440871 w 715453"/>
                <a:gd name="connsiteY50" fmla="*/ 409756 h 933156"/>
                <a:gd name="connsiteX51" fmla="*/ 467325 w 715453"/>
                <a:gd name="connsiteY51" fmla="*/ 436210 h 933156"/>
                <a:gd name="connsiteX52" fmla="*/ 467325 w 715453"/>
                <a:gd name="connsiteY52" fmla="*/ 464933 h 933156"/>
                <a:gd name="connsiteX53" fmla="*/ 440871 w 715453"/>
                <a:gd name="connsiteY53" fmla="*/ 491387 h 933156"/>
                <a:gd name="connsiteX54" fmla="*/ 412148 w 715453"/>
                <a:gd name="connsiteY54" fmla="*/ 491387 h 933156"/>
                <a:gd name="connsiteX55" fmla="*/ 385694 w 715453"/>
                <a:gd name="connsiteY55" fmla="*/ 464933 h 933156"/>
                <a:gd name="connsiteX56" fmla="*/ 385694 w 715453"/>
                <a:gd name="connsiteY56" fmla="*/ 436210 h 933156"/>
                <a:gd name="connsiteX57" fmla="*/ 412148 w 715453"/>
                <a:gd name="connsiteY57" fmla="*/ 409756 h 933156"/>
                <a:gd name="connsiteX58" fmla="*/ 274597 w 715453"/>
                <a:gd name="connsiteY58" fmla="*/ 733015 h 933156"/>
                <a:gd name="connsiteX59" fmla="*/ 303321 w 715453"/>
                <a:gd name="connsiteY59" fmla="*/ 733015 h 933156"/>
                <a:gd name="connsiteX60" fmla="*/ 329775 w 715453"/>
                <a:gd name="connsiteY60" fmla="*/ 759469 h 933156"/>
                <a:gd name="connsiteX61" fmla="*/ 329775 w 715453"/>
                <a:gd name="connsiteY61" fmla="*/ 788193 h 933156"/>
                <a:gd name="connsiteX62" fmla="*/ 303321 w 715453"/>
                <a:gd name="connsiteY62" fmla="*/ 814647 h 933156"/>
                <a:gd name="connsiteX63" fmla="*/ 274597 w 715453"/>
                <a:gd name="connsiteY63" fmla="*/ 814647 h 933156"/>
                <a:gd name="connsiteX64" fmla="*/ 248143 w 715453"/>
                <a:gd name="connsiteY64" fmla="*/ 788193 h 933156"/>
                <a:gd name="connsiteX65" fmla="*/ 248143 w 715453"/>
                <a:gd name="connsiteY65" fmla="*/ 759469 h 933156"/>
                <a:gd name="connsiteX66" fmla="*/ 274597 w 715453"/>
                <a:gd name="connsiteY66" fmla="*/ 733015 h 933156"/>
                <a:gd name="connsiteX67" fmla="*/ 274597 w 715453"/>
                <a:gd name="connsiteY67" fmla="*/ 571386 h 933156"/>
                <a:gd name="connsiteX68" fmla="*/ 303321 w 715453"/>
                <a:gd name="connsiteY68" fmla="*/ 571386 h 933156"/>
                <a:gd name="connsiteX69" fmla="*/ 329775 w 715453"/>
                <a:gd name="connsiteY69" fmla="*/ 597840 h 933156"/>
                <a:gd name="connsiteX70" fmla="*/ 329775 w 715453"/>
                <a:gd name="connsiteY70" fmla="*/ 626563 h 933156"/>
                <a:gd name="connsiteX71" fmla="*/ 303321 w 715453"/>
                <a:gd name="connsiteY71" fmla="*/ 653017 h 933156"/>
                <a:gd name="connsiteX72" fmla="*/ 274597 w 715453"/>
                <a:gd name="connsiteY72" fmla="*/ 653017 h 933156"/>
                <a:gd name="connsiteX73" fmla="*/ 248143 w 715453"/>
                <a:gd name="connsiteY73" fmla="*/ 626563 h 933156"/>
                <a:gd name="connsiteX74" fmla="*/ 248143 w 715453"/>
                <a:gd name="connsiteY74" fmla="*/ 597840 h 933156"/>
                <a:gd name="connsiteX75" fmla="*/ 274597 w 715453"/>
                <a:gd name="connsiteY75" fmla="*/ 571386 h 933156"/>
                <a:gd name="connsiteX76" fmla="*/ 274597 w 715453"/>
                <a:gd name="connsiteY76" fmla="*/ 409756 h 933156"/>
                <a:gd name="connsiteX77" fmla="*/ 303321 w 715453"/>
                <a:gd name="connsiteY77" fmla="*/ 409756 h 933156"/>
                <a:gd name="connsiteX78" fmla="*/ 329775 w 715453"/>
                <a:gd name="connsiteY78" fmla="*/ 436210 h 933156"/>
                <a:gd name="connsiteX79" fmla="*/ 329775 w 715453"/>
                <a:gd name="connsiteY79" fmla="*/ 464933 h 933156"/>
                <a:gd name="connsiteX80" fmla="*/ 303321 w 715453"/>
                <a:gd name="connsiteY80" fmla="*/ 491387 h 933156"/>
                <a:gd name="connsiteX81" fmla="*/ 274597 w 715453"/>
                <a:gd name="connsiteY81" fmla="*/ 491387 h 933156"/>
                <a:gd name="connsiteX82" fmla="*/ 248143 w 715453"/>
                <a:gd name="connsiteY82" fmla="*/ 464933 h 933156"/>
                <a:gd name="connsiteX83" fmla="*/ 248143 w 715453"/>
                <a:gd name="connsiteY83" fmla="*/ 436210 h 933156"/>
                <a:gd name="connsiteX84" fmla="*/ 274597 w 715453"/>
                <a:gd name="connsiteY84" fmla="*/ 409756 h 933156"/>
                <a:gd name="connsiteX85" fmla="*/ 137047 w 715453"/>
                <a:gd name="connsiteY85" fmla="*/ 733015 h 933156"/>
                <a:gd name="connsiteX86" fmla="*/ 165770 w 715453"/>
                <a:gd name="connsiteY86" fmla="*/ 733015 h 933156"/>
                <a:gd name="connsiteX87" fmla="*/ 192224 w 715453"/>
                <a:gd name="connsiteY87" fmla="*/ 759469 h 933156"/>
                <a:gd name="connsiteX88" fmla="*/ 192224 w 715453"/>
                <a:gd name="connsiteY88" fmla="*/ 788193 h 933156"/>
                <a:gd name="connsiteX89" fmla="*/ 165770 w 715453"/>
                <a:gd name="connsiteY89" fmla="*/ 814647 h 933156"/>
                <a:gd name="connsiteX90" fmla="*/ 137047 w 715453"/>
                <a:gd name="connsiteY90" fmla="*/ 814647 h 933156"/>
                <a:gd name="connsiteX91" fmla="*/ 110593 w 715453"/>
                <a:gd name="connsiteY91" fmla="*/ 788193 h 933156"/>
                <a:gd name="connsiteX92" fmla="*/ 110593 w 715453"/>
                <a:gd name="connsiteY92" fmla="*/ 759469 h 933156"/>
                <a:gd name="connsiteX93" fmla="*/ 137047 w 715453"/>
                <a:gd name="connsiteY93" fmla="*/ 733015 h 933156"/>
                <a:gd name="connsiteX94" fmla="*/ 137047 w 715453"/>
                <a:gd name="connsiteY94" fmla="*/ 571386 h 933156"/>
                <a:gd name="connsiteX95" fmla="*/ 165770 w 715453"/>
                <a:gd name="connsiteY95" fmla="*/ 571386 h 933156"/>
                <a:gd name="connsiteX96" fmla="*/ 192224 w 715453"/>
                <a:gd name="connsiteY96" fmla="*/ 597840 h 933156"/>
                <a:gd name="connsiteX97" fmla="*/ 192224 w 715453"/>
                <a:gd name="connsiteY97" fmla="*/ 626563 h 933156"/>
                <a:gd name="connsiteX98" fmla="*/ 165770 w 715453"/>
                <a:gd name="connsiteY98" fmla="*/ 653017 h 933156"/>
                <a:gd name="connsiteX99" fmla="*/ 137047 w 715453"/>
                <a:gd name="connsiteY99" fmla="*/ 653017 h 933156"/>
                <a:gd name="connsiteX100" fmla="*/ 110593 w 715453"/>
                <a:gd name="connsiteY100" fmla="*/ 626563 h 933156"/>
                <a:gd name="connsiteX101" fmla="*/ 110593 w 715453"/>
                <a:gd name="connsiteY101" fmla="*/ 597840 h 933156"/>
                <a:gd name="connsiteX102" fmla="*/ 137047 w 715453"/>
                <a:gd name="connsiteY102" fmla="*/ 571386 h 933156"/>
                <a:gd name="connsiteX103" fmla="*/ 137047 w 715453"/>
                <a:gd name="connsiteY103" fmla="*/ 409756 h 933156"/>
                <a:gd name="connsiteX104" fmla="*/ 165770 w 715453"/>
                <a:gd name="connsiteY104" fmla="*/ 409756 h 933156"/>
                <a:gd name="connsiteX105" fmla="*/ 192224 w 715453"/>
                <a:gd name="connsiteY105" fmla="*/ 436210 h 933156"/>
                <a:gd name="connsiteX106" fmla="*/ 192224 w 715453"/>
                <a:gd name="connsiteY106" fmla="*/ 464933 h 933156"/>
                <a:gd name="connsiteX107" fmla="*/ 165770 w 715453"/>
                <a:gd name="connsiteY107" fmla="*/ 491387 h 933156"/>
                <a:gd name="connsiteX108" fmla="*/ 137047 w 715453"/>
                <a:gd name="connsiteY108" fmla="*/ 491387 h 933156"/>
                <a:gd name="connsiteX109" fmla="*/ 110593 w 715453"/>
                <a:gd name="connsiteY109" fmla="*/ 464933 h 933156"/>
                <a:gd name="connsiteX110" fmla="*/ 110593 w 715453"/>
                <a:gd name="connsiteY110" fmla="*/ 436210 h 933156"/>
                <a:gd name="connsiteX111" fmla="*/ 137047 w 715453"/>
                <a:gd name="connsiteY111" fmla="*/ 409756 h 933156"/>
                <a:gd name="connsiteX112" fmla="*/ 137047 w 715453"/>
                <a:gd name="connsiteY112" fmla="*/ 325036 h 933156"/>
                <a:gd name="connsiteX113" fmla="*/ 578397 w 715453"/>
                <a:gd name="connsiteY113" fmla="*/ 325036 h 933156"/>
                <a:gd name="connsiteX114" fmla="*/ 604851 w 715453"/>
                <a:gd name="connsiteY114" fmla="*/ 298582 h 933156"/>
                <a:gd name="connsiteX115" fmla="*/ 604851 w 715453"/>
                <a:gd name="connsiteY115" fmla="*/ 144915 h 933156"/>
                <a:gd name="connsiteX116" fmla="*/ 578397 w 715453"/>
                <a:gd name="connsiteY116" fmla="*/ 118461 h 933156"/>
                <a:gd name="connsiteX117" fmla="*/ 137047 w 715453"/>
                <a:gd name="connsiteY117" fmla="*/ 118461 h 933156"/>
                <a:gd name="connsiteX118" fmla="*/ 110593 w 715453"/>
                <a:gd name="connsiteY118" fmla="*/ 144915 h 933156"/>
                <a:gd name="connsiteX119" fmla="*/ 110593 w 715453"/>
                <a:gd name="connsiteY119" fmla="*/ 298582 h 933156"/>
                <a:gd name="connsiteX120" fmla="*/ 137047 w 715453"/>
                <a:gd name="connsiteY120" fmla="*/ 325036 h 933156"/>
                <a:gd name="connsiteX121" fmla="*/ 369923 w 715453"/>
                <a:gd name="connsiteY121" fmla="*/ 249915 h 933156"/>
                <a:gd name="connsiteX122" fmla="*/ 371821 w 715453"/>
                <a:gd name="connsiteY122" fmla="*/ 218922 h 933156"/>
                <a:gd name="connsiteX123" fmla="*/ 401066 w 715453"/>
                <a:gd name="connsiteY123" fmla="*/ 219033 h 933156"/>
                <a:gd name="connsiteX124" fmla="*/ 419036 w 715453"/>
                <a:gd name="connsiteY124" fmla="*/ 175390 h 933156"/>
                <a:gd name="connsiteX125" fmla="*/ 439351 w 715453"/>
                <a:gd name="connsiteY125" fmla="*/ 161772 h 933156"/>
                <a:gd name="connsiteX126" fmla="*/ 531736 w 715453"/>
                <a:gd name="connsiteY126" fmla="*/ 161697 h 933156"/>
                <a:gd name="connsiteX127" fmla="*/ 553800 w 715453"/>
                <a:gd name="connsiteY127" fmla="*/ 183761 h 933156"/>
                <a:gd name="connsiteX128" fmla="*/ 531736 w 715453"/>
                <a:gd name="connsiteY128" fmla="*/ 205825 h 933156"/>
                <a:gd name="connsiteX129" fmla="*/ 454010 w 715453"/>
                <a:gd name="connsiteY129" fmla="*/ 205825 h 933156"/>
                <a:gd name="connsiteX130" fmla="*/ 428338 w 715453"/>
                <a:gd name="connsiteY130" fmla="*/ 268184 h 933156"/>
                <a:gd name="connsiteX131" fmla="*/ 422570 w 715453"/>
                <a:gd name="connsiteY131" fmla="*/ 276258 h 933156"/>
                <a:gd name="connsiteX132" fmla="*/ 391577 w 715453"/>
                <a:gd name="connsiteY132" fmla="*/ 274360 h 933156"/>
                <a:gd name="connsiteX133" fmla="*/ 369923 w 715453"/>
                <a:gd name="connsiteY133" fmla="*/ 249953 h 933156"/>
                <a:gd name="connsiteX134" fmla="*/ 615040 w 715453"/>
                <a:gd name="connsiteY134" fmla="*/ 44051 h 933156"/>
                <a:gd name="connsiteX135" fmla="*/ 100356 w 715453"/>
                <a:gd name="connsiteY135" fmla="*/ 44051 h 933156"/>
                <a:gd name="connsiteX136" fmla="*/ 60619 w 715453"/>
                <a:gd name="connsiteY136" fmla="*/ 60571 h 933156"/>
                <a:gd name="connsiteX137" fmla="*/ 44099 w 715453"/>
                <a:gd name="connsiteY137" fmla="*/ 100309 h 933156"/>
                <a:gd name="connsiteX138" fmla="*/ 44099 w 715453"/>
                <a:gd name="connsiteY138" fmla="*/ 832696 h 933156"/>
                <a:gd name="connsiteX139" fmla="*/ 60619 w 715453"/>
                <a:gd name="connsiteY139" fmla="*/ 872433 h 933156"/>
                <a:gd name="connsiteX140" fmla="*/ 100356 w 715453"/>
                <a:gd name="connsiteY140" fmla="*/ 888953 h 933156"/>
                <a:gd name="connsiteX141" fmla="*/ 615040 w 715453"/>
                <a:gd name="connsiteY141" fmla="*/ 888953 h 933156"/>
                <a:gd name="connsiteX142" fmla="*/ 654777 w 715453"/>
                <a:gd name="connsiteY142" fmla="*/ 872433 h 933156"/>
                <a:gd name="connsiteX143" fmla="*/ 671297 w 715453"/>
                <a:gd name="connsiteY143" fmla="*/ 832696 h 933156"/>
                <a:gd name="connsiteX144" fmla="*/ 671297 w 715453"/>
                <a:gd name="connsiteY144" fmla="*/ 100309 h 933156"/>
                <a:gd name="connsiteX145" fmla="*/ 654777 w 715453"/>
                <a:gd name="connsiteY145" fmla="*/ 60571 h 933156"/>
                <a:gd name="connsiteX146" fmla="*/ 615040 w 715453"/>
                <a:gd name="connsiteY146" fmla="*/ 44051 h 933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715453" h="933156">
                  <a:moveTo>
                    <a:pt x="100385" y="0"/>
                  </a:moveTo>
                  <a:lnTo>
                    <a:pt x="615068" y="0"/>
                  </a:lnTo>
                  <a:cubicBezTo>
                    <a:pt x="642676" y="0"/>
                    <a:pt x="667791" y="11311"/>
                    <a:pt x="685985" y="29468"/>
                  </a:cubicBezTo>
                  <a:cubicBezTo>
                    <a:pt x="704141" y="47625"/>
                    <a:pt x="715453" y="72741"/>
                    <a:pt x="715453" y="100385"/>
                  </a:cubicBezTo>
                  <a:lnTo>
                    <a:pt x="715453" y="832772"/>
                  </a:lnTo>
                  <a:cubicBezTo>
                    <a:pt x="715453" y="860379"/>
                    <a:pt x="704142" y="885495"/>
                    <a:pt x="685985" y="903688"/>
                  </a:cubicBezTo>
                  <a:cubicBezTo>
                    <a:pt x="667790" y="921883"/>
                    <a:pt x="642713" y="933157"/>
                    <a:pt x="615068" y="933157"/>
                  </a:cubicBezTo>
                  <a:lnTo>
                    <a:pt x="100385" y="933157"/>
                  </a:lnTo>
                  <a:cubicBezTo>
                    <a:pt x="72778" y="933157"/>
                    <a:pt x="47662" y="921846"/>
                    <a:pt x="29468" y="903688"/>
                  </a:cubicBezTo>
                  <a:cubicBezTo>
                    <a:pt x="11312" y="885532"/>
                    <a:pt x="0" y="860416"/>
                    <a:pt x="0" y="832772"/>
                  </a:cubicBezTo>
                  <a:lnTo>
                    <a:pt x="0" y="100385"/>
                  </a:lnTo>
                  <a:cubicBezTo>
                    <a:pt x="0" y="72778"/>
                    <a:pt x="11311" y="47662"/>
                    <a:pt x="29468" y="29468"/>
                  </a:cubicBezTo>
                  <a:cubicBezTo>
                    <a:pt x="47663" y="11274"/>
                    <a:pt x="72778" y="0"/>
                    <a:pt x="100385" y="0"/>
                  </a:cubicBezTo>
                  <a:close/>
                  <a:moveTo>
                    <a:pt x="549698" y="571348"/>
                  </a:moveTo>
                  <a:lnTo>
                    <a:pt x="578422" y="571348"/>
                  </a:lnTo>
                  <a:cubicBezTo>
                    <a:pt x="592969" y="571348"/>
                    <a:pt x="604876" y="583254"/>
                    <a:pt x="604876" y="597801"/>
                  </a:cubicBezTo>
                  <a:lnTo>
                    <a:pt x="604876" y="788149"/>
                  </a:lnTo>
                  <a:cubicBezTo>
                    <a:pt x="604876" y="802697"/>
                    <a:pt x="592969" y="814603"/>
                    <a:pt x="578422" y="814603"/>
                  </a:cubicBezTo>
                  <a:lnTo>
                    <a:pt x="549698" y="814603"/>
                  </a:lnTo>
                  <a:cubicBezTo>
                    <a:pt x="535151" y="814603"/>
                    <a:pt x="523244" y="802697"/>
                    <a:pt x="523244" y="788149"/>
                  </a:cubicBezTo>
                  <a:lnTo>
                    <a:pt x="523244" y="597801"/>
                  </a:lnTo>
                  <a:cubicBezTo>
                    <a:pt x="523244" y="583254"/>
                    <a:pt x="535151" y="571348"/>
                    <a:pt x="549698" y="571348"/>
                  </a:cubicBezTo>
                  <a:close/>
                  <a:moveTo>
                    <a:pt x="549698" y="409756"/>
                  </a:moveTo>
                  <a:lnTo>
                    <a:pt x="578422" y="409756"/>
                  </a:lnTo>
                  <a:cubicBezTo>
                    <a:pt x="592969" y="409756"/>
                    <a:pt x="604876" y="421662"/>
                    <a:pt x="604876" y="436210"/>
                  </a:cubicBezTo>
                  <a:lnTo>
                    <a:pt x="604876" y="464933"/>
                  </a:lnTo>
                  <a:cubicBezTo>
                    <a:pt x="604876" y="479481"/>
                    <a:pt x="592969" y="491387"/>
                    <a:pt x="578422" y="491387"/>
                  </a:cubicBezTo>
                  <a:lnTo>
                    <a:pt x="549698" y="491387"/>
                  </a:lnTo>
                  <a:cubicBezTo>
                    <a:pt x="535151" y="491387"/>
                    <a:pt x="523244" y="479481"/>
                    <a:pt x="523244" y="464933"/>
                  </a:cubicBezTo>
                  <a:lnTo>
                    <a:pt x="523244" y="436210"/>
                  </a:lnTo>
                  <a:cubicBezTo>
                    <a:pt x="523244" y="421662"/>
                    <a:pt x="535151" y="409756"/>
                    <a:pt x="549698" y="409756"/>
                  </a:cubicBezTo>
                  <a:close/>
                  <a:moveTo>
                    <a:pt x="412148" y="733015"/>
                  </a:moveTo>
                  <a:lnTo>
                    <a:pt x="440871" y="733015"/>
                  </a:lnTo>
                  <a:cubicBezTo>
                    <a:pt x="455419" y="733015"/>
                    <a:pt x="467325" y="744922"/>
                    <a:pt x="467325" y="759469"/>
                  </a:cubicBezTo>
                  <a:lnTo>
                    <a:pt x="467325" y="788193"/>
                  </a:lnTo>
                  <a:cubicBezTo>
                    <a:pt x="467325" y="802740"/>
                    <a:pt x="455419" y="814647"/>
                    <a:pt x="440871" y="814647"/>
                  </a:cubicBezTo>
                  <a:lnTo>
                    <a:pt x="412148" y="814647"/>
                  </a:lnTo>
                  <a:cubicBezTo>
                    <a:pt x="397600" y="814647"/>
                    <a:pt x="385694" y="802740"/>
                    <a:pt x="385694" y="788193"/>
                  </a:cubicBezTo>
                  <a:lnTo>
                    <a:pt x="385694" y="759469"/>
                  </a:lnTo>
                  <a:cubicBezTo>
                    <a:pt x="385694" y="744922"/>
                    <a:pt x="397600" y="733015"/>
                    <a:pt x="412148" y="733015"/>
                  </a:cubicBezTo>
                  <a:close/>
                  <a:moveTo>
                    <a:pt x="412148" y="571386"/>
                  </a:moveTo>
                  <a:lnTo>
                    <a:pt x="440871" y="571386"/>
                  </a:lnTo>
                  <a:cubicBezTo>
                    <a:pt x="455419" y="571386"/>
                    <a:pt x="467325" y="583292"/>
                    <a:pt x="467325" y="597840"/>
                  </a:cubicBezTo>
                  <a:lnTo>
                    <a:pt x="467325" y="626563"/>
                  </a:lnTo>
                  <a:cubicBezTo>
                    <a:pt x="467325" y="641111"/>
                    <a:pt x="455419" y="653017"/>
                    <a:pt x="440871" y="653017"/>
                  </a:cubicBezTo>
                  <a:lnTo>
                    <a:pt x="412148" y="653017"/>
                  </a:lnTo>
                  <a:cubicBezTo>
                    <a:pt x="397600" y="653017"/>
                    <a:pt x="385694" y="641111"/>
                    <a:pt x="385694" y="626563"/>
                  </a:cubicBezTo>
                  <a:lnTo>
                    <a:pt x="385694" y="597840"/>
                  </a:lnTo>
                  <a:cubicBezTo>
                    <a:pt x="385694" y="583292"/>
                    <a:pt x="397600" y="571386"/>
                    <a:pt x="412148" y="571386"/>
                  </a:cubicBezTo>
                  <a:close/>
                  <a:moveTo>
                    <a:pt x="412148" y="409756"/>
                  </a:moveTo>
                  <a:lnTo>
                    <a:pt x="440871" y="409756"/>
                  </a:lnTo>
                  <a:cubicBezTo>
                    <a:pt x="455419" y="409756"/>
                    <a:pt x="467325" y="421662"/>
                    <a:pt x="467325" y="436210"/>
                  </a:cubicBezTo>
                  <a:lnTo>
                    <a:pt x="467325" y="464933"/>
                  </a:lnTo>
                  <a:cubicBezTo>
                    <a:pt x="467325" y="479481"/>
                    <a:pt x="455419" y="491387"/>
                    <a:pt x="440871" y="491387"/>
                  </a:cubicBezTo>
                  <a:lnTo>
                    <a:pt x="412148" y="491387"/>
                  </a:lnTo>
                  <a:cubicBezTo>
                    <a:pt x="397600" y="491387"/>
                    <a:pt x="385694" y="479481"/>
                    <a:pt x="385694" y="464933"/>
                  </a:cubicBezTo>
                  <a:lnTo>
                    <a:pt x="385694" y="436210"/>
                  </a:lnTo>
                  <a:cubicBezTo>
                    <a:pt x="385694" y="421662"/>
                    <a:pt x="397600" y="409756"/>
                    <a:pt x="412148" y="409756"/>
                  </a:cubicBezTo>
                  <a:close/>
                  <a:moveTo>
                    <a:pt x="274597" y="733015"/>
                  </a:moveTo>
                  <a:lnTo>
                    <a:pt x="303321" y="733015"/>
                  </a:lnTo>
                  <a:cubicBezTo>
                    <a:pt x="317868" y="733015"/>
                    <a:pt x="329775" y="744922"/>
                    <a:pt x="329775" y="759469"/>
                  </a:cubicBezTo>
                  <a:lnTo>
                    <a:pt x="329775" y="788193"/>
                  </a:lnTo>
                  <a:cubicBezTo>
                    <a:pt x="329775" y="802740"/>
                    <a:pt x="317868" y="814647"/>
                    <a:pt x="303321" y="814647"/>
                  </a:cubicBezTo>
                  <a:lnTo>
                    <a:pt x="274597" y="814647"/>
                  </a:lnTo>
                  <a:cubicBezTo>
                    <a:pt x="260050" y="814647"/>
                    <a:pt x="248143" y="802740"/>
                    <a:pt x="248143" y="788193"/>
                  </a:cubicBezTo>
                  <a:lnTo>
                    <a:pt x="248143" y="759469"/>
                  </a:lnTo>
                  <a:cubicBezTo>
                    <a:pt x="248143" y="744922"/>
                    <a:pt x="260050" y="733015"/>
                    <a:pt x="274597" y="733015"/>
                  </a:cubicBezTo>
                  <a:close/>
                  <a:moveTo>
                    <a:pt x="274597" y="571386"/>
                  </a:moveTo>
                  <a:lnTo>
                    <a:pt x="303321" y="571386"/>
                  </a:lnTo>
                  <a:cubicBezTo>
                    <a:pt x="317868" y="571386"/>
                    <a:pt x="329775" y="583292"/>
                    <a:pt x="329775" y="597840"/>
                  </a:cubicBezTo>
                  <a:lnTo>
                    <a:pt x="329775" y="626563"/>
                  </a:lnTo>
                  <a:cubicBezTo>
                    <a:pt x="329775" y="641111"/>
                    <a:pt x="317868" y="653017"/>
                    <a:pt x="303321" y="653017"/>
                  </a:cubicBezTo>
                  <a:lnTo>
                    <a:pt x="274597" y="653017"/>
                  </a:lnTo>
                  <a:cubicBezTo>
                    <a:pt x="260050" y="653017"/>
                    <a:pt x="248143" y="641111"/>
                    <a:pt x="248143" y="626563"/>
                  </a:cubicBezTo>
                  <a:lnTo>
                    <a:pt x="248143" y="597840"/>
                  </a:lnTo>
                  <a:cubicBezTo>
                    <a:pt x="248143" y="583292"/>
                    <a:pt x="260050" y="571386"/>
                    <a:pt x="274597" y="571386"/>
                  </a:cubicBezTo>
                  <a:close/>
                  <a:moveTo>
                    <a:pt x="274597" y="409756"/>
                  </a:moveTo>
                  <a:lnTo>
                    <a:pt x="303321" y="409756"/>
                  </a:lnTo>
                  <a:cubicBezTo>
                    <a:pt x="317868" y="409756"/>
                    <a:pt x="329775" y="421662"/>
                    <a:pt x="329775" y="436210"/>
                  </a:cubicBezTo>
                  <a:lnTo>
                    <a:pt x="329775" y="464933"/>
                  </a:lnTo>
                  <a:cubicBezTo>
                    <a:pt x="329775" y="479481"/>
                    <a:pt x="317868" y="491387"/>
                    <a:pt x="303321" y="491387"/>
                  </a:cubicBezTo>
                  <a:lnTo>
                    <a:pt x="274597" y="491387"/>
                  </a:lnTo>
                  <a:cubicBezTo>
                    <a:pt x="260050" y="491387"/>
                    <a:pt x="248143" y="479481"/>
                    <a:pt x="248143" y="464933"/>
                  </a:cubicBezTo>
                  <a:lnTo>
                    <a:pt x="248143" y="436210"/>
                  </a:lnTo>
                  <a:cubicBezTo>
                    <a:pt x="248143" y="421662"/>
                    <a:pt x="260050" y="409756"/>
                    <a:pt x="274597" y="409756"/>
                  </a:cubicBezTo>
                  <a:close/>
                  <a:moveTo>
                    <a:pt x="137047" y="733015"/>
                  </a:moveTo>
                  <a:lnTo>
                    <a:pt x="165770" y="733015"/>
                  </a:lnTo>
                  <a:cubicBezTo>
                    <a:pt x="180318" y="733015"/>
                    <a:pt x="192224" y="744922"/>
                    <a:pt x="192224" y="759469"/>
                  </a:cubicBezTo>
                  <a:lnTo>
                    <a:pt x="192224" y="788193"/>
                  </a:lnTo>
                  <a:cubicBezTo>
                    <a:pt x="192224" y="802740"/>
                    <a:pt x="180318" y="814647"/>
                    <a:pt x="165770" y="814647"/>
                  </a:cubicBezTo>
                  <a:lnTo>
                    <a:pt x="137047" y="814647"/>
                  </a:lnTo>
                  <a:cubicBezTo>
                    <a:pt x="122499" y="814647"/>
                    <a:pt x="110593" y="802740"/>
                    <a:pt x="110593" y="788193"/>
                  </a:cubicBezTo>
                  <a:lnTo>
                    <a:pt x="110593" y="759469"/>
                  </a:lnTo>
                  <a:cubicBezTo>
                    <a:pt x="110593" y="744922"/>
                    <a:pt x="122499" y="733015"/>
                    <a:pt x="137047" y="733015"/>
                  </a:cubicBezTo>
                  <a:close/>
                  <a:moveTo>
                    <a:pt x="137047" y="571386"/>
                  </a:moveTo>
                  <a:lnTo>
                    <a:pt x="165770" y="571386"/>
                  </a:lnTo>
                  <a:cubicBezTo>
                    <a:pt x="180318" y="571386"/>
                    <a:pt x="192224" y="583292"/>
                    <a:pt x="192224" y="597840"/>
                  </a:cubicBezTo>
                  <a:lnTo>
                    <a:pt x="192224" y="626563"/>
                  </a:lnTo>
                  <a:cubicBezTo>
                    <a:pt x="192224" y="641111"/>
                    <a:pt x="180318" y="653017"/>
                    <a:pt x="165770" y="653017"/>
                  </a:cubicBezTo>
                  <a:lnTo>
                    <a:pt x="137047" y="653017"/>
                  </a:lnTo>
                  <a:cubicBezTo>
                    <a:pt x="122499" y="653017"/>
                    <a:pt x="110593" y="641111"/>
                    <a:pt x="110593" y="626563"/>
                  </a:cubicBezTo>
                  <a:lnTo>
                    <a:pt x="110593" y="597840"/>
                  </a:lnTo>
                  <a:cubicBezTo>
                    <a:pt x="110593" y="583292"/>
                    <a:pt x="122499" y="571386"/>
                    <a:pt x="137047" y="571386"/>
                  </a:cubicBezTo>
                  <a:close/>
                  <a:moveTo>
                    <a:pt x="137047" y="409756"/>
                  </a:moveTo>
                  <a:lnTo>
                    <a:pt x="165770" y="409756"/>
                  </a:lnTo>
                  <a:cubicBezTo>
                    <a:pt x="180318" y="409756"/>
                    <a:pt x="192224" y="421662"/>
                    <a:pt x="192224" y="436210"/>
                  </a:cubicBezTo>
                  <a:lnTo>
                    <a:pt x="192224" y="464933"/>
                  </a:lnTo>
                  <a:cubicBezTo>
                    <a:pt x="192224" y="479481"/>
                    <a:pt x="180318" y="491387"/>
                    <a:pt x="165770" y="491387"/>
                  </a:cubicBezTo>
                  <a:lnTo>
                    <a:pt x="137047" y="491387"/>
                  </a:lnTo>
                  <a:cubicBezTo>
                    <a:pt x="122499" y="491387"/>
                    <a:pt x="110593" y="479481"/>
                    <a:pt x="110593" y="464933"/>
                  </a:cubicBezTo>
                  <a:lnTo>
                    <a:pt x="110593" y="436210"/>
                  </a:lnTo>
                  <a:cubicBezTo>
                    <a:pt x="110593" y="421662"/>
                    <a:pt x="122499" y="409756"/>
                    <a:pt x="137047" y="409756"/>
                  </a:cubicBezTo>
                  <a:close/>
                  <a:moveTo>
                    <a:pt x="137047" y="325036"/>
                  </a:moveTo>
                  <a:lnTo>
                    <a:pt x="578397" y="325036"/>
                  </a:lnTo>
                  <a:cubicBezTo>
                    <a:pt x="592945" y="325036"/>
                    <a:pt x="604851" y="313130"/>
                    <a:pt x="604851" y="298582"/>
                  </a:cubicBezTo>
                  <a:lnTo>
                    <a:pt x="604851" y="144915"/>
                  </a:lnTo>
                  <a:cubicBezTo>
                    <a:pt x="604851" y="130368"/>
                    <a:pt x="592945" y="118461"/>
                    <a:pt x="578397" y="118461"/>
                  </a:cubicBezTo>
                  <a:lnTo>
                    <a:pt x="137047" y="118461"/>
                  </a:lnTo>
                  <a:cubicBezTo>
                    <a:pt x="122499" y="118461"/>
                    <a:pt x="110593" y="130368"/>
                    <a:pt x="110593" y="144915"/>
                  </a:cubicBezTo>
                  <a:lnTo>
                    <a:pt x="110593" y="298582"/>
                  </a:lnTo>
                  <a:cubicBezTo>
                    <a:pt x="110593" y="313130"/>
                    <a:pt x="122499" y="325036"/>
                    <a:pt x="137047" y="325036"/>
                  </a:cubicBezTo>
                  <a:close/>
                  <a:moveTo>
                    <a:pt x="369923" y="249915"/>
                  </a:moveTo>
                  <a:cubicBezTo>
                    <a:pt x="361887" y="240837"/>
                    <a:pt x="362742" y="226958"/>
                    <a:pt x="371821" y="218922"/>
                  </a:cubicBezTo>
                  <a:cubicBezTo>
                    <a:pt x="380267" y="211443"/>
                    <a:pt x="392843" y="211666"/>
                    <a:pt x="401066" y="219033"/>
                  </a:cubicBezTo>
                  <a:lnTo>
                    <a:pt x="419036" y="175390"/>
                  </a:lnTo>
                  <a:cubicBezTo>
                    <a:pt x="422497" y="166907"/>
                    <a:pt x="430720" y="161772"/>
                    <a:pt x="439351" y="161772"/>
                  </a:cubicBezTo>
                  <a:lnTo>
                    <a:pt x="531736" y="161697"/>
                  </a:lnTo>
                  <a:cubicBezTo>
                    <a:pt x="543903" y="161697"/>
                    <a:pt x="553800" y="171558"/>
                    <a:pt x="553800" y="183761"/>
                  </a:cubicBezTo>
                  <a:cubicBezTo>
                    <a:pt x="553800" y="195927"/>
                    <a:pt x="543940" y="205825"/>
                    <a:pt x="531736" y="205825"/>
                  </a:cubicBezTo>
                  <a:lnTo>
                    <a:pt x="454010" y="205825"/>
                  </a:lnTo>
                  <a:lnTo>
                    <a:pt x="428338" y="268184"/>
                  </a:lnTo>
                  <a:cubicBezTo>
                    <a:pt x="427110" y="271198"/>
                    <a:pt x="425175" y="273988"/>
                    <a:pt x="422570" y="276258"/>
                  </a:cubicBezTo>
                  <a:cubicBezTo>
                    <a:pt x="413492" y="284295"/>
                    <a:pt x="399613" y="283439"/>
                    <a:pt x="391577" y="274360"/>
                  </a:cubicBezTo>
                  <a:lnTo>
                    <a:pt x="369923" y="249953"/>
                  </a:lnTo>
                  <a:close/>
                  <a:moveTo>
                    <a:pt x="615040" y="44051"/>
                  </a:moveTo>
                  <a:lnTo>
                    <a:pt x="100356" y="44051"/>
                  </a:lnTo>
                  <a:cubicBezTo>
                    <a:pt x="84915" y="44051"/>
                    <a:pt x="70814" y="50414"/>
                    <a:pt x="60619" y="60571"/>
                  </a:cubicBezTo>
                  <a:cubicBezTo>
                    <a:pt x="50424" y="70766"/>
                    <a:pt x="44099" y="84868"/>
                    <a:pt x="44099" y="100309"/>
                  </a:cubicBezTo>
                  <a:lnTo>
                    <a:pt x="44099" y="832696"/>
                  </a:lnTo>
                  <a:cubicBezTo>
                    <a:pt x="44099" y="848174"/>
                    <a:pt x="50461" y="862238"/>
                    <a:pt x="60619" y="872433"/>
                  </a:cubicBezTo>
                  <a:cubicBezTo>
                    <a:pt x="70814" y="882627"/>
                    <a:pt x="84915" y="888953"/>
                    <a:pt x="100356" y="888953"/>
                  </a:cubicBezTo>
                  <a:lnTo>
                    <a:pt x="615040" y="888953"/>
                  </a:lnTo>
                  <a:cubicBezTo>
                    <a:pt x="630518" y="888953"/>
                    <a:pt x="644582" y="882628"/>
                    <a:pt x="654777" y="872433"/>
                  </a:cubicBezTo>
                  <a:cubicBezTo>
                    <a:pt x="664972" y="862238"/>
                    <a:pt x="671297" y="848174"/>
                    <a:pt x="671297" y="832696"/>
                  </a:cubicBezTo>
                  <a:lnTo>
                    <a:pt x="671297" y="100309"/>
                  </a:lnTo>
                  <a:cubicBezTo>
                    <a:pt x="671297" y="84868"/>
                    <a:pt x="664935" y="70766"/>
                    <a:pt x="654777" y="60571"/>
                  </a:cubicBezTo>
                  <a:cubicBezTo>
                    <a:pt x="644582" y="50377"/>
                    <a:pt x="630481" y="44051"/>
                    <a:pt x="615040" y="44051"/>
                  </a:cubicBezTo>
                  <a:close/>
                </a:path>
              </a:pathLst>
            </a:custGeom>
            <a:solidFill>
              <a:srgbClr val="1D4E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61" name="Forma Livre: Forma 160">
            <a:extLst>
              <a:ext uri="{FF2B5EF4-FFF2-40B4-BE49-F238E27FC236}">
                <a16:creationId xmlns:a16="http://schemas.microsoft.com/office/drawing/2014/main" id="{A334DB4D-E921-A678-9107-C140DA48A154}"/>
              </a:ext>
            </a:extLst>
          </p:cNvPr>
          <p:cNvSpPr/>
          <p:nvPr/>
        </p:nvSpPr>
        <p:spPr>
          <a:xfrm>
            <a:off x="5785691" y="5594810"/>
            <a:ext cx="272492" cy="246676"/>
          </a:xfrm>
          <a:custGeom>
            <a:avLst/>
            <a:gdLst>
              <a:gd name="connsiteX0" fmla="*/ 600075 w 600075"/>
              <a:gd name="connsiteY0" fmla="*/ 300336 h 543223"/>
              <a:gd name="connsiteX1" fmla="*/ 584746 w 600075"/>
              <a:gd name="connsiteY1" fmla="*/ 263278 h 543223"/>
              <a:gd name="connsiteX2" fmla="*/ 547688 w 600075"/>
              <a:gd name="connsiteY2" fmla="*/ 247948 h 543223"/>
              <a:gd name="connsiteX3" fmla="*/ 542925 w 600075"/>
              <a:gd name="connsiteY3" fmla="*/ 247948 h 543223"/>
              <a:gd name="connsiteX4" fmla="*/ 542925 w 600075"/>
              <a:gd name="connsiteY4" fmla="*/ 243186 h 543223"/>
              <a:gd name="connsiteX5" fmla="*/ 433388 w 600075"/>
              <a:gd name="connsiteY5" fmla="*/ 133648 h 543223"/>
              <a:gd name="connsiteX6" fmla="*/ 314325 w 600075"/>
              <a:gd name="connsiteY6" fmla="*/ 133648 h 543223"/>
              <a:gd name="connsiteX7" fmla="*/ 314325 w 600075"/>
              <a:gd name="connsiteY7" fmla="*/ 102803 h 543223"/>
              <a:gd name="connsiteX8" fmla="*/ 351941 w 600075"/>
              <a:gd name="connsiteY8" fmla="*/ 45169 h 543223"/>
              <a:gd name="connsiteX9" fmla="*/ 300038 w 600075"/>
              <a:gd name="connsiteY9" fmla="*/ 0 h 543223"/>
              <a:gd name="connsiteX10" fmla="*/ 248134 w 600075"/>
              <a:gd name="connsiteY10" fmla="*/ 45169 h 543223"/>
              <a:gd name="connsiteX11" fmla="*/ 285750 w 600075"/>
              <a:gd name="connsiteY11" fmla="*/ 102803 h 543223"/>
              <a:gd name="connsiteX12" fmla="*/ 285750 w 600075"/>
              <a:gd name="connsiteY12" fmla="*/ 133648 h 543223"/>
              <a:gd name="connsiteX13" fmla="*/ 166688 w 600075"/>
              <a:gd name="connsiteY13" fmla="*/ 133648 h 543223"/>
              <a:gd name="connsiteX14" fmla="*/ 57150 w 600075"/>
              <a:gd name="connsiteY14" fmla="*/ 243186 h 543223"/>
              <a:gd name="connsiteX15" fmla="*/ 57150 w 600075"/>
              <a:gd name="connsiteY15" fmla="*/ 247948 h 543223"/>
              <a:gd name="connsiteX16" fmla="*/ 52388 w 600075"/>
              <a:gd name="connsiteY16" fmla="*/ 247948 h 543223"/>
              <a:gd name="connsiteX17" fmla="*/ 15330 w 600075"/>
              <a:gd name="connsiteY17" fmla="*/ 263278 h 543223"/>
              <a:gd name="connsiteX18" fmla="*/ 0 w 600075"/>
              <a:gd name="connsiteY18" fmla="*/ 300336 h 543223"/>
              <a:gd name="connsiteX19" fmla="*/ 0 w 600075"/>
              <a:gd name="connsiteY19" fmla="*/ 376536 h 543223"/>
              <a:gd name="connsiteX20" fmla="*/ 15330 w 600075"/>
              <a:gd name="connsiteY20" fmla="*/ 413594 h 543223"/>
              <a:gd name="connsiteX21" fmla="*/ 52388 w 600075"/>
              <a:gd name="connsiteY21" fmla="*/ 428923 h 543223"/>
              <a:gd name="connsiteX22" fmla="*/ 57150 w 600075"/>
              <a:gd name="connsiteY22" fmla="*/ 428923 h 543223"/>
              <a:gd name="connsiteX23" fmla="*/ 57150 w 600075"/>
              <a:gd name="connsiteY23" fmla="*/ 433686 h 543223"/>
              <a:gd name="connsiteX24" fmla="*/ 166688 w 600075"/>
              <a:gd name="connsiteY24" fmla="*/ 543223 h 543223"/>
              <a:gd name="connsiteX25" fmla="*/ 433388 w 600075"/>
              <a:gd name="connsiteY25" fmla="*/ 543223 h 543223"/>
              <a:gd name="connsiteX26" fmla="*/ 542925 w 600075"/>
              <a:gd name="connsiteY26" fmla="*/ 433686 h 543223"/>
              <a:gd name="connsiteX27" fmla="*/ 542925 w 600075"/>
              <a:gd name="connsiteY27" fmla="*/ 428923 h 543223"/>
              <a:gd name="connsiteX28" fmla="*/ 547688 w 600075"/>
              <a:gd name="connsiteY28" fmla="*/ 428923 h 543223"/>
              <a:gd name="connsiteX29" fmla="*/ 584746 w 600075"/>
              <a:gd name="connsiteY29" fmla="*/ 413594 h 543223"/>
              <a:gd name="connsiteX30" fmla="*/ 600075 w 600075"/>
              <a:gd name="connsiteY30" fmla="*/ 376536 h 543223"/>
              <a:gd name="connsiteX31" fmla="*/ 171450 w 600075"/>
              <a:gd name="connsiteY31" fmla="*/ 290811 h 543223"/>
              <a:gd name="connsiteX32" fmla="*/ 192026 w 600075"/>
              <a:gd name="connsiteY32" fmla="*/ 260003 h 543223"/>
              <a:gd name="connsiteX33" fmla="*/ 228377 w 600075"/>
              <a:gd name="connsiteY33" fmla="*/ 267221 h 543223"/>
              <a:gd name="connsiteX34" fmla="*/ 235595 w 600075"/>
              <a:gd name="connsiteY34" fmla="*/ 303572 h 543223"/>
              <a:gd name="connsiteX35" fmla="*/ 204788 w 600075"/>
              <a:gd name="connsiteY35" fmla="*/ 324148 h 543223"/>
              <a:gd name="connsiteX36" fmla="*/ 171450 w 600075"/>
              <a:gd name="connsiteY36" fmla="*/ 290811 h 543223"/>
              <a:gd name="connsiteX37" fmla="*/ 395288 w 600075"/>
              <a:gd name="connsiteY37" fmla="*/ 447973 h 543223"/>
              <a:gd name="connsiteX38" fmla="*/ 204788 w 600075"/>
              <a:gd name="connsiteY38" fmla="*/ 447973 h 543223"/>
              <a:gd name="connsiteX39" fmla="*/ 190500 w 600075"/>
              <a:gd name="connsiteY39" fmla="*/ 433686 h 543223"/>
              <a:gd name="connsiteX40" fmla="*/ 204788 w 600075"/>
              <a:gd name="connsiteY40" fmla="*/ 419398 h 543223"/>
              <a:gd name="connsiteX41" fmla="*/ 395288 w 600075"/>
              <a:gd name="connsiteY41" fmla="*/ 419398 h 543223"/>
              <a:gd name="connsiteX42" fmla="*/ 409575 w 600075"/>
              <a:gd name="connsiteY42" fmla="*/ 433686 h 543223"/>
              <a:gd name="connsiteX43" fmla="*/ 395288 w 600075"/>
              <a:gd name="connsiteY43" fmla="*/ 447973 h 543223"/>
              <a:gd name="connsiteX44" fmla="*/ 395288 w 600075"/>
              <a:gd name="connsiteY44" fmla="*/ 324148 h 543223"/>
              <a:gd name="connsiteX45" fmla="*/ 364480 w 600075"/>
              <a:gd name="connsiteY45" fmla="*/ 303572 h 543223"/>
              <a:gd name="connsiteX46" fmla="*/ 371698 w 600075"/>
              <a:gd name="connsiteY46" fmla="*/ 267221 h 543223"/>
              <a:gd name="connsiteX47" fmla="*/ 408049 w 600075"/>
              <a:gd name="connsiteY47" fmla="*/ 260003 h 543223"/>
              <a:gd name="connsiteX48" fmla="*/ 428625 w 600075"/>
              <a:gd name="connsiteY48" fmla="*/ 290811 h 543223"/>
              <a:gd name="connsiteX49" fmla="*/ 395288 w 600075"/>
              <a:gd name="connsiteY49" fmla="*/ 324148 h 543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00075" h="543223">
                <a:moveTo>
                  <a:pt x="600075" y="300336"/>
                </a:moveTo>
                <a:cubicBezTo>
                  <a:pt x="600075" y="286458"/>
                  <a:pt x="594568" y="273100"/>
                  <a:pt x="584746" y="263278"/>
                </a:cubicBezTo>
                <a:cubicBezTo>
                  <a:pt x="574923" y="253456"/>
                  <a:pt x="561565" y="247948"/>
                  <a:pt x="547688" y="247948"/>
                </a:cubicBezTo>
                <a:lnTo>
                  <a:pt x="542925" y="247948"/>
                </a:lnTo>
                <a:lnTo>
                  <a:pt x="542925" y="243186"/>
                </a:lnTo>
                <a:cubicBezTo>
                  <a:pt x="542851" y="182724"/>
                  <a:pt x="493849" y="133724"/>
                  <a:pt x="433388" y="133648"/>
                </a:cubicBezTo>
                <a:lnTo>
                  <a:pt x="314325" y="133648"/>
                </a:lnTo>
                <a:lnTo>
                  <a:pt x="314325" y="102803"/>
                </a:lnTo>
                <a:cubicBezTo>
                  <a:pt x="339477" y="95660"/>
                  <a:pt x="355513" y="71066"/>
                  <a:pt x="351941" y="45169"/>
                </a:cubicBezTo>
                <a:cubicBezTo>
                  <a:pt x="348332" y="19273"/>
                  <a:pt x="326194" y="0"/>
                  <a:pt x="300038" y="0"/>
                </a:cubicBezTo>
                <a:cubicBezTo>
                  <a:pt x="273881" y="0"/>
                  <a:pt x="251743" y="19273"/>
                  <a:pt x="248134" y="45169"/>
                </a:cubicBezTo>
                <a:cubicBezTo>
                  <a:pt x="244562" y="71066"/>
                  <a:pt x="260598" y="95660"/>
                  <a:pt x="285750" y="102803"/>
                </a:cubicBezTo>
                <a:lnTo>
                  <a:pt x="285750" y="133648"/>
                </a:lnTo>
                <a:lnTo>
                  <a:pt x="166688" y="133648"/>
                </a:lnTo>
                <a:cubicBezTo>
                  <a:pt x="106226" y="133723"/>
                  <a:pt x="57226" y="182724"/>
                  <a:pt x="57150" y="243186"/>
                </a:cubicBezTo>
                <a:lnTo>
                  <a:pt x="57150" y="247948"/>
                </a:lnTo>
                <a:lnTo>
                  <a:pt x="52388" y="247948"/>
                </a:lnTo>
                <a:cubicBezTo>
                  <a:pt x="38510" y="247948"/>
                  <a:pt x="25152" y="253455"/>
                  <a:pt x="15330" y="263278"/>
                </a:cubicBezTo>
                <a:cubicBezTo>
                  <a:pt x="5507" y="273101"/>
                  <a:pt x="0" y="286458"/>
                  <a:pt x="0" y="300336"/>
                </a:cubicBezTo>
                <a:lnTo>
                  <a:pt x="0" y="376536"/>
                </a:lnTo>
                <a:cubicBezTo>
                  <a:pt x="0" y="390414"/>
                  <a:pt x="5507" y="403771"/>
                  <a:pt x="15330" y="413594"/>
                </a:cubicBezTo>
                <a:cubicBezTo>
                  <a:pt x="25152" y="423416"/>
                  <a:pt x="38510" y="428923"/>
                  <a:pt x="52388" y="428923"/>
                </a:cubicBezTo>
                <a:lnTo>
                  <a:pt x="57150" y="428923"/>
                </a:lnTo>
                <a:lnTo>
                  <a:pt x="57150" y="433686"/>
                </a:lnTo>
                <a:cubicBezTo>
                  <a:pt x="57224" y="494148"/>
                  <a:pt x="106226" y="543147"/>
                  <a:pt x="166688" y="543223"/>
                </a:cubicBezTo>
                <a:lnTo>
                  <a:pt x="433388" y="543223"/>
                </a:lnTo>
                <a:cubicBezTo>
                  <a:pt x="493849" y="543149"/>
                  <a:pt x="542849" y="494148"/>
                  <a:pt x="542925" y="433686"/>
                </a:cubicBezTo>
                <a:lnTo>
                  <a:pt x="542925" y="428923"/>
                </a:lnTo>
                <a:lnTo>
                  <a:pt x="547688" y="428923"/>
                </a:lnTo>
                <a:cubicBezTo>
                  <a:pt x="561565" y="428923"/>
                  <a:pt x="574923" y="423417"/>
                  <a:pt x="584746" y="413594"/>
                </a:cubicBezTo>
                <a:cubicBezTo>
                  <a:pt x="594568" y="403771"/>
                  <a:pt x="600075" y="390414"/>
                  <a:pt x="600075" y="376536"/>
                </a:cubicBezTo>
                <a:close/>
                <a:moveTo>
                  <a:pt x="171450" y="290811"/>
                </a:moveTo>
                <a:cubicBezTo>
                  <a:pt x="171450" y="277341"/>
                  <a:pt x="179561" y="265175"/>
                  <a:pt x="192026" y="260003"/>
                </a:cubicBezTo>
                <a:cubicBezTo>
                  <a:pt x="204490" y="254868"/>
                  <a:pt x="218815" y="257696"/>
                  <a:pt x="228377" y="267221"/>
                </a:cubicBezTo>
                <a:cubicBezTo>
                  <a:pt x="237902" y="276783"/>
                  <a:pt x="240730" y="291108"/>
                  <a:pt x="235595" y="303572"/>
                </a:cubicBezTo>
                <a:cubicBezTo>
                  <a:pt x="230423" y="316037"/>
                  <a:pt x="218257" y="324148"/>
                  <a:pt x="204788" y="324148"/>
                </a:cubicBezTo>
                <a:cubicBezTo>
                  <a:pt x="186407" y="324074"/>
                  <a:pt x="171524" y="309191"/>
                  <a:pt x="171450" y="290811"/>
                </a:cubicBezTo>
                <a:close/>
                <a:moveTo>
                  <a:pt x="395288" y="447973"/>
                </a:moveTo>
                <a:lnTo>
                  <a:pt x="204788" y="447973"/>
                </a:lnTo>
                <a:cubicBezTo>
                  <a:pt x="196900" y="447973"/>
                  <a:pt x="190500" y="441573"/>
                  <a:pt x="190500" y="433686"/>
                </a:cubicBezTo>
                <a:cubicBezTo>
                  <a:pt x="190500" y="425798"/>
                  <a:pt x="196900" y="419398"/>
                  <a:pt x="204788" y="419398"/>
                </a:cubicBezTo>
                <a:lnTo>
                  <a:pt x="395288" y="419398"/>
                </a:lnTo>
                <a:cubicBezTo>
                  <a:pt x="403175" y="419398"/>
                  <a:pt x="409575" y="425798"/>
                  <a:pt x="409575" y="433686"/>
                </a:cubicBezTo>
                <a:cubicBezTo>
                  <a:pt x="409575" y="441573"/>
                  <a:pt x="403175" y="447973"/>
                  <a:pt x="395288" y="447973"/>
                </a:cubicBezTo>
                <a:close/>
                <a:moveTo>
                  <a:pt x="395288" y="324148"/>
                </a:moveTo>
                <a:cubicBezTo>
                  <a:pt x="381818" y="324148"/>
                  <a:pt x="369652" y="316037"/>
                  <a:pt x="364480" y="303572"/>
                </a:cubicBezTo>
                <a:cubicBezTo>
                  <a:pt x="359345" y="291108"/>
                  <a:pt x="362173" y="276783"/>
                  <a:pt x="371698" y="267221"/>
                </a:cubicBezTo>
                <a:cubicBezTo>
                  <a:pt x="381260" y="257696"/>
                  <a:pt x="395585" y="254868"/>
                  <a:pt x="408049" y="260003"/>
                </a:cubicBezTo>
                <a:cubicBezTo>
                  <a:pt x="420514" y="265175"/>
                  <a:pt x="428625" y="277341"/>
                  <a:pt x="428625" y="290811"/>
                </a:cubicBezTo>
                <a:cubicBezTo>
                  <a:pt x="428551" y="309191"/>
                  <a:pt x="413668" y="324074"/>
                  <a:pt x="395288" y="324148"/>
                </a:cubicBezTo>
                <a:close/>
              </a:path>
            </a:pathLst>
          </a:custGeom>
          <a:solidFill>
            <a:srgbClr val="245FF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06860D9-E642-E126-3030-5E9E30C7D53E}"/>
              </a:ext>
            </a:extLst>
          </p:cNvPr>
          <p:cNvGrpSpPr/>
          <p:nvPr/>
        </p:nvGrpSpPr>
        <p:grpSpPr>
          <a:xfrm>
            <a:off x="285082" y="4527909"/>
            <a:ext cx="431942" cy="347264"/>
            <a:chOff x="285082" y="4671924"/>
            <a:chExt cx="431942" cy="347264"/>
          </a:xfrm>
        </p:grpSpPr>
        <p:sp>
          <p:nvSpPr>
            <p:cNvPr id="173" name="Retângulo: Cantos Arredondados 172">
              <a:extLst>
                <a:ext uri="{FF2B5EF4-FFF2-40B4-BE49-F238E27FC236}">
                  <a16:creationId xmlns:a16="http://schemas.microsoft.com/office/drawing/2014/main" id="{F969677C-94DC-1C1D-A214-707EFEBD6E31}"/>
                </a:ext>
              </a:extLst>
            </p:cNvPr>
            <p:cNvSpPr/>
            <p:nvPr/>
          </p:nvSpPr>
          <p:spPr>
            <a:xfrm>
              <a:off x="285082" y="4671924"/>
              <a:ext cx="431942" cy="347264"/>
            </a:xfrm>
            <a:prstGeom prst="roundRect">
              <a:avLst/>
            </a:prstGeom>
            <a:solidFill>
              <a:srgbClr val="F3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4" name="Forma Livre: Forma 173">
              <a:extLst>
                <a:ext uri="{FF2B5EF4-FFF2-40B4-BE49-F238E27FC236}">
                  <a16:creationId xmlns:a16="http://schemas.microsoft.com/office/drawing/2014/main" id="{53209EFF-C5B0-42B5-E90A-F8E043F0C862}"/>
                </a:ext>
              </a:extLst>
            </p:cNvPr>
            <p:cNvSpPr/>
            <p:nvPr/>
          </p:nvSpPr>
          <p:spPr>
            <a:xfrm>
              <a:off x="387338" y="4712889"/>
              <a:ext cx="227431" cy="265335"/>
            </a:xfrm>
            <a:custGeom>
              <a:avLst/>
              <a:gdLst>
                <a:gd name="connsiteX0" fmla="*/ 684607 w 714382"/>
                <a:gd name="connsiteY0" fmla="*/ 729259 h 833441"/>
                <a:gd name="connsiteX1" fmla="*/ 625075 w 714382"/>
                <a:gd name="connsiteY1" fmla="*/ 729259 h 833441"/>
                <a:gd name="connsiteX2" fmla="*/ 625075 w 714382"/>
                <a:gd name="connsiteY2" fmla="*/ 74416 h 833441"/>
                <a:gd name="connsiteX3" fmla="*/ 612872 w 714382"/>
                <a:gd name="connsiteY3" fmla="*/ 59756 h 833441"/>
                <a:gd name="connsiteX4" fmla="*/ 285450 w 714382"/>
                <a:gd name="connsiteY4" fmla="*/ 224 h 833441"/>
                <a:gd name="connsiteX5" fmla="*/ 273247 w 714382"/>
                <a:gd name="connsiteY5" fmla="*/ 3424 h 833441"/>
                <a:gd name="connsiteX6" fmla="*/ 267889 w 714382"/>
                <a:gd name="connsiteY6" fmla="*/ 14884 h 833441"/>
                <a:gd name="connsiteX7" fmla="*/ 267889 w 714382"/>
                <a:gd name="connsiteY7" fmla="*/ 44649 h 833441"/>
                <a:gd name="connsiteX8" fmla="*/ 119137 w 714382"/>
                <a:gd name="connsiteY8" fmla="*/ 44649 h 833441"/>
                <a:gd name="connsiteX9" fmla="*/ 74414 w 714382"/>
                <a:gd name="connsiteY9" fmla="*/ 89372 h 833441"/>
                <a:gd name="connsiteX10" fmla="*/ 74414 w 714382"/>
                <a:gd name="connsiteY10" fmla="*/ 729262 h 833441"/>
                <a:gd name="connsiteX11" fmla="*/ 29766 w 714382"/>
                <a:gd name="connsiteY11" fmla="*/ 729262 h 833441"/>
                <a:gd name="connsiteX12" fmla="*/ 0 w 714382"/>
                <a:gd name="connsiteY12" fmla="*/ 759027 h 833441"/>
                <a:gd name="connsiteX13" fmla="*/ 29766 w 714382"/>
                <a:gd name="connsiteY13" fmla="*/ 788793 h 833441"/>
                <a:gd name="connsiteX14" fmla="*/ 267891 w 714382"/>
                <a:gd name="connsiteY14" fmla="*/ 788793 h 833441"/>
                <a:gd name="connsiteX15" fmla="*/ 267891 w 714382"/>
                <a:gd name="connsiteY15" fmla="*/ 818559 h 833441"/>
                <a:gd name="connsiteX16" fmla="*/ 273248 w 714382"/>
                <a:gd name="connsiteY16" fmla="*/ 830018 h 833441"/>
                <a:gd name="connsiteX17" fmla="*/ 282773 w 714382"/>
                <a:gd name="connsiteY17" fmla="*/ 833441 h 833441"/>
                <a:gd name="connsiteX18" fmla="*/ 285452 w 714382"/>
                <a:gd name="connsiteY18" fmla="*/ 833218 h 833441"/>
                <a:gd name="connsiteX19" fmla="*/ 529683 w 714382"/>
                <a:gd name="connsiteY19" fmla="*/ 788792 h 833441"/>
                <a:gd name="connsiteX20" fmla="*/ 684617 w 714382"/>
                <a:gd name="connsiteY20" fmla="*/ 788792 h 833441"/>
                <a:gd name="connsiteX21" fmla="*/ 714382 w 714382"/>
                <a:gd name="connsiteY21" fmla="*/ 759027 h 833441"/>
                <a:gd name="connsiteX22" fmla="*/ 684617 w 714382"/>
                <a:gd name="connsiteY22" fmla="*/ 729261 h 833441"/>
                <a:gd name="connsiteX23" fmla="*/ 133947 w 714382"/>
                <a:gd name="connsiteY23" fmla="*/ 729259 h 833441"/>
                <a:gd name="connsiteX24" fmla="*/ 133947 w 714382"/>
                <a:gd name="connsiteY24" fmla="*/ 104181 h 833441"/>
                <a:gd name="connsiteX25" fmla="*/ 267888 w 714382"/>
                <a:gd name="connsiteY25" fmla="*/ 104181 h 833441"/>
                <a:gd name="connsiteX26" fmla="*/ 267888 w 714382"/>
                <a:gd name="connsiteY26" fmla="*/ 729259 h 833441"/>
                <a:gd name="connsiteX27" fmla="*/ 379511 w 714382"/>
                <a:gd name="connsiteY27" fmla="*/ 461369 h 833441"/>
                <a:gd name="connsiteX28" fmla="*/ 357187 w 714382"/>
                <a:gd name="connsiteY28" fmla="*/ 483693 h 833441"/>
                <a:gd name="connsiteX29" fmla="*/ 334862 w 714382"/>
                <a:gd name="connsiteY29" fmla="*/ 461369 h 833441"/>
                <a:gd name="connsiteX30" fmla="*/ 334862 w 714382"/>
                <a:gd name="connsiteY30" fmla="*/ 372072 h 833441"/>
                <a:gd name="connsiteX31" fmla="*/ 357187 w 714382"/>
                <a:gd name="connsiteY31" fmla="*/ 349747 h 833441"/>
                <a:gd name="connsiteX32" fmla="*/ 379511 w 714382"/>
                <a:gd name="connsiteY32" fmla="*/ 372072 h 83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714382" h="833441">
                  <a:moveTo>
                    <a:pt x="684607" y="729259"/>
                  </a:moveTo>
                  <a:lnTo>
                    <a:pt x="625075" y="729259"/>
                  </a:lnTo>
                  <a:lnTo>
                    <a:pt x="625075" y="74416"/>
                  </a:lnTo>
                  <a:cubicBezTo>
                    <a:pt x="625075" y="67197"/>
                    <a:pt x="619941" y="61096"/>
                    <a:pt x="612872" y="59756"/>
                  </a:cubicBezTo>
                  <a:lnTo>
                    <a:pt x="285450" y="224"/>
                  </a:lnTo>
                  <a:cubicBezTo>
                    <a:pt x="281134" y="-520"/>
                    <a:pt x="276669" y="597"/>
                    <a:pt x="273247" y="3424"/>
                  </a:cubicBezTo>
                  <a:cubicBezTo>
                    <a:pt x="269824" y="6252"/>
                    <a:pt x="267889" y="10494"/>
                    <a:pt x="267889" y="14884"/>
                  </a:cubicBezTo>
                  <a:lnTo>
                    <a:pt x="267889" y="44649"/>
                  </a:lnTo>
                  <a:lnTo>
                    <a:pt x="119137" y="44649"/>
                  </a:lnTo>
                  <a:cubicBezTo>
                    <a:pt x="94506" y="44649"/>
                    <a:pt x="74414" y="64741"/>
                    <a:pt x="74414" y="89372"/>
                  </a:cubicBezTo>
                  <a:lnTo>
                    <a:pt x="74414" y="729262"/>
                  </a:lnTo>
                  <a:lnTo>
                    <a:pt x="29766" y="729262"/>
                  </a:lnTo>
                  <a:cubicBezTo>
                    <a:pt x="13320" y="729262"/>
                    <a:pt x="0" y="742581"/>
                    <a:pt x="0" y="759027"/>
                  </a:cubicBezTo>
                  <a:cubicBezTo>
                    <a:pt x="0" y="775473"/>
                    <a:pt x="13320" y="788793"/>
                    <a:pt x="29766" y="788793"/>
                  </a:cubicBezTo>
                  <a:lnTo>
                    <a:pt x="267891" y="788793"/>
                  </a:lnTo>
                  <a:lnTo>
                    <a:pt x="267891" y="818559"/>
                  </a:lnTo>
                  <a:cubicBezTo>
                    <a:pt x="267891" y="822949"/>
                    <a:pt x="269825" y="827191"/>
                    <a:pt x="273248" y="830018"/>
                  </a:cubicBezTo>
                  <a:cubicBezTo>
                    <a:pt x="275927" y="832251"/>
                    <a:pt x="279350" y="833441"/>
                    <a:pt x="282773" y="833441"/>
                  </a:cubicBezTo>
                  <a:cubicBezTo>
                    <a:pt x="283666" y="833441"/>
                    <a:pt x="284559" y="833367"/>
                    <a:pt x="285452" y="833218"/>
                  </a:cubicBezTo>
                  <a:lnTo>
                    <a:pt x="529683" y="788792"/>
                  </a:lnTo>
                  <a:lnTo>
                    <a:pt x="684617" y="788792"/>
                  </a:lnTo>
                  <a:cubicBezTo>
                    <a:pt x="701062" y="788792"/>
                    <a:pt x="714382" y="775473"/>
                    <a:pt x="714382" y="759027"/>
                  </a:cubicBezTo>
                  <a:cubicBezTo>
                    <a:pt x="714382" y="742581"/>
                    <a:pt x="701062" y="729261"/>
                    <a:pt x="684617" y="729261"/>
                  </a:cubicBezTo>
                  <a:close/>
                  <a:moveTo>
                    <a:pt x="133947" y="729259"/>
                  </a:moveTo>
                  <a:lnTo>
                    <a:pt x="133947" y="104181"/>
                  </a:lnTo>
                  <a:lnTo>
                    <a:pt x="267888" y="104181"/>
                  </a:lnTo>
                  <a:lnTo>
                    <a:pt x="267888" y="729259"/>
                  </a:lnTo>
                  <a:close/>
                  <a:moveTo>
                    <a:pt x="379511" y="461369"/>
                  </a:moveTo>
                  <a:cubicBezTo>
                    <a:pt x="379511" y="473722"/>
                    <a:pt x="369540" y="483693"/>
                    <a:pt x="357187" y="483693"/>
                  </a:cubicBezTo>
                  <a:cubicBezTo>
                    <a:pt x="344834" y="483693"/>
                    <a:pt x="334862" y="473722"/>
                    <a:pt x="334862" y="461369"/>
                  </a:cubicBezTo>
                  <a:lnTo>
                    <a:pt x="334862" y="372072"/>
                  </a:lnTo>
                  <a:cubicBezTo>
                    <a:pt x="334862" y="359719"/>
                    <a:pt x="344834" y="349747"/>
                    <a:pt x="357187" y="349747"/>
                  </a:cubicBezTo>
                  <a:cubicBezTo>
                    <a:pt x="369540" y="349747"/>
                    <a:pt x="379511" y="359719"/>
                    <a:pt x="379511" y="372072"/>
                  </a:cubicBezTo>
                  <a:close/>
                </a:path>
              </a:pathLst>
            </a:custGeom>
            <a:solidFill>
              <a:srgbClr val="369F7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147467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44AB-30F3-07BC-B5FC-7E59F6D7B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4AB6FBA-1950-73F4-8DDD-C8A857A3C110}"/>
              </a:ext>
            </a:extLst>
          </p:cNvPr>
          <p:cNvSpPr/>
          <p:nvPr/>
        </p:nvSpPr>
        <p:spPr>
          <a:xfrm>
            <a:off x="5438273" y="4140864"/>
            <a:ext cx="6424863" cy="1971178"/>
          </a:xfrm>
          <a:prstGeom prst="roundRect">
            <a:avLst>
              <a:gd name="adj" fmla="val 12333"/>
            </a:avLst>
          </a:prstGeom>
          <a:solidFill>
            <a:srgbClr val="2121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9F8A20-B7CC-445E-EF60-5B36A341F63D}"/>
              </a:ext>
            </a:extLst>
          </p:cNvPr>
          <p:cNvSpPr txBox="1"/>
          <p:nvPr/>
        </p:nvSpPr>
        <p:spPr>
          <a:xfrm>
            <a:off x="342899" y="502920"/>
            <a:ext cx="10231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O Problema: </a:t>
            </a:r>
            <a:r>
              <a:rPr lang="pt-BR" sz="4400" b="1" dirty="0">
                <a:solidFill>
                  <a:srgbClr val="DC2626"/>
                </a:solidFill>
              </a:rPr>
              <a:t>Incerteza</a:t>
            </a:r>
            <a:r>
              <a:rPr lang="pt-BR" sz="4400" b="1" dirty="0"/>
              <a:t> e Ansiedade</a:t>
            </a:r>
            <a:endParaRPr lang="en-US" sz="4400" b="1" dirty="0">
              <a:solidFill>
                <a:srgbClr val="1D4ED8"/>
              </a:solidFill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7D7375F-F1A9-3A28-506E-4097AB31AF72}"/>
              </a:ext>
            </a:extLst>
          </p:cNvPr>
          <p:cNvGrpSpPr/>
          <p:nvPr/>
        </p:nvGrpSpPr>
        <p:grpSpPr>
          <a:xfrm>
            <a:off x="717023" y="1590126"/>
            <a:ext cx="4585337" cy="1136032"/>
            <a:chOff x="717023" y="1590126"/>
            <a:chExt cx="4585337" cy="113603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5342805-CA43-B402-20FB-C4B350978C34}"/>
                </a:ext>
              </a:extLst>
            </p:cNvPr>
            <p:cNvSpPr txBox="1"/>
            <p:nvPr/>
          </p:nvSpPr>
          <p:spPr>
            <a:xfrm>
              <a:off x="717023" y="1590126"/>
              <a:ext cx="2705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dirty="0"/>
                <a:t>Espera </a:t>
              </a:r>
              <a:r>
                <a:rPr lang="en-US" dirty="0" err="1"/>
                <a:t>Angustiante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4680960-AF00-1B8D-72C5-095E339057C9}"/>
                </a:ext>
              </a:extLst>
            </p:cNvPr>
            <p:cNvSpPr txBox="1"/>
            <p:nvPr/>
          </p:nvSpPr>
          <p:spPr>
            <a:xfrm>
              <a:off x="717024" y="1987494"/>
              <a:ext cx="45853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/>
              </a:lvl1pPr>
            </a:lstStyle>
            <a:p>
              <a:r>
                <a:rPr lang="pt-BR" dirty="0"/>
                <a:t>Estudantes aguardam semanas ou até meses pelo resultado oficial. Esse "vácuo de informação" paralisa decisões importantes sobre estudos e carreira.</a:t>
              </a:r>
              <a:endParaRPr lang="en-US" dirty="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F42ADD6-1501-9671-4A30-8770B72441EF}"/>
              </a:ext>
            </a:extLst>
          </p:cNvPr>
          <p:cNvGrpSpPr/>
          <p:nvPr/>
        </p:nvGrpSpPr>
        <p:grpSpPr>
          <a:xfrm>
            <a:off x="717023" y="3028890"/>
            <a:ext cx="4585336" cy="1477328"/>
            <a:chOff x="717023" y="3028890"/>
            <a:chExt cx="4585336" cy="147732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FA2D015-39CE-4914-BEF4-2B7C1A1D881A}"/>
                </a:ext>
              </a:extLst>
            </p:cNvPr>
            <p:cNvSpPr txBox="1"/>
            <p:nvPr/>
          </p:nvSpPr>
          <p:spPr>
            <a:xfrm>
              <a:off x="717024" y="3028890"/>
              <a:ext cx="36709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dirty="0" err="1"/>
                <a:t>Ansiedade</a:t>
              </a:r>
              <a:r>
                <a:rPr lang="en-US" dirty="0"/>
                <a:t> e </a:t>
              </a:r>
              <a:r>
                <a:rPr lang="en-US" dirty="0" err="1"/>
                <a:t>Saúde</a:t>
              </a:r>
              <a:r>
                <a:rPr lang="en-US" dirty="0"/>
                <a:t> Mental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B019A0-FD45-1D67-EC91-AB3C1056212D}"/>
                </a:ext>
              </a:extLst>
            </p:cNvPr>
            <p:cNvSpPr txBox="1"/>
            <p:nvPr/>
          </p:nvSpPr>
          <p:spPr>
            <a:xfrm>
              <a:off x="717023" y="3429000"/>
              <a:ext cx="458533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/>
              </a:lvl1pPr>
            </a:lstStyle>
            <a:p>
              <a:r>
                <a:rPr lang="pt-BR" dirty="0"/>
                <a:t>A falta de previsibilidade gera um alto nível de estresse, afetando diretamente o bem-estar emocional dos candidatos durante o período pós-prova.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C08221A-B92E-CBDC-ECC6-FB1761D8798D}"/>
              </a:ext>
            </a:extLst>
          </p:cNvPr>
          <p:cNvGrpSpPr/>
          <p:nvPr/>
        </p:nvGrpSpPr>
        <p:grpSpPr>
          <a:xfrm>
            <a:off x="717023" y="4467300"/>
            <a:ext cx="4585336" cy="1241450"/>
            <a:chOff x="717023" y="4467300"/>
            <a:chExt cx="4585336" cy="12414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5A24E8-C066-0CDC-D8AE-B5422C5BF1DD}"/>
                </a:ext>
              </a:extLst>
            </p:cNvPr>
            <p:cNvSpPr txBox="1"/>
            <p:nvPr/>
          </p:nvSpPr>
          <p:spPr>
            <a:xfrm>
              <a:off x="717024" y="4467300"/>
              <a:ext cx="36709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dirty="0" err="1"/>
                <a:t>Gestão</a:t>
              </a:r>
              <a:r>
                <a:rPr lang="en-US" dirty="0"/>
                <a:t> </a:t>
              </a:r>
              <a:r>
                <a:rPr lang="en-US" dirty="0" err="1"/>
                <a:t>às</a:t>
              </a:r>
              <a:r>
                <a:rPr lang="en-US" dirty="0"/>
                <a:t> </a:t>
              </a:r>
              <a:r>
                <a:rPr lang="en-US" dirty="0" err="1"/>
                <a:t>Escuras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E60738-1A39-1244-2A40-3655A2598E7E}"/>
                </a:ext>
              </a:extLst>
            </p:cNvPr>
            <p:cNvSpPr txBox="1"/>
            <p:nvPr/>
          </p:nvSpPr>
          <p:spPr>
            <a:xfrm>
              <a:off x="717023" y="4877753"/>
              <a:ext cx="45853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/>
              </a:lvl1pPr>
            </a:lstStyle>
            <a:p>
              <a:r>
                <a:rPr lang="pt-BR" dirty="0"/>
                <a:t>Escolas, redes de ensino e políticas públicas ficam sem diagnóstico rápido para agir corretivamente:</a:t>
              </a:r>
            </a:p>
          </p:txBody>
        </p:sp>
      </p:grp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23080B0F-7B6A-D745-8A37-D377AD09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2</a:t>
            </a:fld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9552A5E-6312-562E-DC1B-C7FA14C65182}"/>
              </a:ext>
            </a:extLst>
          </p:cNvPr>
          <p:cNvCxnSpPr>
            <a:cxnSpLocks/>
          </p:cNvCxnSpPr>
          <p:nvPr/>
        </p:nvCxnSpPr>
        <p:spPr>
          <a:xfrm>
            <a:off x="285082" y="6356350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5DB8720-B139-4C89-4180-A819E09567FF}"/>
              </a:ext>
            </a:extLst>
          </p:cNvPr>
          <p:cNvCxnSpPr>
            <a:cxnSpLocks/>
          </p:cNvCxnSpPr>
          <p:nvPr/>
        </p:nvCxnSpPr>
        <p:spPr>
          <a:xfrm>
            <a:off x="335882" y="1280146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221D7DC-44A4-736B-7FA1-3C38F99B1D83}"/>
              </a:ext>
            </a:extLst>
          </p:cNvPr>
          <p:cNvGrpSpPr/>
          <p:nvPr/>
        </p:nvGrpSpPr>
        <p:grpSpPr>
          <a:xfrm>
            <a:off x="342900" y="319474"/>
            <a:ext cx="3919218" cy="261610"/>
            <a:chOff x="169442" y="265597"/>
            <a:chExt cx="3919218" cy="26161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E5BFDD4-7589-0AE8-7E59-FDE2CAC331A6}"/>
                </a:ext>
              </a:extLst>
            </p:cNvPr>
            <p:cNvGrpSpPr/>
            <p:nvPr/>
          </p:nvGrpSpPr>
          <p:grpSpPr>
            <a:xfrm>
              <a:off x="169442" y="265597"/>
              <a:ext cx="1769954" cy="261610"/>
              <a:chOff x="169442" y="262209"/>
              <a:chExt cx="1769954" cy="261610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23A8F819-3536-A6C4-918D-C7D4A3343140}"/>
                  </a:ext>
                </a:extLst>
              </p:cNvPr>
              <p:cNvSpPr/>
              <p:nvPr/>
            </p:nvSpPr>
            <p:spPr>
              <a:xfrm>
                <a:off x="216009" y="262209"/>
                <a:ext cx="1676821" cy="261610"/>
              </a:xfrm>
              <a:prstGeom prst="roundRect">
                <a:avLst>
                  <a:gd name="adj" fmla="val 49435"/>
                </a:avLst>
              </a:prstGeom>
              <a:solidFill>
                <a:srgbClr val="FEE2E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EB0E498-85FE-D027-282C-D8983D5875E0}"/>
                  </a:ext>
                </a:extLst>
              </p:cNvPr>
              <p:cNvSpPr txBox="1"/>
              <p:nvPr/>
            </p:nvSpPr>
            <p:spPr>
              <a:xfrm>
                <a:off x="169442" y="262209"/>
                <a:ext cx="17699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ctr"/>
                <a:r>
                  <a:rPr lang="pt-BR" sz="1100" b="1" dirty="0">
                    <a:solidFill>
                      <a:srgbClr val="992A40"/>
                    </a:solidFill>
                  </a:rPr>
                  <a:t>A DOR DO USUÁRIO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508FA50-1A73-F3EB-2C27-A1081D8EA3EC}"/>
                </a:ext>
              </a:extLst>
            </p:cNvPr>
            <p:cNvSpPr txBox="1"/>
            <p:nvPr/>
          </p:nvSpPr>
          <p:spPr>
            <a:xfrm>
              <a:off x="1897910" y="265597"/>
              <a:ext cx="21907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|   CONTEXTO DO PROBLEMA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6575AC0-267F-1899-44BB-398293C6866B}"/>
              </a:ext>
            </a:extLst>
          </p:cNvPr>
          <p:cNvSpPr txBox="1"/>
          <p:nvPr/>
        </p:nvSpPr>
        <p:spPr>
          <a:xfrm>
            <a:off x="5734342" y="4870603"/>
            <a:ext cx="61287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>
                <a:solidFill>
                  <a:schemeClr val="bg1"/>
                </a:solidFill>
              </a:rPr>
              <a:t>Há uma dor real e recorrente: estudantes e instituições carecem de </a:t>
            </a:r>
            <a:r>
              <a:rPr lang="pt-BR" b="1" dirty="0">
                <a:solidFill>
                  <a:srgbClr val="FC6761"/>
                </a:solidFill>
              </a:rPr>
              <a:t>previsões confiáveis, rápidas e personalizadas</a:t>
            </a:r>
            <a:r>
              <a:rPr lang="pt-BR" i="1" dirty="0">
                <a:solidFill>
                  <a:schemeClr val="bg1"/>
                </a:solidFill>
              </a:rPr>
              <a:t> das notas do ENEM."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73AEDD-0259-CCF2-DF11-BE6DCDD36EB8}"/>
              </a:ext>
            </a:extLst>
          </p:cNvPr>
          <p:cNvSpPr txBox="1"/>
          <p:nvPr/>
        </p:nvSpPr>
        <p:spPr>
          <a:xfrm>
            <a:off x="6204995" y="4450137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 CONCLUSÃO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398AA8-2726-3345-7861-54283E7C6931}"/>
              </a:ext>
            </a:extLst>
          </p:cNvPr>
          <p:cNvGrpSpPr/>
          <p:nvPr/>
        </p:nvGrpSpPr>
        <p:grpSpPr>
          <a:xfrm>
            <a:off x="5387324" y="1679945"/>
            <a:ext cx="3175651" cy="2239839"/>
            <a:chOff x="5387324" y="1679945"/>
            <a:chExt cx="3175651" cy="2239839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26FB210A-4CB2-C931-5800-B1635FBB68E1}"/>
                </a:ext>
              </a:extLst>
            </p:cNvPr>
            <p:cNvSpPr/>
            <p:nvPr/>
          </p:nvSpPr>
          <p:spPr>
            <a:xfrm>
              <a:off x="5387324" y="1679945"/>
              <a:ext cx="3175651" cy="2011377"/>
            </a:xfrm>
            <a:prstGeom prst="roundRect">
              <a:avLst>
                <a:gd name="adj" fmla="val 6964"/>
              </a:avLst>
            </a:prstGeom>
            <a:solidFill>
              <a:srgbClr val="DC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3B61F139-1E35-A549-94E1-8B38BFCD14F7}"/>
                </a:ext>
              </a:extLst>
            </p:cNvPr>
            <p:cNvSpPr/>
            <p:nvPr/>
          </p:nvSpPr>
          <p:spPr>
            <a:xfrm>
              <a:off x="5387324" y="1767214"/>
              <a:ext cx="3175651" cy="2152570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AB55F4B-2C8C-B7F1-5B40-EC2A22898B33}"/>
                </a:ext>
              </a:extLst>
            </p:cNvPr>
            <p:cNvSpPr txBox="1"/>
            <p:nvPr/>
          </p:nvSpPr>
          <p:spPr>
            <a:xfrm>
              <a:off x="6025499" y="2681096"/>
              <a:ext cx="18993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b="1" dirty="0"/>
                <a:t>20-30%</a:t>
              </a:r>
              <a:endParaRPr lang="en-US" sz="2800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9703FE-72AE-3163-B8AA-A3CF41275B09}"/>
                </a:ext>
              </a:extLst>
            </p:cNvPr>
            <p:cNvSpPr txBox="1"/>
            <p:nvPr/>
          </p:nvSpPr>
          <p:spPr>
            <a:xfrm>
              <a:off x="5431774" y="3200782"/>
              <a:ext cx="30867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>
                  <a:solidFill>
                    <a:schemeClr val="bg1">
                      <a:lumMod val="50000"/>
                    </a:schemeClr>
                  </a:solidFill>
                </a:rPr>
                <a:t>É a taxa de erro na autoavaliação da própria nota pelos estudantes (INEP)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F17D3E4-FC0F-4C85-4C08-24C9634CB385}"/>
              </a:ext>
            </a:extLst>
          </p:cNvPr>
          <p:cNvGrpSpPr/>
          <p:nvPr/>
        </p:nvGrpSpPr>
        <p:grpSpPr>
          <a:xfrm>
            <a:off x="8687485" y="1679945"/>
            <a:ext cx="3175651" cy="2239839"/>
            <a:chOff x="8687485" y="1679945"/>
            <a:chExt cx="3175651" cy="223983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771D8BA-EFD9-2934-6BE8-29436EAD89D3}"/>
                </a:ext>
              </a:extLst>
            </p:cNvPr>
            <p:cNvSpPr/>
            <p:nvPr/>
          </p:nvSpPr>
          <p:spPr>
            <a:xfrm>
              <a:off x="8687485" y="1679945"/>
              <a:ext cx="3175651" cy="2011377"/>
            </a:xfrm>
            <a:prstGeom prst="roundRect">
              <a:avLst>
                <a:gd name="adj" fmla="val 69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A4A3BFA-9143-0E79-7C5F-898444FE51CB}"/>
                </a:ext>
              </a:extLst>
            </p:cNvPr>
            <p:cNvSpPr/>
            <p:nvPr/>
          </p:nvSpPr>
          <p:spPr>
            <a:xfrm>
              <a:off x="8687485" y="1767214"/>
              <a:ext cx="3175651" cy="2152570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C5A84EF-0FEB-1AB3-3D0F-980681BDD68C}"/>
                </a:ext>
              </a:extLst>
            </p:cNvPr>
            <p:cNvSpPr txBox="1"/>
            <p:nvPr/>
          </p:nvSpPr>
          <p:spPr>
            <a:xfrm>
              <a:off x="9325660" y="2681096"/>
              <a:ext cx="18993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b="1" dirty="0"/>
                <a:t>70%</a:t>
              </a:r>
              <a:endParaRPr lang="en-US" sz="2800" b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8F349FF-4EF0-908B-A66D-7D4EC0315C81}"/>
                </a:ext>
              </a:extLst>
            </p:cNvPr>
            <p:cNvSpPr txBox="1"/>
            <p:nvPr/>
          </p:nvSpPr>
          <p:spPr>
            <a:xfrm>
              <a:off x="8731935" y="3200782"/>
              <a:ext cx="30867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pt-BR" dirty="0"/>
                <a:t>Dos estudantes brasileiros relatam sofrer de ansiedade severa relacionada ao ENEM (CNE/2020).</a:t>
              </a:r>
              <a:endParaRPr 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D2DCDB2-033C-5014-048E-5A902FBD166F}"/>
              </a:ext>
            </a:extLst>
          </p:cNvPr>
          <p:cNvGrpSpPr/>
          <p:nvPr/>
        </p:nvGrpSpPr>
        <p:grpSpPr>
          <a:xfrm>
            <a:off x="717023" y="5593231"/>
            <a:ext cx="1606886" cy="261610"/>
            <a:chOff x="810507" y="5593231"/>
            <a:chExt cx="1606886" cy="261610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99EABDD-927E-A209-F327-4E6A87797A47}"/>
                </a:ext>
              </a:extLst>
            </p:cNvPr>
            <p:cNvSpPr/>
            <p:nvPr/>
          </p:nvSpPr>
          <p:spPr>
            <a:xfrm>
              <a:off x="835908" y="5593231"/>
              <a:ext cx="1556085" cy="261610"/>
            </a:xfrm>
            <a:prstGeom prst="roundRect">
              <a:avLst>
                <a:gd name="adj" fmla="val 23544"/>
              </a:avLst>
            </a:prstGeom>
            <a:solidFill>
              <a:srgbClr val="F3F4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C3A4C76-8AA5-0810-174C-0A52DE9B4BB0}"/>
                </a:ext>
              </a:extLst>
            </p:cNvPr>
            <p:cNvSpPr txBox="1"/>
            <p:nvPr/>
          </p:nvSpPr>
          <p:spPr>
            <a:xfrm>
              <a:off x="810507" y="5593231"/>
              <a:ext cx="1606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Sem Feedback Rápido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48025D2-E278-7052-8BC7-FCE55AFC883D}"/>
              </a:ext>
            </a:extLst>
          </p:cNvPr>
          <p:cNvGrpSpPr/>
          <p:nvPr/>
        </p:nvGrpSpPr>
        <p:grpSpPr>
          <a:xfrm>
            <a:off x="2318428" y="5588288"/>
            <a:ext cx="1685882" cy="261610"/>
            <a:chOff x="2851828" y="5588288"/>
            <a:chExt cx="1685882" cy="261610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D5455F24-6833-CB66-B062-45D2E2242497}"/>
                </a:ext>
              </a:extLst>
            </p:cNvPr>
            <p:cNvSpPr/>
            <p:nvPr/>
          </p:nvSpPr>
          <p:spPr>
            <a:xfrm>
              <a:off x="2891326" y="5588288"/>
              <a:ext cx="1606886" cy="261610"/>
            </a:xfrm>
            <a:prstGeom prst="roundRect">
              <a:avLst>
                <a:gd name="adj" fmla="val 23544"/>
              </a:avLst>
            </a:prstGeom>
            <a:solidFill>
              <a:srgbClr val="F3F4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413BB85-81F9-A79D-4CEF-E1575393C261}"/>
                </a:ext>
              </a:extLst>
            </p:cNvPr>
            <p:cNvSpPr txBox="1"/>
            <p:nvPr/>
          </p:nvSpPr>
          <p:spPr>
            <a:xfrm>
              <a:off x="2851828" y="5588288"/>
              <a:ext cx="16858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Planejamento Atrasado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A9565309-A224-82E3-2DDD-003FA3F91439}"/>
              </a:ext>
            </a:extLst>
          </p:cNvPr>
          <p:cNvGrpSpPr/>
          <p:nvPr/>
        </p:nvGrpSpPr>
        <p:grpSpPr>
          <a:xfrm>
            <a:off x="285082" y="1699524"/>
            <a:ext cx="431942" cy="347264"/>
            <a:chOff x="99461" y="1603311"/>
            <a:chExt cx="623610" cy="501358"/>
          </a:xfrm>
        </p:grpSpPr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CBEE2B25-A3AE-A246-D501-02454FCAE3AD}"/>
                </a:ext>
              </a:extLst>
            </p:cNvPr>
            <p:cNvSpPr/>
            <p:nvPr/>
          </p:nvSpPr>
          <p:spPr>
            <a:xfrm>
              <a:off x="99461" y="1603311"/>
              <a:ext cx="623610" cy="501358"/>
            </a:xfrm>
            <a:prstGeom prst="roundRect">
              <a:avLst/>
            </a:prstGeom>
            <a:solidFill>
              <a:srgbClr val="F3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2A052E3D-1780-31EE-2086-F197868145BB}"/>
                </a:ext>
              </a:extLst>
            </p:cNvPr>
            <p:cNvGrpSpPr/>
            <p:nvPr/>
          </p:nvGrpSpPr>
          <p:grpSpPr>
            <a:xfrm>
              <a:off x="310065" y="1715344"/>
              <a:ext cx="202402" cy="277293"/>
              <a:chOff x="206484" y="1804627"/>
              <a:chExt cx="524636" cy="718756"/>
            </a:xfrm>
            <a:solidFill>
              <a:srgbClr val="4B5362"/>
            </a:solidFill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73B52BC5-CCFF-C95D-6C1C-9AA07F995DB6}"/>
                  </a:ext>
                </a:extLst>
              </p:cNvPr>
              <p:cNvSpPr/>
              <p:nvPr/>
            </p:nvSpPr>
            <p:spPr>
              <a:xfrm rot="10800000">
                <a:off x="328880" y="2213345"/>
                <a:ext cx="280225" cy="239839"/>
              </a:xfrm>
              <a:custGeom>
                <a:avLst/>
                <a:gdLst>
                  <a:gd name="connsiteX0" fmla="*/ 0 w 280225"/>
                  <a:gd name="connsiteY0" fmla="*/ 0 h 239839"/>
                  <a:gd name="connsiteX1" fmla="*/ 280225 w 280225"/>
                  <a:gd name="connsiteY1" fmla="*/ 0 h 239839"/>
                  <a:gd name="connsiteX2" fmla="*/ 280225 w 280225"/>
                  <a:gd name="connsiteY2" fmla="*/ 0 h 239839"/>
                  <a:gd name="connsiteX3" fmla="*/ 280225 w 280225"/>
                  <a:gd name="connsiteY3" fmla="*/ 99727 h 239839"/>
                  <a:gd name="connsiteX4" fmla="*/ 140113 w 280225"/>
                  <a:gd name="connsiteY4" fmla="*/ 239839 h 239839"/>
                  <a:gd name="connsiteX5" fmla="*/ 140113 w 280225"/>
                  <a:gd name="connsiteY5" fmla="*/ 239839 h 239839"/>
                  <a:gd name="connsiteX6" fmla="*/ 0 w 280225"/>
                  <a:gd name="connsiteY6" fmla="*/ 99727 h 239839"/>
                  <a:gd name="connsiteX7" fmla="*/ 0 w 280225"/>
                  <a:gd name="connsiteY7" fmla="*/ 0 h 239839"/>
                  <a:gd name="connsiteX8" fmla="*/ 0 w 280225"/>
                  <a:gd name="connsiteY8" fmla="*/ 0 h 239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0225" h="239839">
                    <a:moveTo>
                      <a:pt x="0" y="0"/>
                    </a:moveTo>
                    <a:lnTo>
                      <a:pt x="280225" y="0"/>
                    </a:lnTo>
                    <a:lnTo>
                      <a:pt x="280225" y="0"/>
                    </a:lnTo>
                    <a:lnTo>
                      <a:pt x="280225" y="99727"/>
                    </a:lnTo>
                    <a:cubicBezTo>
                      <a:pt x="280225" y="177109"/>
                      <a:pt x="217495" y="239839"/>
                      <a:pt x="140113" y="239839"/>
                    </a:cubicBezTo>
                    <a:lnTo>
                      <a:pt x="140113" y="239839"/>
                    </a:lnTo>
                    <a:cubicBezTo>
                      <a:pt x="62731" y="239839"/>
                      <a:pt x="0" y="177109"/>
                      <a:pt x="0" y="99727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30AD3D81-3C68-692F-B8B5-C93B7C360600}"/>
                  </a:ext>
                </a:extLst>
              </p:cNvPr>
              <p:cNvSpPr/>
              <p:nvPr/>
            </p:nvSpPr>
            <p:spPr>
              <a:xfrm>
                <a:off x="206484" y="1804627"/>
                <a:ext cx="524636" cy="718756"/>
              </a:xfrm>
              <a:custGeom>
                <a:avLst/>
                <a:gdLst>
                  <a:gd name="connsiteX0" fmla="*/ 472059 w 524636"/>
                  <a:gd name="connsiteY0" fmla="*/ 172117 h 718756"/>
                  <a:gd name="connsiteX1" fmla="*/ 472059 w 524636"/>
                  <a:gd name="connsiteY1" fmla="*/ 65437 h 718756"/>
                  <a:gd name="connsiteX2" fmla="*/ 504825 w 524636"/>
                  <a:gd name="connsiteY2" fmla="*/ 65437 h 718756"/>
                  <a:gd name="connsiteX3" fmla="*/ 523875 w 524636"/>
                  <a:gd name="connsiteY3" fmla="*/ 46387 h 718756"/>
                  <a:gd name="connsiteX4" fmla="*/ 523875 w 524636"/>
                  <a:gd name="connsiteY4" fmla="*/ 19050 h 718756"/>
                  <a:gd name="connsiteX5" fmla="*/ 504825 w 524636"/>
                  <a:gd name="connsiteY5" fmla="*/ 0 h 718756"/>
                  <a:gd name="connsiteX6" fmla="*/ 19050 w 524636"/>
                  <a:gd name="connsiteY6" fmla="*/ 0 h 718756"/>
                  <a:gd name="connsiteX7" fmla="*/ 0 w 524636"/>
                  <a:gd name="connsiteY7" fmla="*/ 19050 h 718756"/>
                  <a:gd name="connsiteX8" fmla="*/ 0 w 524636"/>
                  <a:gd name="connsiteY8" fmla="*/ 46006 h 718756"/>
                  <a:gd name="connsiteX9" fmla="*/ 19050 w 524636"/>
                  <a:gd name="connsiteY9" fmla="*/ 65056 h 718756"/>
                  <a:gd name="connsiteX10" fmla="*/ 52959 w 524636"/>
                  <a:gd name="connsiteY10" fmla="*/ 65056 h 718756"/>
                  <a:gd name="connsiteX11" fmla="*/ 52959 w 524636"/>
                  <a:gd name="connsiteY11" fmla="*/ 171736 h 718756"/>
                  <a:gd name="connsiteX12" fmla="*/ 168116 w 524636"/>
                  <a:gd name="connsiteY12" fmla="*/ 359569 h 718756"/>
                  <a:gd name="connsiteX13" fmla="*/ 52959 w 524636"/>
                  <a:gd name="connsiteY13" fmla="*/ 547021 h 718756"/>
                  <a:gd name="connsiteX14" fmla="*/ 52959 w 524636"/>
                  <a:gd name="connsiteY14" fmla="*/ 653701 h 718756"/>
                  <a:gd name="connsiteX15" fmla="*/ 19812 w 524636"/>
                  <a:gd name="connsiteY15" fmla="*/ 653701 h 718756"/>
                  <a:gd name="connsiteX16" fmla="*/ 762 w 524636"/>
                  <a:gd name="connsiteY16" fmla="*/ 672751 h 718756"/>
                  <a:gd name="connsiteX17" fmla="*/ 762 w 524636"/>
                  <a:gd name="connsiteY17" fmla="*/ 699707 h 718756"/>
                  <a:gd name="connsiteX18" fmla="*/ 19812 w 524636"/>
                  <a:gd name="connsiteY18" fmla="*/ 718757 h 718756"/>
                  <a:gd name="connsiteX19" fmla="*/ 505587 w 524636"/>
                  <a:gd name="connsiteY19" fmla="*/ 718757 h 718756"/>
                  <a:gd name="connsiteX20" fmla="*/ 524637 w 524636"/>
                  <a:gd name="connsiteY20" fmla="*/ 699707 h 718756"/>
                  <a:gd name="connsiteX21" fmla="*/ 524637 w 524636"/>
                  <a:gd name="connsiteY21" fmla="*/ 673132 h 718756"/>
                  <a:gd name="connsiteX22" fmla="*/ 505587 w 524636"/>
                  <a:gd name="connsiteY22" fmla="*/ 654082 h 718756"/>
                  <a:gd name="connsiteX23" fmla="*/ 472059 w 524636"/>
                  <a:gd name="connsiteY23" fmla="*/ 654082 h 718756"/>
                  <a:gd name="connsiteX24" fmla="*/ 472059 w 524636"/>
                  <a:gd name="connsiteY24" fmla="*/ 547021 h 718756"/>
                  <a:gd name="connsiteX25" fmla="*/ 356902 w 524636"/>
                  <a:gd name="connsiteY25" fmla="*/ 359569 h 718756"/>
                  <a:gd name="connsiteX26" fmla="*/ 472059 w 524636"/>
                  <a:gd name="connsiteY26" fmla="*/ 172117 h 718756"/>
                  <a:gd name="connsiteX27" fmla="*/ 288893 w 524636"/>
                  <a:gd name="connsiteY27" fmla="*/ 359569 h 718756"/>
                  <a:gd name="connsiteX28" fmla="*/ 288893 w 524636"/>
                  <a:gd name="connsiteY28" fmla="*/ 359569 h 718756"/>
                  <a:gd name="connsiteX29" fmla="*/ 310706 w 524636"/>
                  <a:gd name="connsiteY29" fmla="*/ 389477 h 718756"/>
                  <a:gd name="connsiteX30" fmla="*/ 427482 w 524636"/>
                  <a:gd name="connsiteY30" fmla="*/ 547021 h 718756"/>
                  <a:gd name="connsiteX31" fmla="*/ 427482 w 524636"/>
                  <a:gd name="connsiteY31" fmla="*/ 648557 h 718756"/>
                  <a:gd name="connsiteX32" fmla="*/ 97536 w 524636"/>
                  <a:gd name="connsiteY32" fmla="*/ 648557 h 718756"/>
                  <a:gd name="connsiteX33" fmla="*/ 97536 w 524636"/>
                  <a:gd name="connsiteY33" fmla="*/ 547021 h 718756"/>
                  <a:gd name="connsiteX34" fmla="*/ 214312 w 524636"/>
                  <a:gd name="connsiteY34" fmla="*/ 389477 h 718756"/>
                  <a:gd name="connsiteX35" fmla="*/ 236125 w 524636"/>
                  <a:gd name="connsiteY35" fmla="*/ 359569 h 718756"/>
                  <a:gd name="connsiteX36" fmla="*/ 236125 w 524636"/>
                  <a:gd name="connsiteY36" fmla="*/ 359569 h 718756"/>
                  <a:gd name="connsiteX37" fmla="*/ 214312 w 524636"/>
                  <a:gd name="connsiteY37" fmla="*/ 329660 h 718756"/>
                  <a:gd name="connsiteX38" fmla="*/ 97536 w 524636"/>
                  <a:gd name="connsiteY38" fmla="*/ 172117 h 718756"/>
                  <a:gd name="connsiteX39" fmla="*/ 97536 w 524636"/>
                  <a:gd name="connsiteY39" fmla="*/ 70580 h 718756"/>
                  <a:gd name="connsiteX40" fmla="*/ 427482 w 524636"/>
                  <a:gd name="connsiteY40" fmla="*/ 70580 h 718756"/>
                  <a:gd name="connsiteX41" fmla="*/ 427482 w 524636"/>
                  <a:gd name="connsiteY41" fmla="*/ 172117 h 718756"/>
                  <a:gd name="connsiteX42" fmla="*/ 310706 w 524636"/>
                  <a:gd name="connsiteY42" fmla="*/ 329660 h 718756"/>
                  <a:gd name="connsiteX43" fmla="*/ 288893 w 524636"/>
                  <a:gd name="connsiteY43" fmla="*/ 359569 h 71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524636" h="718756">
                    <a:moveTo>
                      <a:pt x="472059" y="172117"/>
                    </a:moveTo>
                    <a:lnTo>
                      <a:pt x="472059" y="65437"/>
                    </a:lnTo>
                    <a:lnTo>
                      <a:pt x="504825" y="65437"/>
                    </a:lnTo>
                    <a:cubicBezTo>
                      <a:pt x="515346" y="65437"/>
                      <a:pt x="523875" y="56908"/>
                      <a:pt x="523875" y="46387"/>
                    </a:cubicBezTo>
                    <a:lnTo>
                      <a:pt x="523875" y="19050"/>
                    </a:lnTo>
                    <a:cubicBezTo>
                      <a:pt x="523875" y="8529"/>
                      <a:pt x="515346" y="0"/>
                      <a:pt x="504825" y="0"/>
                    </a:cubicBez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46006"/>
                    </a:lnTo>
                    <a:cubicBezTo>
                      <a:pt x="0" y="56527"/>
                      <a:pt x="8529" y="65056"/>
                      <a:pt x="19050" y="65056"/>
                    </a:cubicBezTo>
                    <a:lnTo>
                      <a:pt x="52959" y="65056"/>
                    </a:lnTo>
                    <a:lnTo>
                      <a:pt x="52959" y="171736"/>
                    </a:lnTo>
                    <a:cubicBezTo>
                      <a:pt x="52788" y="251071"/>
                      <a:pt x="97335" y="323733"/>
                      <a:pt x="168116" y="359569"/>
                    </a:cubicBezTo>
                    <a:cubicBezTo>
                      <a:pt x="97458" y="395343"/>
                      <a:pt x="52931" y="467822"/>
                      <a:pt x="52959" y="547021"/>
                    </a:cubicBezTo>
                    <a:lnTo>
                      <a:pt x="52959" y="653701"/>
                    </a:lnTo>
                    <a:lnTo>
                      <a:pt x="19812" y="653701"/>
                    </a:lnTo>
                    <a:cubicBezTo>
                      <a:pt x="9291" y="653701"/>
                      <a:pt x="762" y="662230"/>
                      <a:pt x="762" y="672751"/>
                    </a:cubicBezTo>
                    <a:lnTo>
                      <a:pt x="762" y="699707"/>
                    </a:lnTo>
                    <a:cubicBezTo>
                      <a:pt x="762" y="710228"/>
                      <a:pt x="9291" y="718757"/>
                      <a:pt x="19812" y="718757"/>
                    </a:cubicBezTo>
                    <a:lnTo>
                      <a:pt x="505587" y="718757"/>
                    </a:lnTo>
                    <a:cubicBezTo>
                      <a:pt x="516108" y="718757"/>
                      <a:pt x="524637" y="710228"/>
                      <a:pt x="524637" y="699707"/>
                    </a:cubicBezTo>
                    <a:lnTo>
                      <a:pt x="524637" y="673132"/>
                    </a:lnTo>
                    <a:cubicBezTo>
                      <a:pt x="524637" y="662611"/>
                      <a:pt x="516108" y="654082"/>
                      <a:pt x="505587" y="654082"/>
                    </a:cubicBezTo>
                    <a:lnTo>
                      <a:pt x="472059" y="654082"/>
                    </a:lnTo>
                    <a:lnTo>
                      <a:pt x="472059" y="547021"/>
                    </a:lnTo>
                    <a:cubicBezTo>
                      <a:pt x="472087" y="467822"/>
                      <a:pt x="427560" y="395343"/>
                      <a:pt x="356902" y="359569"/>
                    </a:cubicBezTo>
                    <a:cubicBezTo>
                      <a:pt x="427560" y="323795"/>
                      <a:pt x="472087" y="251315"/>
                      <a:pt x="472059" y="172117"/>
                    </a:cubicBezTo>
                    <a:close/>
                    <a:moveTo>
                      <a:pt x="288893" y="359569"/>
                    </a:moveTo>
                    <a:lnTo>
                      <a:pt x="288893" y="359569"/>
                    </a:lnTo>
                    <a:cubicBezTo>
                      <a:pt x="288808" y="373246"/>
                      <a:pt x="297657" y="385378"/>
                      <a:pt x="310706" y="389477"/>
                    </a:cubicBezTo>
                    <a:cubicBezTo>
                      <a:pt x="379987" y="410673"/>
                      <a:pt x="427349" y="474569"/>
                      <a:pt x="427482" y="547021"/>
                    </a:cubicBezTo>
                    <a:lnTo>
                      <a:pt x="427482" y="648557"/>
                    </a:lnTo>
                    <a:lnTo>
                      <a:pt x="97536" y="648557"/>
                    </a:lnTo>
                    <a:lnTo>
                      <a:pt x="97536" y="547021"/>
                    </a:lnTo>
                    <a:cubicBezTo>
                      <a:pt x="97669" y="474569"/>
                      <a:pt x="145031" y="410673"/>
                      <a:pt x="214312" y="389477"/>
                    </a:cubicBezTo>
                    <a:cubicBezTo>
                      <a:pt x="227361" y="385378"/>
                      <a:pt x="236210" y="373246"/>
                      <a:pt x="236125" y="359569"/>
                    </a:cubicBezTo>
                    <a:lnTo>
                      <a:pt x="236125" y="359569"/>
                    </a:lnTo>
                    <a:cubicBezTo>
                      <a:pt x="236210" y="345891"/>
                      <a:pt x="227362" y="333759"/>
                      <a:pt x="214312" y="329660"/>
                    </a:cubicBezTo>
                    <a:cubicBezTo>
                      <a:pt x="145031" y="308464"/>
                      <a:pt x="97669" y="244568"/>
                      <a:pt x="97536" y="172117"/>
                    </a:cubicBezTo>
                    <a:lnTo>
                      <a:pt x="97536" y="70580"/>
                    </a:lnTo>
                    <a:lnTo>
                      <a:pt x="427482" y="70580"/>
                    </a:lnTo>
                    <a:lnTo>
                      <a:pt x="427482" y="172117"/>
                    </a:lnTo>
                    <a:cubicBezTo>
                      <a:pt x="427349" y="244568"/>
                      <a:pt x="379987" y="308464"/>
                      <a:pt x="310706" y="329660"/>
                    </a:cubicBezTo>
                    <a:cubicBezTo>
                      <a:pt x="297657" y="333759"/>
                      <a:pt x="288808" y="345891"/>
                      <a:pt x="288893" y="35956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1FEF3F92-CFB5-BCDC-A5D4-455C6D2C056D}"/>
              </a:ext>
            </a:extLst>
          </p:cNvPr>
          <p:cNvGrpSpPr/>
          <p:nvPr/>
        </p:nvGrpSpPr>
        <p:grpSpPr>
          <a:xfrm>
            <a:off x="285082" y="3108546"/>
            <a:ext cx="431942" cy="347264"/>
            <a:chOff x="93414" y="3104084"/>
            <a:chExt cx="623610" cy="501358"/>
          </a:xfrm>
        </p:grpSpPr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id="{A108FC82-C4B0-575A-7B2D-C9D3D417F067}"/>
                </a:ext>
              </a:extLst>
            </p:cNvPr>
            <p:cNvSpPr/>
            <p:nvPr/>
          </p:nvSpPr>
          <p:spPr>
            <a:xfrm>
              <a:off x="93414" y="3104084"/>
              <a:ext cx="623610" cy="501358"/>
            </a:xfrm>
            <a:prstGeom prst="roundRect">
              <a:avLst/>
            </a:prstGeom>
            <a:solidFill>
              <a:srgbClr val="F3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id="{31523103-02CB-1EFA-CC79-266F3F837AF1}"/>
                </a:ext>
              </a:extLst>
            </p:cNvPr>
            <p:cNvGrpSpPr/>
            <p:nvPr/>
          </p:nvGrpSpPr>
          <p:grpSpPr>
            <a:xfrm flipH="1">
              <a:off x="252426" y="3192865"/>
              <a:ext cx="305586" cy="323796"/>
              <a:chOff x="10784082" y="25606"/>
              <a:chExt cx="683195" cy="723906"/>
            </a:xfrm>
          </p:grpSpPr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18CCD895-F971-9A80-8881-BD87D2FB2D31}"/>
                  </a:ext>
                </a:extLst>
              </p:cNvPr>
              <p:cNvSpPr/>
              <p:nvPr/>
            </p:nvSpPr>
            <p:spPr>
              <a:xfrm>
                <a:off x="10784082" y="25610"/>
                <a:ext cx="332140" cy="723902"/>
              </a:xfrm>
              <a:custGeom>
                <a:avLst/>
                <a:gdLst>
                  <a:gd name="connsiteX0" fmla="*/ 303947 w 332140"/>
                  <a:gd name="connsiteY0" fmla="*/ 0 h 723902"/>
                  <a:gd name="connsiteX1" fmla="*/ 194296 w 332140"/>
                  <a:gd name="connsiteY1" fmla="*/ 80963 h 723902"/>
                  <a:gd name="connsiteX2" fmla="*/ 193552 w 332140"/>
                  <a:gd name="connsiteY2" fmla="*/ 83902 h 723902"/>
                  <a:gd name="connsiteX3" fmla="*/ 193440 w 332140"/>
                  <a:gd name="connsiteY3" fmla="*/ 84199 h 723902"/>
                  <a:gd name="connsiteX4" fmla="*/ 193328 w 332140"/>
                  <a:gd name="connsiteY4" fmla="*/ 84386 h 723902"/>
                  <a:gd name="connsiteX5" fmla="*/ 189310 w 332140"/>
                  <a:gd name="connsiteY5" fmla="*/ 114188 h 723902"/>
                  <a:gd name="connsiteX6" fmla="*/ 179785 w 332140"/>
                  <a:gd name="connsiteY6" fmla="*/ 123713 h 723902"/>
                  <a:gd name="connsiteX7" fmla="*/ 170260 w 332140"/>
                  <a:gd name="connsiteY7" fmla="*/ 114188 h 723902"/>
                  <a:gd name="connsiteX8" fmla="*/ 172939 w 332140"/>
                  <a:gd name="connsiteY8" fmla="*/ 88106 h 723902"/>
                  <a:gd name="connsiteX9" fmla="*/ 149610 w 332140"/>
                  <a:gd name="connsiteY9" fmla="*/ 85539 h 723902"/>
                  <a:gd name="connsiteX10" fmla="*/ 43606 w 332140"/>
                  <a:gd name="connsiteY10" fmla="*/ 191657 h 723902"/>
                  <a:gd name="connsiteX11" fmla="*/ 53020 w 332140"/>
                  <a:gd name="connsiteY11" fmla="*/ 234892 h 723902"/>
                  <a:gd name="connsiteX12" fmla="*/ 80441 w 332140"/>
                  <a:gd name="connsiteY12" fmla="*/ 224213 h 723902"/>
                  <a:gd name="connsiteX13" fmla="*/ 92050 w 332140"/>
                  <a:gd name="connsiteY13" fmla="*/ 231059 h 723902"/>
                  <a:gd name="connsiteX14" fmla="*/ 85279 w 332140"/>
                  <a:gd name="connsiteY14" fmla="*/ 242668 h 723902"/>
                  <a:gd name="connsiteX15" fmla="*/ 53653 w 332140"/>
                  <a:gd name="connsiteY15" fmla="*/ 256286 h 723902"/>
                  <a:gd name="connsiteX16" fmla="*/ 53541 w 332140"/>
                  <a:gd name="connsiteY16" fmla="*/ 256398 h 723902"/>
                  <a:gd name="connsiteX17" fmla="*/ 53430 w 332140"/>
                  <a:gd name="connsiteY17" fmla="*/ 256509 h 723902"/>
                  <a:gd name="connsiteX18" fmla="*/ 0 w 332140"/>
                  <a:gd name="connsiteY18" fmla="*/ 352988 h 723902"/>
                  <a:gd name="connsiteX19" fmla="*/ 44947 w 332140"/>
                  <a:gd name="connsiteY19" fmla="*/ 443960 h 723902"/>
                  <a:gd name="connsiteX20" fmla="*/ 45914 w 332140"/>
                  <a:gd name="connsiteY20" fmla="*/ 445113 h 723902"/>
                  <a:gd name="connsiteX21" fmla="*/ 47142 w 332140"/>
                  <a:gd name="connsiteY21" fmla="*/ 446527 h 723902"/>
                  <a:gd name="connsiteX22" fmla="*/ 47886 w 332140"/>
                  <a:gd name="connsiteY22" fmla="*/ 448164 h 723902"/>
                  <a:gd name="connsiteX23" fmla="*/ 48444 w 332140"/>
                  <a:gd name="connsiteY23" fmla="*/ 449876 h 723902"/>
                  <a:gd name="connsiteX24" fmla="*/ 48444 w 332140"/>
                  <a:gd name="connsiteY24" fmla="*/ 451699 h 723902"/>
                  <a:gd name="connsiteX25" fmla="*/ 48332 w 332140"/>
                  <a:gd name="connsiteY25" fmla="*/ 453522 h 723902"/>
                  <a:gd name="connsiteX26" fmla="*/ 47663 w 332140"/>
                  <a:gd name="connsiteY26" fmla="*/ 455345 h 723902"/>
                  <a:gd name="connsiteX27" fmla="*/ 47105 w 332140"/>
                  <a:gd name="connsiteY27" fmla="*/ 456759 h 723902"/>
                  <a:gd name="connsiteX28" fmla="*/ 28724 w 332140"/>
                  <a:gd name="connsiteY28" fmla="*/ 518783 h 723902"/>
                  <a:gd name="connsiteX29" fmla="*/ 142834 w 332140"/>
                  <a:gd name="connsiteY29" fmla="*/ 632969 h 723902"/>
                  <a:gd name="connsiteX30" fmla="*/ 171781 w 332140"/>
                  <a:gd name="connsiteY30" fmla="*/ 629248 h 723902"/>
                  <a:gd name="connsiteX31" fmla="*/ 170144 w 332140"/>
                  <a:gd name="connsiteY31" fmla="*/ 609714 h 723902"/>
                  <a:gd name="connsiteX32" fmla="*/ 179669 w 332140"/>
                  <a:gd name="connsiteY32" fmla="*/ 600189 h 723902"/>
                  <a:gd name="connsiteX33" fmla="*/ 189194 w 332140"/>
                  <a:gd name="connsiteY33" fmla="*/ 609714 h 723902"/>
                  <a:gd name="connsiteX34" fmla="*/ 191761 w 332140"/>
                  <a:gd name="connsiteY34" fmla="*/ 633899 h 723902"/>
                  <a:gd name="connsiteX35" fmla="*/ 303566 w 332140"/>
                  <a:gd name="connsiteY35" fmla="*/ 723903 h 723902"/>
                  <a:gd name="connsiteX36" fmla="*/ 332141 w 332140"/>
                  <a:gd name="connsiteY36" fmla="*/ 694174 h 723902"/>
                  <a:gd name="connsiteX37" fmla="*/ 332141 w 332140"/>
                  <a:gd name="connsiteY37" fmla="*/ 573769 h 723902"/>
                  <a:gd name="connsiteX38" fmla="*/ 262043 w 332140"/>
                  <a:gd name="connsiteY38" fmla="*/ 517474 h 723902"/>
                  <a:gd name="connsiteX39" fmla="*/ 251290 w 332140"/>
                  <a:gd name="connsiteY39" fmla="*/ 509288 h 723902"/>
                  <a:gd name="connsiteX40" fmla="*/ 259475 w 332140"/>
                  <a:gd name="connsiteY40" fmla="*/ 498610 h 723902"/>
                  <a:gd name="connsiteX41" fmla="*/ 332141 w 332140"/>
                  <a:gd name="connsiteY41" fmla="*/ 535371 h 723902"/>
                  <a:gd name="connsiteX42" fmla="*/ 332141 w 332140"/>
                  <a:gd name="connsiteY42" fmla="*/ 396144 h 723902"/>
                  <a:gd name="connsiteX43" fmla="*/ 279567 w 332140"/>
                  <a:gd name="connsiteY43" fmla="*/ 337766 h 723902"/>
                  <a:gd name="connsiteX44" fmla="*/ 276144 w 332140"/>
                  <a:gd name="connsiteY44" fmla="*/ 336799 h 723902"/>
                  <a:gd name="connsiteX45" fmla="*/ 244816 w 332140"/>
                  <a:gd name="connsiteY45" fmla="*/ 341003 h 723902"/>
                  <a:gd name="connsiteX46" fmla="*/ 232240 w 332140"/>
                  <a:gd name="connsiteY46" fmla="*/ 336055 h 723902"/>
                  <a:gd name="connsiteX47" fmla="*/ 237188 w 332140"/>
                  <a:gd name="connsiteY47" fmla="*/ 323479 h 723902"/>
                  <a:gd name="connsiteX48" fmla="*/ 254341 w 332140"/>
                  <a:gd name="connsiteY48" fmla="*/ 318158 h 723902"/>
                  <a:gd name="connsiteX49" fmla="*/ 239756 w 332140"/>
                  <a:gd name="connsiteY49" fmla="*/ 260711 h 723902"/>
                  <a:gd name="connsiteX50" fmla="*/ 252406 w 332140"/>
                  <a:gd name="connsiteY50" fmla="*/ 255948 h 723902"/>
                  <a:gd name="connsiteX51" fmla="*/ 257169 w 332140"/>
                  <a:gd name="connsiteY51" fmla="*/ 268524 h 723902"/>
                  <a:gd name="connsiteX52" fmla="*/ 284218 w 332140"/>
                  <a:gd name="connsiteY52" fmla="*/ 319498 h 723902"/>
                  <a:gd name="connsiteX53" fmla="*/ 332140 w 332140"/>
                  <a:gd name="connsiteY53" fmla="*/ 358342 h 723902"/>
                  <a:gd name="connsiteX54" fmla="*/ 332140 w 332140"/>
                  <a:gd name="connsiteY54" fmla="*/ 153259 h 723902"/>
                  <a:gd name="connsiteX55" fmla="*/ 262042 w 332140"/>
                  <a:gd name="connsiteY55" fmla="*/ 97077 h 723902"/>
                  <a:gd name="connsiteX56" fmla="*/ 251289 w 332140"/>
                  <a:gd name="connsiteY56" fmla="*/ 88892 h 723902"/>
                  <a:gd name="connsiteX57" fmla="*/ 259475 w 332140"/>
                  <a:gd name="connsiteY57" fmla="*/ 78213 h 723902"/>
                  <a:gd name="connsiteX58" fmla="*/ 332140 w 332140"/>
                  <a:gd name="connsiteY58" fmla="*/ 114974 h 723902"/>
                  <a:gd name="connsiteX59" fmla="*/ 332140 w 332140"/>
                  <a:gd name="connsiteY59" fmla="*/ 29733 h 723902"/>
                  <a:gd name="connsiteX60" fmla="*/ 303937 w 332140"/>
                  <a:gd name="connsiteY60" fmla="*/ 4 h 723902"/>
                  <a:gd name="connsiteX61" fmla="*/ 107456 w 332140"/>
                  <a:gd name="connsiteY61" fmla="*/ 267672 h 723902"/>
                  <a:gd name="connsiteX62" fmla="*/ 181275 w 332140"/>
                  <a:gd name="connsiteY62" fmla="*/ 213200 h 723902"/>
                  <a:gd name="connsiteX63" fmla="*/ 191842 w 332140"/>
                  <a:gd name="connsiteY63" fmla="*/ 204828 h 723902"/>
                  <a:gd name="connsiteX64" fmla="*/ 200214 w 332140"/>
                  <a:gd name="connsiteY64" fmla="*/ 215507 h 723902"/>
                  <a:gd name="connsiteX65" fmla="*/ 111065 w 332140"/>
                  <a:gd name="connsiteY65" fmla="*/ 286386 h 723902"/>
                  <a:gd name="connsiteX66" fmla="*/ 109242 w 332140"/>
                  <a:gd name="connsiteY66" fmla="*/ 286572 h 723902"/>
                  <a:gd name="connsiteX67" fmla="*/ 99903 w 332140"/>
                  <a:gd name="connsiteY67" fmla="*/ 278870 h 723902"/>
                  <a:gd name="connsiteX68" fmla="*/ 107456 w 332140"/>
                  <a:gd name="connsiteY68" fmla="*/ 267671 h 723902"/>
                  <a:gd name="connsiteX69" fmla="*/ 190800 w 332140"/>
                  <a:gd name="connsiteY69" fmla="*/ 519113 h 723902"/>
                  <a:gd name="connsiteX70" fmla="*/ 188902 w 332140"/>
                  <a:gd name="connsiteY70" fmla="*/ 518926 h 723902"/>
                  <a:gd name="connsiteX71" fmla="*/ 99828 w 332140"/>
                  <a:gd name="connsiteY71" fmla="*/ 448047 h 723902"/>
                  <a:gd name="connsiteX72" fmla="*/ 108126 w 332140"/>
                  <a:gd name="connsiteY72" fmla="*/ 437369 h 723902"/>
                  <a:gd name="connsiteX73" fmla="*/ 118693 w 332140"/>
                  <a:gd name="connsiteY73" fmla="*/ 445740 h 723902"/>
                  <a:gd name="connsiteX74" fmla="*/ 192623 w 332140"/>
                  <a:gd name="connsiteY74" fmla="*/ 500212 h 723902"/>
                  <a:gd name="connsiteX75" fmla="*/ 200139 w 332140"/>
                  <a:gd name="connsiteY75" fmla="*/ 511374 h 723902"/>
                  <a:gd name="connsiteX76" fmla="*/ 190800 w 332140"/>
                  <a:gd name="connsiteY76" fmla="*/ 519113 h 723902"/>
                  <a:gd name="connsiteX77" fmla="*/ 202222 w 332140"/>
                  <a:gd name="connsiteY77" fmla="*/ 368056 h 723902"/>
                  <a:gd name="connsiteX78" fmla="*/ 164978 w 332140"/>
                  <a:gd name="connsiteY78" fmla="*/ 386547 h 723902"/>
                  <a:gd name="connsiteX79" fmla="*/ 127733 w 332140"/>
                  <a:gd name="connsiteY79" fmla="*/ 368056 h 723902"/>
                  <a:gd name="connsiteX80" fmla="*/ 105074 w 332140"/>
                  <a:gd name="connsiteY80" fmla="*/ 356446 h 723902"/>
                  <a:gd name="connsiteX81" fmla="*/ 95549 w 332140"/>
                  <a:gd name="connsiteY81" fmla="*/ 346921 h 723902"/>
                  <a:gd name="connsiteX82" fmla="*/ 105074 w 332140"/>
                  <a:gd name="connsiteY82" fmla="*/ 337396 h 723902"/>
                  <a:gd name="connsiteX83" fmla="*/ 142430 w 332140"/>
                  <a:gd name="connsiteY83" fmla="*/ 355888 h 723902"/>
                  <a:gd name="connsiteX84" fmla="*/ 187562 w 332140"/>
                  <a:gd name="connsiteY84" fmla="*/ 355888 h 723902"/>
                  <a:gd name="connsiteX85" fmla="*/ 200995 w 332140"/>
                  <a:gd name="connsiteY85" fmla="*/ 354660 h 723902"/>
                  <a:gd name="connsiteX86" fmla="*/ 202222 w 332140"/>
                  <a:gd name="connsiteY86" fmla="*/ 368054 h 723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332140" h="723902">
                    <a:moveTo>
                      <a:pt x="303947" y="0"/>
                    </a:moveTo>
                    <a:cubicBezTo>
                      <a:pt x="252788" y="0"/>
                      <a:pt x="208883" y="32594"/>
                      <a:pt x="194296" y="80963"/>
                    </a:cubicBezTo>
                    <a:cubicBezTo>
                      <a:pt x="193998" y="82004"/>
                      <a:pt x="193738" y="82972"/>
                      <a:pt x="193552" y="83902"/>
                    </a:cubicBezTo>
                    <a:cubicBezTo>
                      <a:pt x="193440" y="84013"/>
                      <a:pt x="193552" y="84088"/>
                      <a:pt x="193440" y="84199"/>
                    </a:cubicBezTo>
                    <a:cubicBezTo>
                      <a:pt x="193440" y="84311"/>
                      <a:pt x="193440" y="84311"/>
                      <a:pt x="193328" y="84386"/>
                    </a:cubicBezTo>
                    <a:cubicBezTo>
                      <a:pt x="190761" y="94022"/>
                      <a:pt x="189310" y="103994"/>
                      <a:pt x="189310" y="114188"/>
                    </a:cubicBezTo>
                    <a:cubicBezTo>
                      <a:pt x="189310" y="119434"/>
                      <a:pt x="185031" y="123713"/>
                      <a:pt x="179785" y="123713"/>
                    </a:cubicBezTo>
                    <a:cubicBezTo>
                      <a:pt x="174539" y="123713"/>
                      <a:pt x="170260" y="119434"/>
                      <a:pt x="170260" y="114188"/>
                    </a:cubicBezTo>
                    <a:cubicBezTo>
                      <a:pt x="170260" y="105333"/>
                      <a:pt x="171227" y="96552"/>
                      <a:pt x="172939" y="88106"/>
                    </a:cubicBezTo>
                    <a:cubicBezTo>
                      <a:pt x="165423" y="86394"/>
                      <a:pt x="157609" y="85539"/>
                      <a:pt x="149610" y="85539"/>
                    </a:cubicBezTo>
                    <a:cubicBezTo>
                      <a:pt x="91121" y="85539"/>
                      <a:pt x="43606" y="133052"/>
                      <a:pt x="43606" y="191657"/>
                    </a:cubicBezTo>
                    <a:cubicBezTo>
                      <a:pt x="43606" y="206800"/>
                      <a:pt x="46843" y="221274"/>
                      <a:pt x="53020" y="234892"/>
                    </a:cubicBezTo>
                    <a:cubicBezTo>
                      <a:pt x="61577" y="230427"/>
                      <a:pt x="70731" y="226781"/>
                      <a:pt x="80441" y="224213"/>
                    </a:cubicBezTo>
                    <a:cubicBezTo>
                      <a:pt x="85576" y="222874"/>
                      <a:pt x="90710" y="225925"/>
                      <a:pt x="92050" y="231059"/>
                    </a:cubicBezTo>
                    <a:cubicBezTo>
                      <a:pt x="93390" y="236119"/>
                      <a:pt x="90339" y="241328"/>
                      <a:pt x="85279" y="242668"/>
                    </a:cubicBezTo>
                    <a:cubicBezTo>
                      <a:pt x="73856" y="245608"/>
                      <a:pt x="63289" y="250296"/>
                      <a:pt x="53653" y="256286"/>
                    </a:cubicBezTo>
                    <a:lnTo>
                      <a:pt x="53541" y="256398"/>
                    </a:lnTo>
                    <a:cubicBezTo>
                      <a:pt x="53430" y="256398"/>
                      <a:pt x="53430" y="256509"/>
                      <a:pt x="53430" y="256509"/>
                    </a:cubicBezTo>
                    <a:cubicBezTo>
                      <a:pt x="20836" y="276899"/>
                      <a:pt x="0" y="312990"/>
                      <a:pt x="0" y="352988"/>
                    </a:cubicBezTo>
                    <a:cubicBezTo>
                      <a:pt x="0" y="388893"/>
                      <a:pt x="16372" y="421933"/>
                      <a:pt x="44947" y="443960"/>
                    </a:cubicBezTo>
                    <a:cubicBezTo>
                      <a:pt x="45319" y="444257"/>
                      <a:pt x="45616" y="444704"/>
                      <a:pt x="45914" y="445113"/>
                    </a:cubicBezTo>
                    <a:cubicBezTo>
                      <a:pt x="46398" y="445597"/>
                      <a:pt x="46881" y="445969"/>
                      <a:pt x="47142" y="446527"/>
                    </a:cubicBezTo>
                    <a:cubicBezTo>
                      <a:pt x="47514" y="447011"/>
                      <a:pt x="47700" y="447569"/>
                      <a:pt x="47886" y="448164"/>
                    </a:cubicBezTo>
                    <a:cubicBezTo>
                      <a:pt x="48072" y="448722"/>
                      <a:pt x="48370" y="449317"/>
                      <a:pt x="48444" y="449876"/>
                    </a:cubicBezTo>
                    <a:cubicBezTo>
                      <a:pt x="48556" y="450545"/>
                      <a:pt x="48444" y="451103"/>
                      <a:pt x="48444" y="451699"/>
                    </a:cubicBezTo>
                    <a:cubicBezTo>
                      <a:pt x="48444" y="452368"/>
                      <a:pt x="48444" y="452927"/>
                      <a:pt x="48332" y="453522"/>
                    </a:cubicBezTo>
                    <a:cubicBezTo>
                      <a:pt x="48221" y="454192"/>
                      <a:pt x="47849" y="454675"/>
                      <a:pt x="47663" y="455345"/>
                    </a:cubicBezTo>
                    <a:cubicBezTo>
                      <a:pt x="47365" y="455829"/>
                      <a:pt x="47365" y="456312"/>
                      <a:pt x="47105" y="456759"/>
                    </a:cubicBezTo>
                    <a:cubicBezTo>
                      <a:pt x="35013" y="475065"/>
                      <a:pt x="28724" y="496496"/>
                      <a:pt x="28724" y="518783"/>
                    </a:cubicBezTo>
                    <a:cubicBezTo>
                      <a:pt x="28724" y="581849"/>
                      <a:pt x="79884" y="632969"/>
                      <a:pt x="142834" y="632969"/>
                    </a:cubicBezTo>
                    <a:cubicBezTo>
                      <a:pt x="152731" y="632969"/>
                      <a:pt x="162442" y="631741"/>
                      <a:pt x="171781" y="629248"/>
                    </a:cubicBezTo>
                    <a:cubicBezTo>
                      <a:pt x="170814" y="622774"/>
                      <a:pt x="170144" y="616300"/>
                      <a:pt x="170144" y="609714"/>
                    </a:cubicBezTo>
                    <a:cubicBezTo>
                      <a:pt x="170144" y="604468"/>
                      <a:pt x="174423" y="600189"/>
                      <a:pt x="179669" y="600189"/>
                    </a:cubicBezTo>
                    <a:cubicBezTo>
                      <a:pt x="184915" y="600189"/>
                      <a:pt x="189194" y="604468"/>
                      <a:pt x="189194" y="609714"/>
                    </a:cubicBezTo>
                    <a:cubicBezTo>
                      <a:pt x="189194" y="617825"/>
                      <a:pt x="190050" y="626010"/>
                      <a:pt x="191761" y="633899"/>
                    </a:cubicBezTo>
                    <a:cubicBezTo>
                      <a:pt x="203184" y="686101"/>
                      <a:pt x="250139" y="723903"/>
                      <a:pt x="303566" y="723903"/>
                    </a:cubicBezTo>
                    <a:cubicBezTo>
                      <a:pt x="319491" y="723903"/>
                      <a:pt x="332141" y="710583"/>
                      <a:pt x="332141" y="694174"/>
                    </a:cubicBezTo>
                    <a:lnTo>
                      <a:pt x="332141" y="573769"/>
                    </a:lnTo>
                    <a:cubicBezTo>
                      <a:pt x="311082" y="530051"/>
                      <a:pt x="290618" y="513679"/>
                      <a:pt x="262043" y="517474"/>
                    </a:cubicBezTo>
                    <a:cubicBezTo>
                      <a:pt x="256796" y="518218"/>
                      <a:pt x="252034" y="514535"/>
                      <a:pt x="251290" y="509288"/>
                    </a:cubicBezTo>
                    <a:cubicBezTo>
                      <a:pt x="250620" y="504154"/>
                      <a:pt x="254341" y="499280"/>
                      <a:pt x="259475" y="498610"/>
                    </a:cubicBezTo>
                    <a:cubicBezTo>
                      <a:pt x="293185" y="494145"/>
                      <a:pt x="315881" y="512154"/>
                      <a:pt x="332141" y="535371"/>
                    </a:cubicBezTo>
                    <a:lnTo>
                      <a:pt x="332141" y="396144"/>
                    </a:lnTo>
                    <a:cubicBezTo>
                      <a:pt x="313649" y="357932"/>
                      <a:pt x="295083" y="342714"/>
                      <a:pt x="279567" y="337766"/>
                    </a:cubicBezTo>
                    <a:cubicBezTo>
                      <a:pt x="278340" y="337654"/>
                      <a:pt x="277186" y="337394"/>
                      <a:pt x="276144" y="336799"/>
                    </a:cubicBezTo>
                    <a:cubicBezTo>
                      <a:pt x="261968" y="333450"/>
                      <a:pt x="250620" y="338436"/>
                      <a:pt x="244816" y="341003"/>
                    </a:cubicBezTo>
                    <a:cubicBezTo>
                      <a:pt x="239941" y="343087"/>
                      <a:pt x="234323" y="340817"/>
                      <a:pt x="232240" y="336055"/>
                    </a:cubicBezTo>
                    <a:cubicBezTo>
                      <a:pt x="230156" y="331180"/>
                      <a:pt x="232351" y="325562"/>
                      <a:pt x="237188" y="323479"/>
                    </a:cubicBezTo>
                    <a:cubicBezTo>
                      <a:pt x="242509" y="321209"/>
                      <a:pt x="248351" y="319274"/>
                      <a:pt x="254341" y="318158"/>
                    </a:cubicBezTo>
                    <a:cubicBezTo>
                      <a:pt x="241281" y="303871"/>
                      <a:pt x="229673" y="283295"/>
                      <a:pt x="239756" y="260711"/>
                    </a:cubicBezTo>
                    <a:cubicBezTo>
                      <a:pt x="241951" y="255948"/>
                      <a:pt x="247570" y="253865"/>
                      <a:pt x="252406" y="255948"/>
                    </a:cubicBezTo>
                    <a:cubicBezTo>
                      <a:pt x="257169" y="258144"/>
                      <a:pt x="259252" y="263762"/>
                      <a:pt x="257169" y="268524"/>
                    </a:cubicBezTo>
                    <a:cubicBezTo>
                      <a:pt x="247347" y="290253"/>
                      <a:pt x="275475" y="313024"/>
                      <a:pt x="284218" y="319498"/>
                    </a:cubicBezTo>
                    <a:cubicBezTo>
                      <a:pt x="299919" y="324075"/>
                      <a:pt x="316328" y="335795"/>
                      <a:pt x="332140" y="358342"/>
                    </a:cubicBezTo>
                    <a:lnTo>
                      <a:pt x="332140" y="153259"/>
                    </a:lnTo>
                    <a:cubicBezTo>
                      <a:pt x="311081" y="109653"/>
                      <a:pt x="290691" y="93244"/>
                      <a:pt x="262042" y="97077"/>
                    </a:cubicBezTo>
                    <a:cubicBezTo>
                      <a:pt x="256796" y="97821"/>
                      <a:pt x="252033" y="94138"/>
                      <a:pt x="251289" y="88892"/>
                    </a:cubicBezTo>
                    <a:cubicBezTo>
                      <a:pt x="250619" y="83645"/>
                      <a:pt x="254340" y="78883"/>
                      <a:pt x="259475" y="78213"/>
                    </a:cubicBezTo>
                    <a:cubicBezTo>
                      <a:pt x="293185" y="73748"/>
                      <a:pt x="315881" y="91645"/>
                      <a:pt x="332140" y="114974"/>
                    </a:cubicBezTo>
                    <a:lnTo>
                      <a:pt x="332140" y="29733"/>
                    </a:lnTo>
                    <a:cubicBezTo>
                      <a:pt x="332140" y="13324"/>
                      <a:pt x="319490" y="4"/>
                      <a:pt x="303937" y="4"/>
                    </a:cubicBezTo>
                    <a:close/>
                    <a:moveTo>
                      <a:pt x="107456" y="267672"/>
                    </a:moveTo>
                    <a:cubicBezTo>
                      <a:pt x="156420" y="258035"/>
                      <a:pt x="177852" y="242333"/>
                      <a:pt x="181275" y="213200"/>
                    </a:cubicBezTo>
                    <a:cubicBezTo>
                      <a:pt x="181945" y="207954"/>
                      <a:pt x="186707" y="204233"/>
                      <a:pt x="191842" y="204828"/>
                    </a:cubicBezTo>
                    <a:cubicBezTo>
                      <a:pt x="197088" y="205498"/>
                      <a:pt x="200809" y="210261"/>
                      <a:pt x="200214" y="215507"/>
                    </a:cubicBezTo>
                    <a:cubicBezTo>
                      <a:pt x="194409" y="263987"/>
                      <a:pt x="149538" y="278833"/>
                      <a:pt x="111065" y="286386"/>
                    </a:cubicBezTo>
                    <a:cubicBezTo>
                      <a:pt x="110507" y="286572"/>
                      <a:pt x="109837" y="286572"/>
                      <a:pt x="109242" y="286572"/>
                    </a:cubicBezTo>
                    <a:cubicBezTo>
                      <a:pt x="104777" y="286572"/>
                      <a:pt x="100759" y="283447"/>
                      <a:pt x="99903" y="278870"/>
                    </a:cubicBezTo>
                    <a:cubicBezTo>
                      <a:pt x="98899" y="273661"/>
                      <a:pt x="102322" y="268713"/>
                      <a:pt x="107456" y="267671"/>
                    </a:cubicBezTo>
                    <a:close/>
                    <a:moveTo>
                      <a:pt x="190800" y="519113"/>
                    </a:moveTo>
                    <a:cubicBezTo>
                      <a:pt x="190130" y="519113"/>
                      <a:pt x="189572" y="519113"/>
                      <a:pt x="188902" y="518926"/>
                    </a:cubicBezTo>
                    <a:cubicBezTo>
                      <a:pt x="150505" y="511411"/>
                      <a:pt x="105559" y="496527"/>
                      <a:pt x="99828" y="448047"/>
                    </a:cubicBezTo>
                    <a:cubicBezTo>
                      <a:pt x="99159" y="442801"/>
                      <a:pt x="102879" y="438038"/>
                      <a:pt x="108126" y="437369"/>
                    </a:cubicBezTo>
                    <a:cubicBezTo>
                      <a:pt x="113372" y="436811"/>
                      <a:pt x="118134" y="440494"/>
                      <a:pt x="118693" y="445740"/>
                    </a:cubicBezTo>
                    <a:cubicBezTo>
                      <a:pt x="122227" y="474873"/>
                      <a:pt x="143547" y="490612"/>
                      <a:pt x="192623" y="500212"/>
                    </a:cubicBezTo>
                    <a:cubicBezTo>
                      <a:pt x="197757" y="501254"/>
                      <a:pt x="201106" y="506202"/>
                      <a:pt x="200139" y="511374"/>
                    </a:cubicBezTo>
                    <a:cubicBezTo>
                      <a:pt x="199171" y="515988"/>
                      <a:pt x="195264" y="519113"/>
                      <a:pt x="190800" y="519113"/>
                    </a:cubicBezTo>
                    <a:close/>
                    <a:moveTo>
                      <a:pt x="202222" y="368056"/>
                    </a:moveTo>
                    <a:cubicBezTo>
                      <a:pt x="192400" y="379962"/>
                      <a:pt x="179154" y="386547"/>
                      <a:pt x="164978" y="386547"/>
                    </a:cubicBezTo>
                    <a:cubicBezTo>
                      <a:pt x="150802" y="386547"/>
                      <a:pt x="137556" y="379962"/>
                      <a:pt x="127733" y="368056"/>
                    </a:cubicBezTo>
                    <a:cubicBezTo>
                      <a:pt x="121557" y="360540"/>
                      <a:pt x="113557" y="356446"/>
                      <a:pt x="105074" y="356446"/>
                    </a:cubicBezTo>
                    <a:cubicBezTo>
                      <a:pt x="99828" y="356446"/>
                      <a:pt x="95549" y="352168"/>
                      <a:pt x="95549" y="346921"/>
                    </a:cubicBezTo>
                    <a:cubicBezTo>
                      <a:pt x="95549" y="341675"/>
                      <a:pt x="99828" y="337396"/>
                      <a:pt x="105074" y="337396"/>
                    </a:cubicBezTo>
                    <a:cubicBezTo>
                      <a:pt x="119176" y="337396"/>
                      <a:pt x="132681" y="344168"/>
                      <a:pt x="142430" y="355888"/>
                    </a:cubicBezTo>
                    <a:cubicBezTo>
                      <a:pt x="154709" y="370845"/>
                      <a:pt x="175284" y="370845"/>
                      <a:pt x="187562" y="355888"/>
                    </a:cubicBezTo>
                    <a:cubicBezTo>
                      <a:pt x="190911" y="351870"/>
                      <a:pt x="196901" y="351312"/>
                      <a:pt x="200995" y="354660"/>
                    </a:cubicBezTo>
                    <a:cubicBezTo>
                      <a:pt x="204976" y="357935"/>
                      <a:pt x="205571" y="363962"/>
                      <a:pt x="202222" y="3680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0EF2F595-B9CB-2C1F-7EDD-0FFD33BA2B0C}"/>
                  </a:ext>
                </a:extLst>
              </p:cNvPr>
              <p:cNvSpPr/>
              <p:nvPr/>
            </p:nvSpPr>
            <p:spPr>
              <a:xfrm>
                <a:off x="11135241" y="25606"/>
                <a:ext cx="332036" cy="723899"/>
              </a:xfrm>
              <a:custGeom>
                <a:avLst/>
                <a:gdLst>
                  <a:gd name="connsiteX0" fmla="*/ 284448 w 332036"/>
                  <a:gd name="connsiteY0" fmla="*/ 455308 h 723899"/>
                  <a:gd name="connsiteX1" fmla="*/ 283704 w 332036"/>
                  <a:gd name="connsiteY1" fmla="*/ 453484 h 723899"/>
                  <a:gd name="connsiteX2" fmla="*/ 283592 w 332036"/>
                  <a:gd name="connsiteY2" fmla="*/ 451773 h 723899"/>
                  <a:gd name="connsiteX3" fmla="*/ 283592 w 332036"/>
                  <a:gd name="connsiteY3" fmla="*/ 449875 h 723899"/>
                  <a:gd name="connsiteX4" fmla="*/ 284151 w 332036"/>
                  <a:gd name="connsiteY4" fmla="*/ 448238 h 723899"/>
                  <a:gd name="connsiteX5" fmla="*/ 284895 w 332036"/>
                  <a:gd name="connsiteY5" fmla="*/ 446527 h 723899"/>
                  <a:gd name="connsiteX6" fmla="*/ 286123 w 332036"/>
                  <a:gd name="connsiteY6" fmla="*/ 445113 h 723899"/>
                  <a:gd name="connsiteX7" fmla="*/ 287090 w 332036"/>
                  <a:gd name="connsiteY7" fmla="*/ 443959 h 723899"/>
                  <a:gd name="connsiteX8" fmla="*/ 332037 w 332036"/>
                  <a:gd name="connsiteY8" fmla="*/ 352988 h 723899"/>
                  <a:gd name="connsiteX9" fmla="*/ 278681 w 332036"/>
                  <a:gd name="connsiteY9" fmla="*/ 256509 h 723899"/>
                  <a:gd name="connsiteX10" fmla="*/ 278495 w 332036"/>
                  <a:gd name="connsiteY10" fmla="*/ 256398 h 723899"/>
                  <a:gd name="connsiteX11" fmla="*/ 278384 w 332036"/>
                  <a:gd name="connsiteY11" fmla="*/ 256286 h 723899"/>
                  <a:gd name="connsiteX12" fmla="*/ 246758 w 332036"/>
                  <a:gd name="connsiteY12" fmla="*/ 242668 h 723899"/>
                  <a:gd name="connsiteX13" fmla="*/ 239986 w 332036"/>
                  <a:gd name="connsiteY13" fmla="*/ 231059 h 723899"/>
                  <a:gd name="connsiteX14" fmla="*/ 251595 w 332036"/>
                  <a:gd name="connsiteY14" fmla="*/ 224213 h 723899"/>
                  <a:gd name="connsiteX15" fmla="*/ 279017 w 332036"/>
                  <a:gd name="connsiteY15" fmla="*/ 234891 h 723899"/>
                  <a:gd name="connsiteX16" fmla="*/ 288430 w 332036"/>
                  <a:gd name="connsiteY16" fmla="*/ 191657 h 723899"/>
                  <a:gd name="connsiteX17" fmla="*/ 182426 w 332036"/>
                  <a:gd name="connsiteY17" fmla="*/ 85538 h 723899"/>
                  <a:gd name="connsiteX18" fmla="*/ 159098 w 332036"/>
                  <a:gd name="connsiteY18" fmla="*/ 88106 h 723899"/>
                  <a:gd name="connsiteX19" fmla="*/ 161777 w 332036"/>
                  <a:gd name="connsiteY19" fmla="*/ 114188 h 723899"/>
                  <a:gd name="connsiteX20" fmla="*/ 152252 w 332036"/>
                  <a:gd name="connsiteY20" fmla="*/ 123713 h 723899"/>
                  <a:gd name="connsiteX21" fmla="*/ 142727 w 332036"/>
                  <a:gd name="connsiteY21" fmla="*/ 114188 h 723899"/>
                  <a:gd name="connsiteX22" fmla="*/ 138708 w 332036"/>
                  <a:gd name="connsiteY22" fmla="*/ 84274 h 723899"/>
                  <a:gd name="connsiteX23" fmla="*/ 138597 w 332036"/>
                  <a:gd name="connsiteY23" fmla="*/ 84162 h 723899"/>
                  <a:gd name="connsiteX24" fmla="*/ 138485 w 332036"/>
                  <a:gd name="connsiteY24" fmla="*/ 83865 h 723899"/>
                  <a:gd name="connsiteX25" fmla="*/ 137741 w 332036"/>
                  <a:gd name="connsiteY25" fmla="*/ 81000 h 723899"/>
                  <a:gd name="connsiteX26" fmla="*/ 28613 w 332036"/>
                  <a:gd name="connsiteY26" fmla="*/ 0 h 723899"/>
                  <a:gd name="connsiteX27" fmla="*/ 38 w 332036"/>
                  <a:gd name="connsiteY27" fmla="*/ 29728 h 723899"/>
                  <a:gd name="connsiteX28" fmla="*/ 38 w 332036"/>
                  <a:gd name="connsiteY28" fmla="*/ 180309 h 723899"/>
                  <a:gd name="connsiteX29" fmla="*/ 72703 w 332036"/>
                  <a:gd name="connsiteY29" fmla="*/ 143548 h 723899"/>
                  <a:gd name="connsiteX30" fmla="*/ 80889 w 332036"/>
                  <a:gd name="connsiteY30" fmla="*/ 154227 h 723899"/>
                  <a:gd name="connsiteX31" fmla="*/ 70136 w 332036"/>
                  <a:gd name="connsiteY31" fmla="*/ 162412 h 723899"/>
                  <a:gd name="connsiteX32" fmla="*/ 38 w 332036"/>
                  <a:gd name="connsiteY32" fmla="*/ 218595 h 723899"/>
                  <a:gd name="connsiteX33" fmla="*/ 38 w 332036"/>
                  <a:gd name="connsiteY33" fmla="*/ 423678 h 723899"/>
                  <a:gd name="connsiteX34" fmla="*/ 47960 w 332036"/>
                  <a:gd name="connsiteY34" fmla="*/ 384834 h 723899"/>
                  <a:gd name="connsiteX35" fmla="*/ 75009 w 332036"/>
                  <a:gd name="connsiteY35" fmla="*/ 333860 h 723899"/>
                  <a:gd name="connsiteX36" fmla="*/ 79771 w 332036"/>
                  <a:gd name="connsiteY36" fmla="*/ 321284 h 723899"/>
                  <a:gd name="connsiteX37" fmla="*/ 92422 w 332036"/>
                  <a:gd name="connsiteY37" fmla="*/ 326046 h 723899"/>
                  <a:gd name="connsiteX38" fmla="*/ 77837 w 332036"/>
                  <a:gd name="connsiteY38" fmla="*/ 383493 h 723899"/>
                  <a:gd name="connsiteX39" fmla="*/ 94990 w 332036"/>
                  <a:gd name="connsiteY39" fmla="*/ 388814 h 723899"/>
                  <a:gd name="connsiteX40" fmla="*/ 99938 w 332036"/>
                  <a:gd name="connsiteY40" fmla="*/ 401390 h 723899"/>
                  <a:gd name="connsiteX41" fmla="*/ 87362 w 332036"/>
                  <a:gd name="connsiteY41" fmla="*/ 406338 h 723899"/>
                  <a:gd name="connsiteX42" fmla="*/ 55922 w 332036"/>
                  <a:gd name="connsiteY42" fmla="*/ 402134 h 723899"/>
                  <a:gd name="connsiteX43" fmla="*/ 52573 w 332036"/>
                  <a:gd name="connsiteY43" fmla="*/ 403101 h 723899"/>
                  <a:gd name="connsiteX44" fmla="*/ 0 w 332036"/>
                  <a:gd name="connsiteY44" fmla="*/ 461479 h 723899"/>
                  <a:gd name="connsiteX45" fmla="*/ 0 w 332036"/>
                  <a:gd name="connsiteY45" fmla="*/ 600744 h 723899"/>
                  <a:gd name="connsiteX46" fmla="*/ 72665 w 332036"/>
                  <a:gd name="connsiteY46" fmla="*/ 563983 h 723899"/>
                  <a:gd name="connsiteX47" fmla="*/ 80851 w 332036"/>
                  <a:gd name="connsiteY47" fmla="*/ 574662 h 723899"/>
                  <a:gd name="connsiteX48" fmla="*/ 70098 w 332036"/>
                  <a:gd name="connsiteY48" fmla="*/ 582847 h 723899"/>
                  <a:gd name="connsiteX49" fmla="*/ 0 w 332036"/>
                  <a:gd name="connsiteY49" fmla="*/ 639142 h 723899"/>
                  <a:gd name="connsiteX50" fmla="*/ 0 w 332036"/>
                  <a:gd name="connsiteY50" fmla="*/ 694208 h 723899"/>
                  <a:gd name="connsiteX51" fmla="*/ 28240 w 332036"/>
                  <a:gd name="connsiteY51" fmla="*/ 723899 h 723899"/>
                  <a:gd name="connsiteX52" fmla="*/ 140273 w 332036"/>
                  <a:gd name="connsiteY52" fmla="*/ 633970 h 723899"/>
                  <a:gd name="connsiteX53" fmla="*/ 142840 w 332036"/>
                  <a:gd name="connsiteY53" fmla="*/ 609674 h 723899"/>
                  <a:gd name="connsiteX54" fmla="*/ 152365 w 332036"/>
                  <a:gd name="connsiteY54" fmla="*/ 600149 h 723899"/>
                  <a:gd name="connsiteX55" fmla="*/ 161890 w 332036"/>
                  <a:gd name="connsiteY55" fmla="*/ 609674 h 723899"/>
                  <a:gd name="connsiteX56" fmla="*/ 160253 w 332036"/>
                  <a:gd name="connsiteY56" fmla="*/ 629208 h 723899"/>
                  <a:gd name="connsiteX57" fmla="*/ 189125 w 332036"/>
                  <a:gd name="connsiteY57" fmla="*/ 632928 h 723899"/>
                  <a:gd name="connsiteX58" fmla="*/ 303311 w 332036"/>
                  <a:gd name="connsiteY58" fmla="*/ 518742 h 723899"/>
                  <a:gd name="connsiteX59" fmla="*/ 284930 w 332036"/>
                  <a:gd name="connsiteY59" fmla="*/ 456719 h 723899"/>
                  <a:gd name="connsiteX60" fmla="*/ 284447 w 332036"/>
                  <a:gd name="connsiteY60" fmla="*/ 455305 h 723899"/>
                  <a:gd name="connsiteX61" fmla="*/ 140345 w 332036"/>
                  <a:gd name="connsiteY61" fmla="*/ 204791 h 723899"/>
                  <a:gd name="connsiteX62" fmla="*/ 150912 w 332036"/>
                  <a:gd name="connsiteY62" fmla="*/ 213162 h 723899"/>
                  <a:gd name="connsiteX63" fmla="*/ 224730 w 332036"/>
                  <a:gd name="connsiteY63" fmla="*/ 267634 h 723899"/>
                  <a:gd name="connsiteX64" fmla="*/ 232246 w 332036"/>
                  <a:gd name="connsiteY64" fmla="*/ 278796 h 723899"/>
                  <a:gd name="connsiteX65" fmla="*/ 222907 w 332036"/>
                  <a:gd name="connsiteY65" fmla="*/ 286498 h 723899"/>
                  <a:gd name="connsiteX66" fmla="*/ 221084 w 332036"/>
                  <a:gd name="connsiteY66" fmla="*/ 286312 h 723899"/>
                  <a:gd name="connsiteX67" fmla="*/ 131936 w 332036"/>
                  <a:gd name="connsiteY67" fmla="*/ 215433 h 723899"/>
                  <a:gd name="connsiteX68" fmla="*/ 140344 w 332036"/>
                  <a:gd name="connsiteY68" fmla="*/ 204791 h 723899"/>
                  <a:gd name="connsiteX69" fmla="*/ 143284 w 332036"/>
                  <a:gd name="connsiteY69" fmla="*/ 518925 h 723899"/>
                  <a:gd name="connsiteX70" fmla="*/ 141386 w 332036"/>
                  <a:gd name="connsiteY70" fmla="*/ 519111 h 723899"/>
                  <a:gd name="connsiteX71" fmla="*/ 132047 w 332036"/>
                  <a:gd name="connsiteY71" fmla="*/ 511409 h 723899"/>
                  <a:gd name="connsiteX72" fmla="*/ 139563 w 332036"/>
                  <a:gd name="connsiteY72" fmla="*/ 500247 h 723899"/>
                  <a:gd name="connsiteX73" fmla="*/ 213493 w 332036"/>
                  <a:gd name="connsiteY73" fmla="*/ 445775 h 723899"/>
                  <a:gd name="connsiteX74" fmla="*/ 224060 w 332036"/>
                  <a:gd name="connsiteY74" fmla="*/ 437404 h 723899"/>
                  <a:gd name="connsiteX75" fmla="*/ 232357 w 332036"/>
                  <a:gd name="connsiteY75" fmla="*/ 448082 h 723899"/>
                  <a:gd name="connsiteX76" fmla="*/ 143283 w 332036"/>
                  <a:gd name="connsiteY76" fmla="*/ 518925 h 723899"/>
                  <a:gd name="connsiteX77" fmla="*/ 227000 w 332036"/>
                  <a:gd name="connsiteY77" fmla="*/ 356438 h 723899"/>
                  <a:gd name="connsiteX78" fmla="*/ 204415 w 332036"/>
                  <a:gd name="connsiteY78" fmla="*/ 368047 h 723899"/>
                  <a:gd name="connsiteX79" fmla="*/ 167171 w 332036"/>
                  <a:gd name="connsiteY79" fmla="*/ 386539 h 723899"/>
                  <a:gd name="connsiteX80" fmla="*/ 129926 w 332036"/>
                  <a:gd name="connsiteY80" fmla="*/ 368047 h 723899"/>
                  <a:gd name="connsiteX81" fmla="*/ 131154 w 332036"/>
                  <a:gd name="connsiteY81" fmla="*/ 354615 h 723899"/>
                  <a:gd name="connsiteX82" fmla="*/ 144586 w 332036"/>
                  <a:gd name="connsiteY82" fmla="*/ 355843 h 723899"/>
                  <a:gd name="connsiteX83" fmla="*/ 189718 w 332036"/>
                  <a:gd name="connsiteY83" fmla="*/ 355843 h 723899"/>
                  <a:gd name="connsiteX84" fmla="*/ 226963 w 332036"/>
                  <a:gd name="connsiteY84" fmla="*/ 337351 h 723899"/>
                  <a:gd name="connsiteX85" fmla="*/ 236488 w 332036"/>
                  <a:gd name="connsiteY85" fmla="*/ 346876 h 723899"/>
                  <a:gd name="connsiteX86" fmla="*/ 227000 w 332036"/>
                  <a:gd name="connsiteY86" fmla="*/ 356438 h 723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332036" h="723899">
                    <a:moveTo>
                      <a:pt x="284448" y="455308"/>
                    </a:moveTo>
                    <a:cubicBezTo>
                      <a:pt x="284151" y="454750"/>
                      <a:pt x="283779" y="454154"/>
                      <a:pt x="283704" y="453484"/>
                    </a:cubicBezTo>
                    <a:cubicBezTo>
                      <a:pt x="283592" y="452926"/>
                      <a:pt x="283592" y="452331"/>
                      <a:pt x="283592" y="451773"/>
                    </a:cubicBezTo>
                    <a:cubicBezTo>
                      <a:pt x="283592" y="451103"/>
                      <a:pt x="283481" y="450545"/>
                      <a:pt x="283592" y="449875"/>
                    </a:cubicBezTo>
                    <a:cubicBezTo>
                      <a:pt x="283704" y="449317"/>
                      <a:pt x="283965" y="448722"/>
                      <a:pt x="284151" y="448238"/>
                    </a:cubicBezTo>
                    <a:cubicBezTo>
                      <a:pt x="284337" y="447568"/>
                      <a:pt x="284523" y="447010"/>
                      <a:pt x="284895" y="446527"/>
                    </a:cubicBezTo>
                    <a:cubicBezTo>
                      <a:pt x="285192" y="445969"/>
                      <a:pt x="285639" y="445559"/>
                      <a:pt x="286123" y="445113"/>
                    </a:cubicBezTo>
                    <a:cubicBezTo>
                      <a:pt x="286420" y="444741"/>
                      <a:pt x="286681" y="444257"/>
                      <a:pt x="287090" y="443959"/>
                    </a:cubicBezTo>
                    <a:cubicBezTo>
                      <a:pt x="315665" y="421970"/>
                      <a:pt x="332037" y="388893"/>
                      <a:pt x="332037" y="352988"/>
                    </a:cubicBezTo>
                    <a:cubicBezTo>
                      <a:pt x="332037" y="312991"/>
                      <a:pt x="311163" y="276899"/>
                      <a:pt x="278681" y="256509"/>
                    </a:cubicBezTo>
                    <a:cubicBezTo>
                      <a:pt x="278570" y="256509"/>
                      <a:pt x="278570" y="256398"/>
                      <a:pt x="278495" y="256398"/>
                    </a:cubicBezTo>
                    <a:cubicBezTo>
                      <a:pt x="278495" y="256398"/>
                      <a:pt x="278384" y="256398"/>
                      <a:pt x="278384" y="256286"/>
                    </a:cubicBezTo>
                    <a:cubicBezTo>
                      <a:pt x="268747" y="250296"/>
                      <a:pt x="258180" y="245608"/>
                      <a:pt x="246758" y="242668"/>
                    </a:cubicBezTo>
                    <a:cubicBezTo>
                      <a:pt x="241698" y="241329"/>
                      <a:pt x="238647" y="236082"/>
                      <a:pt x="239986" y="231059"/>
                    </a:cubicBezTo>
                    <a:cubicBezTo>
                      <a:pt x="241325" y="225924"/>
                      <a:pt x="246460" y="222874"/>
                      <a:pt x="251595" y="224213"/>
                    </a:cubicBezTo>
                    <a:cubicBezTo>
                      <a:pt x="261306" y="226780"/>
                      <a:pt x="270459" y="230389"/>
                      <a:pt x="279017" y="234891"/>
                    </a:cubicBezTo>
                    <a:cubicBezTo>
                      <a:pt x="285119" y="221274"/>
                      <a:pt x="288430" y="206800"/>
                      <a:pt x="288430" y="191657"/>
                    </a:cubicBezTo>
                    <a:cubicBezTo>
                      <a:pt x="288430" y="133093"/>
                      <a:pt x="240805" y="85538"/>
                      <a:pt x="182426" y="85538"/>
                    </a:cubicBezTo>
                    <a:cubicBezTo>
                      <a:pt x="174427" y="85538"/>
                      <a:pt x="166613" y="86394"/>
                      <a:pt x="159098" y="88106"/>
                    </a:cubicBezTo>
                    <a:cubicBezTo>
                      <a:pt x="160809" y="96589"/>
                      <a:pt x="161777" y="105333"/>
                      <a:pt x="161777" y="114188"/>
                    </a:cubicBezTo>
                    <a:cubicBezTo>
                      <a:pt x="161777" y="119434"/>
                      <a:pt x="157498" y="123713"/>
                      <a:pt x="152252" y="123713"/>
                    </a:cubicBezTo>
                    <a:cubicBezTo>
                      <a:pt x="147005" y="123713"/>
                      <a:pt x="142727" y="119434"/>
                      <a:pt x="142727" y="114188"/>
                    </a:cubicBezTo>
                    <a:cubicBezTo>
                      <a:pt x="142727" y="103993"/>
                      <a:pt x="141313" y="93910"/>
                      <a:pt x="138708" y="84274"/>
                    </a:cubicBezTo>
                    <a:cubicBezTo>
                      <a:pt x="138597" y="84274"/>
                      <a:pt x="138597" y="84274"/>
                      <a:pt x="138597" y="84162"/>
                    </a:cubicBezTo>
                    <a:cubicBezTo>
                      <a:pt x="138485" y="84051"/>
                      <a:pt x="138597" y="83976"/>
                      <a:pt x="138485" y="83865"/>
                    </a:cubicBezTo>
                    <a:cubicBezTo>
                      <a:pt x="138299" y="82897"/>
                      <a:pt x="138001" y="81967"/>
                      <a:pt x="137741" y="81000"/>
                    </a:cubicBezTo>
                    <a:cubicBezTo>
                      <a:pt x="123305" y="32594"/>
                      <a:pt x="79363" y="0"/>
                      <a:pt x="28613" y="0"/>
                    </a:cubicBezTo>
                    <a:cubicBezTo>
                      <a:pt x="12688" y="0"/>
                      <a:pt x="38" y="13320"/>
                      <a:pt x="38" y="29728"/>
                    </a:cubicBezTo>
                    <a:lnTo>
                      <a:pt x="38" y="180309"/>
                    </a:lnTo>
                    <a:cubicBezTo>
                      <a:pt x="16334" y="157055"/>
                      <a:pt x="38993" y="139084"/>
                      <a:pt x="72703" y="143548"/>
                    </a:cubicBezTo>
                    <a:cubicBezTo>
                      <a:pt x="77838" y="144218"/>
                      <a:pt x="81558" y="148981"/>
                      <a:pt x="80889" y="154227"/>
                    </a:cubicBezTo>
                    <a:cubicBezTo>
                      <a:pt x="80145" y="159473"/>
                      <a:pt x="75456" y="163082"/>
                      <a:pt x="70136" y="162412"/>
                    </a:cubicBezTo>
                    <a:cubicBezTo>
                      <a:pt x="41561" y="158617"/>
                      <a:pt x="21097" y="174988"/>
                      <a:pt x="38" y="218595"/>
                    </a:cubicBezTo>
                    <a:lnTo>
                      <a:pt x="38" y="423678"/>
                    </a:lnTo>
                    <a:cubicBezTo>
                      <a:pt x="15851" y="401093"/>
                      <a:pt x="32222" y="389485"/>
                      <a:pt x="47960" y="384834"/>
                    </a:cubicBezTo>
                    <a:cubicBezTo>
                      <a:pt x="56629" y="378434"/>
                      <a:pt x="84832" y="355589"/>
                      <a:pt x="75009" y="333860"/>
                    </a:cubicBezTo>
                    <a:cubicBezTo>
                      <a:pt x="72925" y="329097"/>
                      <a:pt x="75009" y="323479"/>
                      <a:pt x="79771" y="321284"/>
                    </a:cubicBezTo>
                    <a:cubicBezTo>
                      <a:pt x="84646" y="319089"/>
                      <a:pt x="90264" y="321284"/>
                      <a:pt x="92422" y="326046"/>
                    </a:cubicBezTo>
                    <a:cubicBezTo>
                      <a:pt x="102505" y="348631"/>
                      <a:pt x="90896" y="369206"/>
                      <a:pt x="77837" y="383493"/>
                    </a:cubicBezTo>
                    <a:cubicBezTo>
                      <a:pt x="83827" y="384647"/>
                      <a:pt x="89632" y="386544"/>
                      <a:pt x="94990" y="388814"/>
                    </a:cubicBezTo>
                    <a:cubicBezTo>
                      <a:pt x="99864" y="390898"/>
                      <a:pt x="102022" y="396516"/>
                      <a:pt x="99938" y="401390"/>
                    </a:cubicBezTo>
                    <a:cubicBezTo>
                      <a:pt x="97854" y="406152"/>
                      <a:pt x="92236" y="408422"/>
                      <a:pt x="87362" y="406338"/>
                    </a:cubicBezTo>
                    <a:cubicBezTo>
                      <a:pt x="81558" y="403771"/>
                      <a:pt x="70210" y="398823"/>
                      <a:pt x="55922" y="402134"/>
                    </a:cubicBezTo>
                    <a:cubicBezTo>
                      <a:pt x="54880" y="402692"/>
                      <a:pt x="53838" y="402990"/>
                      <a:pt x="52573" y="403101"/>
                    </a:cubicBezTo>
                    <a:cubicBezTo>
                      <a:pt x="37058" y="408050"/>
                      <a:pt x="18492" y="423305"/>
                      <a:pt x="0" y="461479"/>
                    </a:cubicBezTo>
                    <a:lnTo>
                      <a:pt x="0" y="600744"/>
                    </a:lnTo>
                    <a:cubicBezTo>
                      <a:pt x="16297" y="577490"/>
                      <a:pt x="38844" y="559519"/>
                      <a:pt x="72665" y="563983"/>
                    </a:cubicBezTo>
                    <a:cubicBezTo>
                      <a:pt x="77800" y="564653"/>
                      <a:pt x="81521" y="569490"/>
                      <a:pt x="80851" y="574662"/>
                    </a:cubicBezTo>
                    <a:cubicBezTo>
                      <a:pt x="80107" y="579908"/>
                      <a:pt x="75419" y="583517"/>
                      <a:pt x="70098" y="582847"/>
                    </a:cubicBezTo>
                    <a:cubicBezTo>
                      <a:pt x="41523" y="579052"/>
                      <a:pt x="21060" y="595423"/>
                      <a:pt x="0" y="639142"/>
                    </a:cubicBezTo>
                    <a:lnTo>
                      <a:pt x="0" y="694208"/>
                    </a:lnTo>
                    <a:cubicBezTo>
                      <a:pt x="37" y="710580"/>
                      <a:pt x="12687" y="723899"/>
                      <a:pt x="28240" y="723899"/>
                    </a:cubicBezTo>
                    <a:cubicBezTo>
                      <a:pt x="82041" y="723899"/>
                      <a:pt x="128995" y="686097"/>
                      <a:pt x="140273" y="633970"/>
                    </a:cubicBezTo>
                    <a:cubicBezTo>
                      <a:pt x="141984" y="625971"/>
                      <a:pt x="142840" y="617785"/>
                      <a:pt x="142840" y="609674"/>
                    </a:cubicBezTo>
                    <a:cubicBezTo>
                      <a:pt x="142840" y="604428"/>
                      <a:pt x="147119" y="600149"/>
                      <a:pt x="152365" y="600149"/>
                    </a:cubicBezTo>
                    <a:cubicBezTo>
                      <a:pt x="157611" y="600149"/>
                      <a:pt x="161890" y="604428"/>
                      <a:pt x="161890" y="609674"/>
                    </a:cubicBezTo>
                    <a:cubicBezTo>
                      <a:pt x="161890" y="616259"/>
                      <a:pt x="161220" y="622733"/>
                      <a:pt x="160253" y="629208"/>
                    </a:cubicBezTo>
                    <a:cubicBezTo>
                      <a:pt x="169592" y="631700"/>
                      <a:pt x="179303" y="632928"/>
                      <a:pt x="189125" y="632928"/>
                    </a:cubicBezTo>
                    <a:cubicBezTo>
                      <a:pt x="252191" y="632928"/>
                      <a:pt x="303311" y="581768"/>
                      <a:pt x="303311" y="518742"/>
                    </a:cubicBezTo>
                    <a:cubicBezTo>
                      <a:pt x="303311" y="496567"/>
                      <a:pt x="297023" y="475025"/>
                      <a:pt x="284930" y="456719"/>
                    </a:cubicBezTo>
                    <a:cubicBezTo>
                      <a:pt x="284633" y="456235"/>
                      <a:pt x="284633" y="455788"/>
                      <a:pt x="284447" y="455305"/>
                    </a:cubicBezTo>
                    <a:close/>
                    <a:moveTo>
                      <a:pt x="140345" y="204791"/>
                    </a:moveTo>
                    <a:cubicBezTo>
                      <a:pt x="145479" y="204307"/>
                      <a:pt x="150242" y="207916"/>
                      <a:pt x="150912" y="213162"/>
                    </a:cubicBezTo>
                    <a:cubicBezTo>
                      <a:pt x="154335" y="242295"/>
                      <a:pt x="175766" y="258034"/>
                      <a:pt x="224730" y="267634"/>
                    </a:cubicBezTo>
                    <a:cubicBezTo>
                      <a:pt x="229865" y="268676"/>
                      <a:pt x="233288" y="273624"/>
                      <a:pt x="232246" y="278796"/>
                    </a:cubicBezTo>
                    <a:cubicBezTo>
                      <a:pt x="231390" y="283373"/>
                      <a:pt x="227372" y="286498"/>
                      <a:pt x="222907" y="286498"/>
                    </a:cubicBezTo>
                    <a:cubicBezTo>
                      <a:pt x="222349" y="286498"/>
                      <a:pt x="221679" y="286498"/>
                      <a:pt x="221084" y="286312"/>
                    </a:cubicBezTo>
                    <a:cubicBezTo>
                      <a:pt x="182611" y="278796"/>
                      <a:pt x="137740" y="263913"/>
                      <a:pt x="131936" y="215433"/>
                    </a:cubicBezTo>
                    <a:cubicBezTo>
                      <a:pt x="131303" y="210224"/>
                      <a:pt x="135098" y="205461"/>
                      <a:pt x="140344" y="204791"/>
                    </a:cubicBezTo>
                    <a:close/>
                    <a:moveTo>
                      <a:pt x="143284" y="518925"/>
                    </a:moveTo>
                    <a:cubicBezTo>
                      <a:pt x="142614" y="519111"/>
                      <a:pt x="142056" y="519111"/>
                      <a:pt x="141386" y="519111"/>
                    </a:cubicBezTo>
                    <a:cubicBezTo>
                      <a:pt x="136921" y="519111"/>
                      <a:pt x="133015" y="515986"/>
                      <a:pt x="132047" y="511409"/>
                    </a:cubicBezTo>
                    <a:cubicBezTo>
                      <a:pt x="131080" y="506275"/>
                      <a:pt x="134429" y="501326"/>
                      <a:pt x="139563" y="500247"/>
                    </a:cubicBezTo>
                    <a:cubicBezTo>
                      <a:pt x="188602" y="490611"/>
                      <a:pt x="209959" y="474909"/>
                      <a:pt x="213493" y="445775"/>
                    </a:cubicBezTo>
                    <a:cubicBezTo>
                      <a:pt x="214051" y="440529"/>
                      <a:pt x="218739" y="436808"/>
                      <a:pt x="224060" y="437404"/>
                    </a:cubicBezTo>
                    <a:cubicBezTo>
                      <a:pt x="229306" y="438074"/>
                      <a:pt x="233027" y="442836"/>
                      <a:pt x="232357" y="448082"/>
                    </a:cubicBezTo>
                    <a:cubicBezTo>
                      <a:pt x="226628" y="496526"/>
                      <a:pt x="181682" y="511408"/>
                      <a:pt x="143283" y="518925"/>
                    </a:cubicBezTo>
                    <a:close/>
                    <a:moveTo>
                      <a:pt x="227000" y="356438"/>
                    </a:moveTo>
                    <a:cubicBezTo>
                      <a:pt x="218628" y="356438"/>
                      <a:pt x="210628" y="360531"/>
                      <a:pt x="204415" y="368047"/>
                    </a:cubicBezTo>
                    <a:cubicBezTo>
                      <a:pt x="194593" y="379953"/>
                      <a:pt x="181347" y="386539"/>
                      <a:pt x="167171" y="386539"/>
                    </a:cubicBezTo>
                    <a:cubicBezTo>
                      <a:pt x="152995" y="386539"/>
                      <a:pt x="139749" y="379953"/>
                      <a:pt x="129926" y="368047"/>
                    </a:cubicBezTo>
                    <a:cubicBezTo>
                      <a:pt x="126503" y="363954"/>
                      <a:pt x="127173" y="357964"/>
                      <a:pt x="131154" y="354615"/>
                    </a:cubicBezTo>
                    <a:cubicBezTo>
                      <a:pt x="135247" y="351266"/>
                      <a:pt x="141237" y="351862"/>
                      <a:pt x="144586" y="355843"/>
                    </a:cubicBezTo>
                    <a:cubicBezTo>
                      <a:pt x="156865" y="370800"/>
                      <a:pt x="177440" y="370800"/>
                      <a:pt x="189718" y="355843"/>
                    </a:cubicBezTo>
                    <a:cubicBezTo>
                      <a:pt x="199429" y="344122"/>
                      <a:pt x="213047" y="337351"/>
                      <a:pt x="226963" y="337351"/>
                    </a:cubicBezTo>
                    <a:cubicBezTo>
                      <a:pt x="232284" y="337351"/>
                      <a:pt x="236488" y="341630"/>
                      <a:pt x="236488" y="346876"/>
                    </a:cubicBezTo>
                    <a:cubicBezTo>
                      <a:pt x="236525" y="352122"/>
                      <a:pt x="232358" y="356438"/>
                      <a:pt x="227000" y="35643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B32BE46A-6698-9A6F-B1C4-0AA9BABEE315}"/>
              </a:ext>
            </a:extLst>
          </p:cNvPr>
          <p:cNvGrpSpPr/>
          <p:nvPr/>
        </p:nvGrpSpPr>
        <p:grpSpPr>
          <a:xfrm>
            <a:off x="285082" y="4528362"/>
            <a:ext cx="431942" cy="347264"/>
            <a:chOff x="93414" y="4467300"/>
            <a:chExt cx="623610" cy="501358"/>
          </a:xfrm>
        </p:grpSpPr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B1FF23B7-3614-849E-7B07-4662DEC940BB}"/>
                </a:ext>
              </a:extLst>
            </p:cNvPr>
            <p:cNvSpPr/>
            <p:nvPr/>
          </p:nvSpPr>
          <p:spPr>
            <a:xfrm>
              <a:off x="93414" y="4467300"/>
              <a:ext cx="623610" cy="501358"/>
            </a:xfrm>
            <a:prstGeom prst="roundRect">
              <a:avLst/>
            </a:prstGeom>
            <a:solidFill>
              <a:srgbClr val="FFF2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6EB00D9F-5288-6829-54C9-2E5B94333DDC}"/>
                </a:ext>
              </a:extLst>
            </p:cNvPr>
            <p:cNvSpPr/>
            <p:nvPr/>
          </p:nvSpPr>
          <p:spPr>
            <a:xfrm>
              <a:off x="239553" y="4552313"/>
              <a:ext cx="331333" cy="331333"/>
            </a:xfrm>
            <a:custGeom>
              <a:avLst/>
              <a:gdLst>
                <a:gd name="connsiteX0" fmla="*/ 427882 w 855764"/>
                <a:gd name="connsiteY0" fmla="*/ 0 h 855764"/>
                <a:gd name="connsiteX1" fmla="*/ 855764 w 855764"/>
                <a:gd name="connsiteY1" fmla="*/ 427882 h 855764"/>
                <a:gd name="connsiteX2" fmla="*/ 427882 w 855764"/>
                <a:gd name="connsiteY2" fmla="*/ 855764 h 855764"/>
                <a:gd name="connsiteX3" fmla="*/ 0 w 855764"/>
                <a:gd name="connsiteY3" fmla="*/ 427882 h 855764"/>
                <a:gd name="connsiteX4" fmla="*/ 427882 w 855764"/>
                <a:gd name="connsiteY4" fmla="*/ 0 h 855764"/>
                <a:gd name="connsiteX5" fmla="*/ 641861 w 855764"/>
                <a:gd name="connsiteY5" fmla="*/ 156010 h 855764"/>
                <a:gd name="connsiteX6" fmla="*/ 427882 w 855764"/>
                <a:gd name="connsiteY6" fmla="*/ 81856 h 855764"/>
                <a:gd name="connsiteX7" fmla="*/ 81858 w 855764"/>
                <a:gd name="connsiteY7" fmla="*/ 427880 h 855764"/>
                <a:gd name="connsiteX8" fmla="*/ 156012 w 855764"/>
                <a:gd name="connsiteY8" fmla="*/ 641859 h 855764"/>
                <a:gd name="connsiteX9" fmla="*/ 314925 w 855764"/>
                <a:gd name="connsiteY9" fmla="*/ 451399 h 855764"/>
                <a:gd name="connsiteX10" fmla="*/ 240474 w 855764"/>
                <a:gd name="connsiteY10" fmla="*/ 525851 h 855764"/>
                <a:gd name="connsiteX11" fmla="*/ 150991 w 855764"/>
                <a:gd name="connsiteY11" fmla="*/ 434470 h 855764"/>
                <a:gd name="connsiteX12" fmla="*/ 150991 w 855764"/>
                <a:gd name="connsiteY12" fmla="*/ 421298 h 855764"/>
                <a:gd name="connsiteX13" fmla="*/ 263243 w 855764"/>
                <a:gd name="connsiteY13" fmla="*/ 312732 h 855764"/>
                <a:gd name="connsiteX14" fmla="*/ 427883 w 855764"/>
                <a:gd name="connsiteY14" fmla="*/ 253053 h 855764"/>
                <a:gd name="connsiteX15" fmla="*/ 501069 w 855764"/>
                <a:gd name="connsiteY15" fmla="*/ 265294 h 855764"/>
                <a:gd name="connsiteX16" fmla="*/ 451360 w 855764"/>
                <a:gd name="connsiteY16" fmla="*/ 315003 h 855764"/>
                <a:gd name="connsiteX17" fmla="*/ 427845 w 855764"/>
                <a:gd name="connsiteY17" fmla="*/ 312622 h 855764"/>
                <a:gd name="connsiteX18" fmla="*/ 312507 w 855764"/>
                <a:gd name="connsiteY18" fmla="*/ 427960 h 855764"/>
                <a:gd name="connsiteX19" fmla="*/ 314888 w 855764"/>
                <a:gd name="connsiteY19" fmla="*/ 451475 h 855764"/>
                <a:gd name="connsiteX20" fmla="*/ 431387 w 855764"/>
                <a:gd name="connsiteY20" fmla="*/ 334937 h 855764"/>
                <a:gd name="connsiteX21" fmla="*/ 334947 w 855764"/>
                <a:gd name="connsiteY21" fmla="*/ 431416 h 855764"/>
                <a:gd name="connsiteX22" fmla="*/ 334872 w 855764"/>
                <a:gd name="connsiteY22" fmla="*/ 427918 h 855764"/>
                <a:gd name="connsiteX23" fmla="*/ 427890 w 855764"/>
                <a:gd name="connsiteY23" fmla="*/ 334901 h 855764"/>
                <a:gd name="connsiteX24" fmla="*/ 431387 w 855764"/>
                <a:gd name="connsiteY24" fmla="*/ 334975 h 855764"/>
                <a:gd name="connsiteX25" fmla="*/ 699726 w 855764"/>
                <a:gd name="connsiteY25" fmla="*/ 213903 h 855764"/>
                <a:gd name="connsiteX26" fmla="*/ 213912 w 855764"/>
                <a:gd name="connsiteY26" fmla="*/ 699754 h 855764"/>
                <a:gd name="connsiteX27" fmla="*/ 427892 w 855764"/>
                <a:gd name="connsiteY27" fmla="*/ 773908 h 855764"/>
                <a:gd name="connsiteX28" fmla="*/ 773916 w 855764"/>
                <a:gd name="connsiteY28" fmla="*/ 427884 h 855764"/>
                <a:gd name="connsiteX29" fmla="*/ 699725 w 855764"/>
                <a:gd name="connsiteY29" fmla="*/ 213905 h 855764"/>
                <a:gd name="connsiteX30" fmla="*/ 540849 w 855764"/>
                <a:gd name="connsiteY30" fmla="*/ 404403 h 855764"/>
                <a:gd name="connsiteX31" fmla="*/ 615300 w 855764"/>
                <a:gd name="connsiteY31" fmla="*/ 329915 h 855764"/>
                <a:gd name="connsiteX32" fmla="*/ 704782 w 855764"/>
                <a:gd name="connsiteY32" fmla="*/ 421296 h 855764"/>
                <a:gd name="connsiteX33" fmla="*/ 704782 w 855764"/>
                <a:gd name="connsiteY33" fmla="*/ 434467 h 855764"/>
                <a:gd name="connsiteX34" fmla="*/ 592492 w 855764"/>
                <a:gd name="connsiteY34" fmla="*/ 543071 h 855764"/>
                <a:gd name="connsiteX35" fmla="*/ 427891 w 855764"/>
                <a:gd name="connsiteY35" fmla="*/ 602751 h 855764"/>
                <a:gd name="connsiteX36" fmla="*/ 354667 w 855764"/>
                <a:gd name="connsiteY36" fmla="*/ 590547 h 855764"/>
                <a:gd name="connsiteX37" fmla="*/ 404376 w 855764"/>
                <a:gd name="connsiteY37" fmla="*/ 540838 h 855764"/>
                <a:gd name="connsiteX38" fmla="*/ 427892 w 855764"/>
                <a:gd name="connsiteY38" fmla="*/ 543219 h 855764"/>
                <a:gd name="connsiteX39" fmla="*/ 543230 w 855764"/>
                <a:gd name="connsiteY39" fmla="*/ 427881 h 855764"/>
                <a:gd name="connsiteX40" fmla="*/ 540849 w 855764"/>
                <a:gd name="connsiteY40" fmla="*/ 404404 h 855764"/>
                <a:gd name="connsiteX41" fmla="*/ 424386 w 855764"/>
                <a:gd name="connsiteY41" fmla="*/ 520827 h 855764"/>
                <a:gd name="connsiteX42" fmla="*/ 520865 w 855764"/>
                <a:gd name="connsiteY42" fmla="*/ 424386 h 855764"/>
                <a:gd name="connsiteX43" fmla="*/ 520940 w 855764"/>
                <a:gd name="connsiteY43" fmla="*/ 427884 h 855764"/>
                <a:gd name="connsiteX44" fmla="*/ 427922 w 855764"/>
                <a:gd name="connsiteY44" fmla="*/ 520901 h 855764"/>
                <a:gd name="connsiteX45" fmla="*/ 424425 w 855764"/>
                <a:gd name="connsiteY45" fmla="*/ 520827 h 85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855764" h="855764">
                  <a:moveTo>
                    <a:pt x="427882" y="0"/>
                  </a:moveTo>
                  <a:cubicBezTo>
                    <a:pt x="664035" y="0"/>
                    <a:pt x="855764" y="191729"/>
                    <a:pt x="855764" y="427882"/>
                  </a:cubicBezTo>
                  <a:cubicBezTo>
                    <a:pt x="855764" y="664035"/>
                    <a:pt x="664035" y="855764"/>
                    <a:pt x="427882" y="855764"/>
                  </a:cubicBezTo>
                  <a:cubicBezTo>
                    <a:pt x="191729" y="855764"/>
                    <a:pt x="0" y="664035"/>
                    <a:pt x="0" y="427882"/>
                  </a:cubicBezTo>
                  <a:cubicBezTo>
                    <a:pt x="0" y="191729"/>
                    <a:pt x="191729" y="0"/>
                    <a:pt x="427882" y="0"/>
                  </a:cubicBezTo>
                  <a:close/>
                  <a:moveTo>
                    <a:pt x="641861" y="156010"/>
                  </a:moveTo>
                  <a:cubicBezTo>
                    <a:pt x="582962" y="109576"/>
                    <a:pt x="508664" y="81856"/>
                    <a:pt x="427882" y="81856"/>
                  </a:cubicBezTo>
                  <a:cubicBezTo>
                    <a:pt x="236896" y="81856"/>
                    <a:pt x="81858" y="236894"/>
                    <a:pt x="81858" y="427880"/>
                  </a:cubicBezTo>
                  <a:cubicBezTo>
                    <a:pt x="81858" y="508620"/>
                    <a:pt x="109577" y="582957"/>
                    <a:pt x="156012" y="641859"/>
                  </a:cubicBezTo>
                  <a:close/>
                  <a:moveTo>
                    <a:pt x="314925" y="451399"/>
                  </a:moveTo>
                  <a:lnTo>
                    <a:pt x="240474" y="525851"/>
                  </a:lnTo>
                  <a:cubicBezTo>
                    <a:pt x="185482" y="481612"/>
                    <a:pt x="150991" y="434470"/>
                    <a:pt x="150991" y="434470"/>
                  </a:cubicBezTo>
                  <a:cubicBezTo>
                    <a:pt x="148126" y="430526"/>
                    <a:pt x="148126" y="425205"/>
                    <a:pt x="150991" y="421298"/>
                  </a:cubicBezTo>
                  <a:cubicBezTo>
                    <a:pt x="150991" y="421298"/>
                    <a:pt x="195193" y="360949"/>
                    <a:pt x="263243" y="312732"/>
                  </a:cubicBezTo>
                  <a:cubicBezTo>
                    <a:pt x="309381" y="280027"/>
                    <a:pt x="366342" y="253053"/>
                    <a:pt x="427883" y="253053"/>
                  </a:cubicBezTo>
                  <a:cubicBezTo>
                    <a:pt x="453183" y="253053"/>
                    <a:pt x="477741" y="257629"/>
                    <a:pt x="501069" y="265294"/>
                  </a:cubicBezTo>
                  <a:lnTo>
                    <a:pt x="451360" y="315003"/>
                  </a:lnTo>
                  <a:cubicBezTo>
                    <a:pt x="443770" y="313441"/>
                    <a:pt x="435919" y="312622"/>
                    <a:pt x="427845" y="312622"/>
                  </a:cubicBezTo>
                  <a:cubicBezTo>
                    <a:pt x="364184" y="312622"/>
                    <a:pt x="312507" y="364303"/>
                    <a:pt x="312507" y="427960"/>
                  </a:cubicBezTo>
                  <a:cubicBezTo>
                    <a:pt x="312507" y="435997"/>
                    <a:pt x="313325" y="443885"/>
                    <a:pt x="314888" y="451475"/>
                  </a:cubicBezTo>
                  <a:close/>
                  <a:moveTo>
                    <a:pt x="431387" y="334937"/>
                  </a:moveTo>
                  <a:lnTo>
                    <a:pt x="334947" y="431416"/>
                  </a:lnTo>
                  <a:cubicBezTo>
                    <a:pt x="334909" y="430225"/>
                    <a:pt x="334872" y="429072"/>
                    <a:pt x="334872" y="427918"/>
                  </a:cubicBezTo>
                  <a:cubicBezTo>
                    <a:pt x="334872" y="376573"/>
                    <a:pt x="376544" y="334901"/>
                    <a:pt x="427890" y="334901"/>
                  </a:cubicBezTo>
                  <a:cubicBezTo>
                    <a:pt x="429080" y="334901"/>
                    <a:pt x="430234" y="334938"/>
                    <a:pt x="431387" y="334975"/>
                  </a:cubicBezTo>
                  <a:close/>
                  <a:moveTo>
                    <a:pt x="699726" y="213903"/>
                  </a:moveTo>
                  <a:lnTo>
                    <a:pt x="213912" y="699754"/>
                  </a:lnTo>
                  <a:cubicBezTo>
                    <a:pt x="272811" y="746189"/>
                    <a:pt x="347148" y="773908"/>
                    <a:pt x="427892" y="773908"/>
                  </a:cubicBezTo>
                  <a:cubicBezTo>
                    <a:pt x="618877" y="773908"/>
                    <a:pt x="773916" y="618870"/>
                    <a:pt x="773916" y="427884"/>
                  </a:cubicBezTo>
                  <a:cubicBezTo>
                    <a:pt x="773916" y="347144"/>
                    <a:pt x="746196" y="272807"/>
                    <a:pt x="699725" y="213905"/>
                  </a:cubicBezTo>
                  <a:close/>
                  <a:moveTo>
                    <a:pt x="540849" y="404403"/>
                  </a:moveTo>
                  <a:lnTo>
                    <a:pt x="615300" y="329915"/>
                  </a:lnTo>
                  <a:cubicBezTo>
                    <a:pt x="670291" y="374191"/>
                    <a:pt x="704782" y="421296"/>
                    <a:pt x="704782" y="421296"/>
                  </a:cubicBezTo>
                  <a:cubicBezTo>
                    <a:pt x="707647" y="425239"/>
                    <a:pt x="707647" y="430560"/>
                    <a:pt x="704782" y="434467"/>
                  </a:cubicBezTo>
                  <a:cubicBezTo>
                    <a:pt x="704782" y="434467"/>
                    <a:pt x="660581" y="494816"/>
                    <a:pt x="592492" y="543071"/>
                  </a:cubicBezTo>
                  <a:cubicBezTo>
                    <a:pt x="546355" y="575776"/>
                    <a:pt x="489394" y="602751"/>
                    <a:pt x="427891" y="602751"/>
                  </a:cubicBezTo>
                  <a:cubicBezTo>
                    <a:pt x="402590" y="602751"/>
                    <a:pt x="378033" y="598174"/>
                    <a:pt x="354667" y="590547"/>
                  </a:cubicBezTo>
                  <a:lnTo>
                    <a:pt x="404376" y="540838"/>
                  </a:lnTo>
                  <a:cubicBezTo>
                    <a:pt x="411967" y="542401"/>
                    <a:pt x="419817" y="543219"/>
                    <a:pt x="427892" y="543219"/>
                  </a:cubicBezTo>
                  <a:cubicBezTo>
                    <a:pt x="491553" y="543219"/>
                    <a:pt x="543230" y="491539"/>
                    <a:pt x="543230" y="427881"/>
                  </a:cubicBezTo>
                  <a:cubicBezTo>
                    <a:pt x="543230" y="419844"/>
                    <a:pt x="542411" y="411993"/>
                    <a:pt x="540849" y="404404"/>
                  </a:cubicBezTo>
                  <a:close/>
                  <a:moveTo>
                    <a:pt x="424386" y="520827"/>
                  </a:moveTo>
                  <a:lnTo>
                    <a:pt x="520865" y="424386"/>
                  </a:lnTo>
                  <a:cubicBezTo>
                    <a:pt x="520902" y="425540"/>
                    <a:pt x="520940" y="426693"/>
                    <a:pt x="520940" y="427884"/>
                  </a:cubicBezTo>
                  <a:cubicBezTo>
                    <a:pt x="520940" y="479229"/>
                    <a:pt x="479268" y="520901"/>
                    <a:pt x="427922" y="520901"/>
                  </a:cubicBezTo>
                  <a:cubicBezTo>
                    <a:pt x="426732" y="520901"/>
                    <a:pt x="425578" y="520901"/>
                    <a:pt x="424425" y="520827"/>
                  </a:cubicBezTo>
                  <a:close/>
                </a:path>
              </a:pathLst>
            </a:custGeom>
            <a:solidFill>
              <a:srgbClr val="C945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C785D094-27F4-ACF6-2873-585832F1F16B}"/>
              </a:ext>
            </a:extLst>
          </p:cNvPr>
          <p:cNvGrpSpPr/>
          <p:nvPr/>
        </p:nvGrpSpPr>
        <p:grpSpPr>
          <a:xfrm>
            <a:off x="6663092" y="1946683"/>
            <a:ext cx="624114" cy="562217"/>
            <a:chOff x="6663092" y="1946683"/>
            <a:chExt cx="624114" cy="562217"/>
          </a:xfrm>
        </p:grpSpPr>
        <p:sp>
          <p:nvSpPr>
            <p:cNvPr id="67" name="Fluxograma: Conector 66">
              <a:extLst>
                <a:ext uri="{FF2B5EF4-FFF2-40B4-BE49-F238E27FC236}">
                  <a16:creationId xmlns:a16="http://schemas.microsoft.com/office/drawing/2014/main" id="{B1ECA700-A35D-3E56-7AC3-1D478014319F}"/>
                </a:ext>
              </a:extLst>
            </p:cNvPr>
            <p:cNvSpPr/>
            <p:nvPr/>
          </p:nvSpPr>
          <p:spPr>
            <a:xfrm>
              <a:off x="6663092" y="1946683"/>
              <a:ext cx="624114" cy="562217"/>
            </a:xfrm>
            <a:prstGeom prst="flowChartConnector">
              <a:avLst/>
            </a:prstGeom>
            <a:solidFill>
              <a:srgbClr val="FFF2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C4AB0654-16B2-D1E9-57F8-8FBD858C5317}"/>
                </a:ext>
              </a:extLst>
            </p:cNvPr>
            <p:cNvSpPr/>
            <p:nvPr/>
          </p:nvSpPr>
          <p:spPr>
            <a:xfrm flipH="1">
              <a:off x="6844347" y="2096987"/>
              <a:ext cx="261605" cy="261609"/>
            </a:xfrm>
            <a:custGeom>
              <a:avLst/>
              <a:gdLst>
                <a:gd name="connsiteX0" fmla="*/ 469425 w 714344"/>
                <a:gd name="connsiteY0" fmla="*/ 357173 h 714354"/>
                <a:gd name="connsiteX1" fmla="*/ 691100 w 714344"/>
                <a:gd name="connsiteY1" fmla="*/ 135497 h 714354"/>
                <a:gd name="connsiteX2" fmla="*/ 691100 w 714344"/>
                <a:gd name="connsiteY2" fmla="*/ 23245 h 714354"/>
                <a:gd name="connsiteX3" fmla="*/ 578848 w 714344"/>
                <a:gd name="connsiteY3" fmla="*/ 23245 h 714354"/>
                <a:gd name="connsiteX4" fmla="*/ 357173 w 714344"/>
                <a:gd name="connsiteY4" fmla="*/ 244920 h 714354"/>
                <a:gd name="connsiteX5" fmla="*/ 135497 w 714344"/>
                <a:gd name="connsiteY5" fmla="*/ 23245 h 714354"/>
                <a:gd name="connsiteX6" fmla="*/ 23245 w 714344"/>
                <a:gd name="connsiteY6" fmla="*/ 23245 h 714354"/>
                <a:gd name="connsiteX7" fmla="*/ 23245 w 714344"/>
                <a:gd name="connsiteY7" fmla="*/ 135497 h 714354"/>
                <a:gd name="connsiteX8" fmla="*/ 244920 w 714344"/>
                <a:gd name="connsiteY8" fmla="*/ 357173 h 714354"/>
                <a:gd name="connsiteX9" fmla="*/ 23245 w 714344"/>
                <a:gd name="connsiteY9" fmla="*/ 578848 h 714354"/>
                <a:gd name="connsiteX10" fmla="*/ 23245 w 714344"/>
                <a:gd name="connsiteY10" fmla="*/ 691100 h 714354"/>
                <a:gd name="connsiteX11" fmla="*/ 79353 w 714344"/>
                <a:gd name="connsiteY11" fmla="*/ 714354 h 714354"/>
                <a:gd name="connsiteX12" fmla="*/ 135461 w 714344"/>
                <a:gd name="connsiteY12" fmla="*/ 691100 h 714354"/>
                <a:gd name="connsiteX13" fmla="*/ 357174 w 714344"/>
                <a:gd name="connsiteY13" fmla="*/ 469425 h 714354"/>
                <a:gd name="connsiteX14" fmla="*/ 578850 w 714344"/>
                <a:gd name="connsiteY14" fmla="*/ 691100 h 714354"/>
                <a:gd name="connsiteX15" fmla="*/ 634958 w 714344"/>
                <a:gd name="connsiteY15" fmla="*/ 714354 h 714354"/>
                <a:gd name="connsiteX16" fmla="*/ 691066 w 714344"/>
                <a:gd name="connsiteY16" fmla="*/ 691100 h 714354"/>
                <a:gd name="connsiteX17" fmla="*/ 691066 w 714344"/>
                <a:gd name="connsiteY17" fmla="*/ 578848 h 71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4344" h="714354">
                  <a:moveTo>
                    <a:pt x="469425" y="357173"/>
                  </a:moveTo>
                  <a:lnTo>
                    <a:pt x="691100" y="135497"/>
                  </a:lnTo>
                  <a:cubicBezTo>
                    <a:pt x="722093" y="104504"/>
                    <a:pt x="722093" y="54238"/>
                    <a:pt x="691100" y="23245"/>
                  </a:cubicBezTo>
                  <a:cubicBezTo>
                    <a:pt x="660107" y="-7747"/>
                    <a:pt x="609877" y="-7748"/>
                    <a:pt x="578848" y="23245"/>
                  </a:cubicBezTo>
                  <a:lnTo>
                    <a:pt x="357173" y="244920"/>
                  </a:lnTo>
                  <a:lnTo>
                    <a:pt x="135497" y="23245"/>
                  </a:lnTo>
                  <a:cubicBezTo>
                    <a:pt x="104541" y="-7748"/>
                    <a:pt x="54238" y="-7748"/>
                    <a:pt x="23245" y="23245"/>
                  </a:cubicBezTo>
                  <a:cubicBezTo>
                    <a:pt x="-7747" y="54238"/>
                    <a:pt x="-7748" y="104505"/>
                    <a:pt x="23245" y="135497"/>
                  </a:cubicBezTo>
                  <a:lnTo>
                    <a:pt x="244920" y="357173"/>
                  </a:lnTo>
                  <a:lnTo>
                    <a:pt x="23245" y="578848"/>
                  </a:lnTo>
                  <a:cubicBezTo>
                    <a:pt x="-7748" y="609841"/>
                    <a:pt x="-7748" y="660070"/>
                    <a:pt x="23245" y="691100"/>
                  </a:cubicBezTo>
                  <a:cubicBezTo>
                    <a:pt x="38723" y="706615"/>
                    <a:pt x="59075" y="714354"/>
                    <a:pt x="79353" y="714354"/>
                  </a:cubicBezTo>
                  <a:cubicBezTo>
                    <a:pt x="99668" y="714354"/>
                    <a:pt x="119983" y="706615"/>
                    <a:pt x="135461" y="691100"/>
                  </a:cubicBezTo>
                  <a:lnTo>
                    <a:pt x="357174" y="469425"/>
                  </a:lnTo>
                  <a:lnTo>
                    <a:pt x="578850" y="691100"/>
                  </a:lnTo>
                  <a:cubicBezTo>
                    <a:pt x="594365" y="706615"/>
                    <a:pt x="614680" y="714354"/>
                    <a:pt x="634958" y="714354"/>
                  </a:cubicBezTo>
                  <a:cubicBezTo>
                    <a:pt x="655273" y="714354"/>
                    <a:pt x="675588" y="706615"/>
                    <a:pt x="691066" y="691100"/>
                  </a:cubicBezTo>
                  <a:cubicBezTo>
                    <a:pt x="722059" y="660107"/>
                    <a:pt x="722059" y="609877"/>
                    <a:pt x="691066" y="578848"/>
                  </a:cubicBezTo>
                  <a:close/>
                </a:path>
              </a:pathLst>
            </a:custGeom>
            <a:solidFill>
              <a:srgbClr val="DC26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B04A9FB5-EE38-0B74-DAD3-A41086813C56}"/>
              </a:ext>
            </a:extLst>
          </p:cNvPr>
          <p:cNvGrpSpPr/>
          <p:nvPr/>
        </p:nvGrpSpPr>
        <p:grpSpPr>
          <a:xfrm>
            <a:off x="9963253" y="1946683"/>
            <a:ext cx="624114" cy="562217"/>
            <a:chOff x="9963253" y="1946683"/>
            <a:chExt cx="624114" cy="562217"/>
          </a:xfrm>
        </p:grpSpPr>
        <p:sp>
          <p:nvSpPr>
            <p:cNvPr id="68" name="Fluxograma: Conector 67">
              <a:extLst>
                <a:ext uri="{FF2B5EF4-FFF2-40B4-BE49-F238E27FC236}">
                  <a16:creationId xmlns:a16="http://schemas.microsoft.com/office/drawing/2014/main" id="{03149C43-3BE4-109A-C084-75AB9E4CB54E}"/>
                </a:ext>
              </a:extLst>
            </p:cNvPr>
            <p:cNvSpPr/>
            <p:nvPr/>
          </p:nvSpPr>
          <p:spPr>
            <a:xfrm>
              <a:off x="9963253" y="1946683"/>
              <a:ext cx="624114" cy="562217"/>
            </a:xfrm>
            <a:prstGeom prst="flowChartConnector">
              <a:avLst/>
            </a:prstGeom>
            <a:solidFill>
              <a:srgbClr val="F3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4" name="Forma Livre: Forma 83">
              <a:extLst>
                <a:ext uri="{FF2B5EF4-FFF2-40B4-BE49-F238E27FC236}">
                  <a16:creationId xmlns:a16="http://schemas.microsoft.com/office/drawing/2014/main" id="{C6417DB4-9784-CBE8-0B2B-CC43E0AAD876}"/>
                </a:ext>
              </a:extLst>
            </p:cNvPr>
            <p:cNvSpPr/>
            <p:nvPr/>
          </p:nvSpPr>
          <p:spPr>
            <a:xfrm>
              <a:off x="10112742" y="2065223"/>
              <a:ext cx="325137" cy="325137"/>
            </a:xfrm>
            <a:custGeom>
              <a:avLst/>
              <a:gdLst>
                <a:gd name="connsiteX0" fmla="*/ 565556 w 892968"/>
                <a:gd name="connsiteY0" fmla="*/ 297652 h 892968"/>
                <a:gd name="connsiteX1" fmla="*/ 610205 w 892968"/>
                <a:gd name="connsiteY1" fmla="*/ 253003 h 892968"/>
                <a:gd name="connsiteX2" fmla="*/ 654853 w 892968"/>
                <a:gd name="connsiteY2" fmla="*/ 297652 h 892968"/>
                <a:gd name="connsiteX3" fmla="*/ 610205 w 892968"/>
                <a:gd name="connsiteY3" fmla="*/ 342300 h 892968"/>
                <a:gd name="connsiteX4" fmla="*/ 565556 w 892968"/>
                <a:gd name="connsiteY4" fmla="*/ 297652 h 892968"/>
                <a:gd name="connsiteX5" fmla="*/ 282778 w 892968"/>
                <a:gd name="connsiteY5" fmla="*/ 342300 h 892968"/>
                <a:gd name="connsiteX6" fmla="*/ 327427 w 892968"/>
                <a:gd name="connsiteY6" fmla="*/ 297652 h 892968"/>
                <a:gd name="connsiteX7" fmla="*/ 282778 w 892968"/>
                <a:gd name="connsiteY7" fmla="*/ 253003 h 892968"/>
                <a:gd name="connsiteX8" fmla="*/ 238130 w 892968"/>
                <a:gd name="connsiteY8" fmla="*/ 297652 h 892968"/>
                <a:gd name="connsiteX9" fmla="*/ 282778 w 892968"/>
                <a:gd name="connsiteY9" fmla="*/ 342300 h 892968"/>
                <a:gd name="connsiteX10" fmla="*/ 892969 w 892968"/>
                <a:gd name="connsiteY10" fmla="*/ 446484 h 892968"/>
                <a:gd name="connsiteX11" fmla="*/ 446484 w 892968"/>
                <a:gd name="connsiteY11" fmla="*/ 892969 h 892968"/>
                <a:gd name="connsiteX12" fmla="*/ 0 w 892968"/>
                <a:gd name="connsiteY12" fmla="*/ 446484 h 892968"/>
                <a:gd name="connsiteX13" fmla="*/ 446484 w 892968"/>
                <a:gd name="connsiteY13" fmla="*/ 0 h 892968"/>
                <a:gd name="connsiteX14" fmla="*/ 892969 w 892968"/>
                <a:gd name="connsiteY14" fmla="*/ 446484 h 892968"/>
                <a:gd name="connsiteX15" fmla="*/ 535781 w 892968"/>
                <a:gd name="connsiteY15" fmla="*/ 297656 h 892968"/>
                <a:gd name="connsiteX16" fmla="*/ 610195 w 892968"/>
                <a:gd name="connsiteY16" fmla="*/ 372070 h 892968"/>
                <a:gd name="connsiteX17" fmla="*/ 684609 w 892968"/>
                <a:gd name="connsiteY17" fmla="*/ 297656 h 892968"/>
                <a:gd name="connsiteX18" fmla="*/ 610195 w 892968"/>
                <a:gd name="connsiteY18" fmla="*/ 223242 h 892968"/>
                <a:gd name="connsiteX19" fmla="*/ 535781 w 892968"/>
                <a:gd name="connsiteY19" fmla="*/ 297656 h 892968"/>
                <a:gd name="connsiteX20" fmla="*/ 208359 w 892968"/>
                <a:gd name="connsiteY20" fmla="*/ 297656 h 892968"/>
                <a:gd name="connsiteX21" fmla="*/ 282773 w 892968"/>
                <a:gd name="connsiteY21" fmla="*/ 372070 h 892968"/>
                <a:gd name="connsiteX22" fmla="*/ 357188 w 892968"/>
                <a:gd name="connsiteY22" fmla="*/ 297656 h 892968"/>
                <a:gd name="connsiteX23" fmla="*/ 282773 w 892968"/>
                <a:gd name="connsiteY23" fmla="*/ 223242 h 892968"/>
                <a:gd name="connsiteX24" fmla="*/ 208359 w 892968"/>
                <a:gd name="connsiteY24" fmla="*/ 297656 h 892968"/>
                <a:gd name="connsiteX25" fmla="*/ 193477 w 892968"/>
                <a:gd name="connsiteY25" fmla="*/ 535781 h 892968"/>
                <a:gd name="connsiteX26" fmla="*/ 253008 w 892968"/>
                <a:gd name="connsiteY26" fmla="*/ 476250 h 892968"/>
                <a:gd name="connsiteX27" fmla="*/ 206536 w 892968"/>
                <a:gd name="connsiteY27" fmla="*/ 362950 h 892968"/>
                <a:gd name="connsiteX28" fmla="*/ 180417 w 892968"/>
                <a:gd name="connsiteY28" fmla="*/ 362950 h 892968"/>
                <a:gd name="connsiteX29" fmla="*/ 133945 w 892968"/>
                <a:gd name="connsiteY29" fmla="*/ 476250 h 892968"/>
                <a:gd name="connsiteX30" fmla="*/ 193477 w 892968"/>
                <a:gd name="connsiteY30" fmla="*/ 535781 h 892968"/>
                <a:gd name="connsiteX31" fmla="*/ 707160 w 892968"/>
                <a:gd name="connsiteY31" fmla="*/ 656968 h 892968"/>
                <a:gd name="connsiteX32" fmla="*/ 185818 w 892968"/>
                <a:gd name="connsiteY32" fmla="*/ 656968 h 892968"/>
                <a:gd name="connsiteX33" fmla="*/ 180721 w 892968"/>
                <a:gd name="connsiteY33" fmla="*/ 677394 h 892968"/>
                <a:gd name="connsiteX34" fmla="*/ 193483 w 892968"/>
                <a:gd name="connsiteY34" fmla="*/ 684612 h 892968"/>
                <a:gd name="connsiteX35" fmla="*/ 201147 w 892968"/>
                <a:gd name="connsiteY35" fmla="*/ 682492 h 892968"/>
                <a:gd name="connsiteX36" fmla="*/ 691837 w 892968"/>
                <a:gd name="connsiteY36" fmla="*/ 682492 h 892968"/>
                <a:gd name="connsiteX37" fmla="*/ 712264 w 892968"/>
                <a:gd name="connsiteY37" fmla="*/ 677431 h 892968"/>
                <a:gd name="connsiteX38" fmla="*/ 707166 w 892968"/>
                <a:gd name="connsiteY38" fmla="*/ 656968 h 892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92968" h="892968">
                  <a:moveTo>
                    <a:pt x="565556" y="297652"/>
                  </a:moveTo>
                  <a:cubicBezTo>
                    <a:pt x="565556" y="273021"/>
                    <a:pt x="585574" y="253003"/>
                    <a:pt x="610205" y="253003"/>
                  </a:cubicBezTo>
                  <a:cubicBezTo>
                    <a:pt x="634836" y="253003"/>
                    <a:pt x="654853" y="273021"/>
                    <a:pt x="654853" y="297652"/>
                  </a:cubicBezTo>
                  <a:cubicBezTo>
                    <a:pt x="654853" y="322282"/>
                    <a:pt x="634836" y="342300"/>
                    <a:pt x="610205" y="342300"/>
                  </a:cubicBezTo>
                  <a:cubicBezTo>
                    <a:pt x="585574" y="342300"/>
                    <a:pt x="565556" y="322282"/>
                    <a:pt x="565556" y="297652"/>
                  </a:cubicBezTo>
                  <a:close/>
                  <a:moveTo>
                    <a:pt x="282778" y="342300"/>
                  </a:moveTo>
                  <a:cubicBezTo>
                    <a:pt x="307409" y="342300"/>
                    <a:pt x="327427" y="322282"/>
                    <a:pt x="327427" y="297652"/>
                  </a:cubicBezTo>
                  <a:cubicBezTo>
                    <a:pt x="327427" y="273021"/>
                    <a:pt x="307409" y="253003"/>
                    <a:pt x="282778" y="253003"/>
                  </a:cubicBezTo>
                  <a:cubicBezTo>
                    <a:pt x="258148" y="253003"/>
                    <a:pt x="238130" y="273021"/>
                    <a:pt x="238130" y="297652"/>
                  </a:cubicBezTo>
                  <a:cubicBezTo>
                    <a:pt x="238130" y="322282"/>
                    <a:pt x="258148" y="342300"/>
                    <a:pt x="282778" y="342300"/>
                  </a:cubicBezTo>
                  <a:close/>
                  <a:moveTo>
                    <a:pt x="892969" y="446484"/>
                  </a:moveTo>
                  <a:cubicBezTo>
                    <a:pt x="892969" y="692687"/>
                    <a:pt x="692687" y="892969"/>
                    <a:pt x="446484" y="892969"/>
                  </a:cubicBezTo>
                  <a:cubicBezTo>
                    <a:pt x="200282" y="892969"/>
                    <a:pt x="0" y="692687"/>
                    <a:pt x="0" y="446484"/>
                  </a:cubicBezTo>
                  <a:cubicBezTo>
                    <a:pt x="0" y="200282"/>
                    <a:pt x="200282" y="0"/>
                    <a:pt x="446484" y="0"/>
                  </a:cubicBezTo>
                  <a:cubicBezTo>
                    <a:pt x="692687" y="0"/>
                    <a:pt x="892969" y="200282"/>
                    <a:pt x="892969" y="446484"/>
                  </a:cubicBezTo>
                  <a:close/>
                  <a:moveTo>
                    <a:pt x="535781" y="297656"/>
                  </a:moveTo>
                  <a:cubicBezTo>
                    <a:pt x="535781" y="338696"/>
                    <a:pt x="569156" y="372070"/>
                    <a:pt x="610195" y="372070"/>
                  </a:cubicBezTo>
                  <a:cubicBezTo>
                    <a:pt x="651235" y="372070"/>
                    <a:pt x="684609" y="338696"/>
                    <a:pt x="684609" y="297656"/>
                  </a:cubicBezTo>
                  <a:cubicBezTo>
                    <a:pt x="684609" y="256617"/>
                    <a:pt x="651235" y="223242"/>
                    <a:pt x="610195" y="223242"/>
                  </a:cubicBezTo>
                  <a:cubicBezTo>
                    <a:pt x="569156" y="223242"/>
                    <a:pt x="535781" y="256617"/>
                    <a:pt x="535781" y="297656"/>
                  </a:cubicBezTo>
                  <a:close/>
                  <a:moveTo>
                    <a:pt x="208359" y="297656"/>
                  </a:moveTo>
                  <a:cubicBezTo>
                    <a:pt x="208359" y="338696"/>
                    <a:pt x="241734" y="372070"/>
                    <a:pt x="282773" y="372070"/>
                  </a:cubicBezTo>
                  <a:cubicBezTo>
                    <a:pt x="323813" y="372070"/>
                    <a:pt x="357188" y="338696"/>
                    <a:pt x="357188" y="297656"/>
                  </a:cubicBezTo>
                  <a:cubicBezTo>
                    <a:pt x="357188" y="256617"/>
                    <a:pt x="323813" y="223242"/>
                    <a:pt x="282773" y="223242"/>
                  </a:cubicBezTo>
                  <a:cubicBezTo>
                    <a:pt x="241734" y="223242"/>
                    <a:pt x="208359" y="256617"/>
                    <a:pt x="208359" y="297656"/>
                  </a:cubicBezTo>
                  <a:close/>
                  <a:moveTo>
                    <a:pt x="193477" y="535781"/>
                  </a:moveTo>
                  <a:cubicBezTo>
                    <a:pt x="226293" y="535781"/>
                    <a:pt x="253008" y="509067"/>
                    <a:pt x="253008" y="476250"/>
                  </a:cubicBezTo>
                  <a:cubicBezTo>
                    <a:pt x="253008" y="449126"/>
                    <a:pt x="214275" y="377133"/>
                    <a:pt x="206536" y="362950"/>
                  </a:cubicBezTo>
                  <a:cubicBezTo>
                    <a:pt x="201290" y="353425"/>
                    <a:pt x="185663" y="353425"/>
                    <a:pt x="180417" y="362950"/>
                  </a:cubicBezTo>
                  <a:cubicBezTo>
                    <a:pt x="172678" y="377126"/>
                    <a:pt x="133945" y="449122"/>
                    <a:pt x="133945" y="476250"/>
                  </a:cubicBezTo>
                  <a:cubicBezTo>
                    <a:pt x="133945" y="509067"/>
                    <a:pt x="160660" y="535781"/>
                    <a:pt x="193477" y="535781"/>
                  </a:cubicBezTo>
                  <a:close/>
                  <a:moveTo>
                    <a:pt x="707160" y="656968"/>
                  </a:moveTo>
                  <a:cubicBezTo>
                    <a:pt x="534186" y="552783"/>
                    <a:pt x="358792" y="552783"/>
                    <a:pt x="185818" y="656968"/>
                  </a:cubicBezTo>
                  <a:cubicBezTo>
                    <a:pt x="178786" y="661209"/>
                    <a:pt x="176517" y="670362"/>
                    <a:pt x="180721" y="677394"/>
                  </a:cubicBezTo>
                  <a:cubicBezTo>
                    <a:pt x="183512" y="682045"/>
                    <a:pt x="188460" y="684612"/>
                    <a:pt x="193483" y="684612"/>
                  </a:cubicBezTo>
                  <a:cubicBezTo>
                    <a:pt x="196087" y="684612"/>
                    <a:pt x="198729" y="683943"/>
                    <a:pt x="201147" y="682492"/>
                  </a:cubicBezTo>
                  <a:cubicBezTo>
                    <a:pt x="366235" y="583108"/>
                    <a:pt x="526712" y="583108"/>
                    <a:pt x="691837" y="682492"/>
                  </a:cubicBezTo>
                  <a:cubicBezTo>
                    <a:pt x="698832" y="686733"/>
                    <a:pt x="708022" y="684464"/>
                    <a:pt x="712264" y="677431"/>
                  </a:cubicBezTo>
                  <a:cubicBezTo>
                    <a:pt x="716505" y="670362"/>
                    <a:pt x="714236" y="661209"/>
                    <a:pt x="707166" y="65696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63966D92-EAE3-5509-50E7-32ADCD7AEBEA}"/>
              </a:ext>
            </a:extLst>
          </p:cNvPr>
          <p:cNvGrpSpPr/>
          <p:nvPr/>
        </p:nvGrpSpPr>
        <p:grpSpPr>
          <a:xfrm>
            <a:off x="5802364" y="4452241"/>
            <a:ext cx="410665" cy="365125"/>
            <a:chOff x="5802364" y="4468650"/>
            <a:chExt cx="410665" cy="365125"/>
          </a:xfrm>
        </p:grpSpPr>
        <p:sp>
          <p:nvSpPr>
            <p:cNvPr id="109" name="Retângulo: Cantos Arredondados 108">
              <a:extLst>
                <a:ext uri="{FF2B5EF4-FFF2-40B4-BE49-F238E27FC236}">
                  <a16:creationId xmlns:a16="http://schemas.microsoft.com/office/drawing/2014/main" id="{BB90883D-8B78-1FD7-5ED1-60EE27F89A01}"/>
                </a:ext>
              </a:extLst>
            </p:cNvPr>
            <p:cNvSpPr/>
            <p:nvPr/>
          </p:nvSpPr>
          <p:spPr>
            <a:xfrm>
              <a:off x="5802364" y="4468650"/>
              <a:ext cx="410665" cy="365125"/>
            </a:xfrm>
            <a:prstGeom prst="roundRect">
              <a:avLst/>
            </a:prstGeom>
            <a:solidFill>
              <a:srgbClr val="DC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98" name="Gráfico 92">
              <a:extLst>
                <a:ext uri="{FF2B5EF4-FFF2-40B4-BE49-F238E27FC236}">
                  <a16:creationId xmlns:a16="http://schemas.microsoft.com/office/drawing/2014/main" id="{2A187E67-C69A-63E6-D2DB-2AFD89DABDDE}"/>
                </a:ext>
              </a:extLst>
            </p:cNvPr>
            <p:cNvGrpSpPr/>
            <p:nvPr/>
          </p:nvGrpSpPr>
          <p:grpSpPr>
            <a:xfrm>
              <a:off x="5843457" y="4553586"/>
              <a:ext cx="328478" cy="195252"/>
              <a:chOff x="10207773" y="426307"/>
              <a:chExt cx="492611" cy="292815"/>
            </a:xfrm>
            <a:solidFill>
              <a:schemeClr val="bg1"/>
            </a:solidFill>
          </p:grpSpPr>
          <p:sp>
            <p:nvSpPr>
              <p:cNvPr id="99" name="Forma Livre: Forma 98">
                <a:extLst>
                  <a:ext uri="{FF2B5EF4-FFF2-40B4-BE49-F238E27FC236}">
                    <a16:creationId xmlns:a16="http://schemas.microsoft.com/office/drawing/2014/main" id="{FFB5CDE5-7B65-83A6-5F28-30745D5BD0F9}"/>
                  </a:ext>
                </a:extLst>
              </p:cNvPr>
              <p:cNvSpPr/>
              <p:nvPr/>
            </p:nvSpPr>
            <p:spPr>
              <a:xfrm>
                <a:off x="10455423" y="426307"/>
                <a:ext cx="244961" cy="291863"/>
              </a:xfrm>
              <a:custGeom>
                <a:avLst/>
                <a:gdLst>
                  <a:gd name="connsiteX0" fmla="*/ 121137 w 244961"/>
                  <a:gd name="connsiteY0" fmla="*/ 105173 h 291863"/>
                  <a:gd name="connsiteX1" fmla="*/ 244962 w 244961"/>
                  <a:gd name="connsiteY1" fmla="*/ 1351 h 291863"/>
                  <a:gd name="connsiteX2" fmla="*/ 169 w 244961"/>
                  <a:gd name="connsiteY2" fmla="*/ 199471 h 291863"/>
                  <a:gd name="connsiteX3" fmla="*/ 97324 w 244961"/>
                  <a:gd name="connsiteY3" fmla="*/ 291863 h 291863"/>
                  <a:gd name="connsiteX4" fmla="*/ 192574 w 244961"/>
                  <a:gd name="connsiteY4" fmla="*/ 196613 h 291863"/>
                  <a:gd name="connsiteX5" fmla="*/ 121137 w 244961"/>
                  <a:gd name="connsiteY5" fmla="*/ 105173 h 291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4961" h="291863">
                    <a:moveTo>
                      <a:pt x="121137" y="105173"/>
                    </a:moveTo>
                    <a:cubicBezTo>
                      <a:pt x="122089" y="103268"/>
                      <a:pt x="141139" y="41356"/>
                      <a:pt x="244962" y="1351"/>
                    </a:cubicBezTo>
                    <a:cubicBezTo>
                      <a:pt x="244962" y="1351"/>
                      <a:pt x="-7451" y="-29129"/>
                      <a:pt x="169" y="199471"/>
                    </a:cubicBezTo>
                    <a:cubicBezTo>
                      <a:pt x="169" y="251858"/>
                      <a:pt x="44937" y="291863"/>
                      <a:pt x="97324" y="291863"/>
                    </a:cubicBezTo>
                    <a:cubicBezTo>
                      <a:pt x="149712" y="291863"/>
                      <a:pt x="192574" y="249001"/>
                      <a:pt x="192574" y="196613"/>
                    </a:cubicBezTo>
                    <a:cubicBezTo>
                      <a:pt x="192574" y="152798"/>
                      <a:pt x="162094" y="115651"/>
                      <a:pt x="121137" y="1051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0" name="Forma Livre: Forma 99">
                <a:extLst>
                  <a:ext uri="{FF2B5EF4-FFF2-40B4-BE49-F238E27FC236}">
                    <a16:creationId xmlns:a16="http://schemas.microsoft.com/office/drawing/2014/main" id="{2ED1698D-86F3-4CC7-5367-19D65345268A}"/>
                  </a:ext>
                </a:extLst>
              </p:cNvPr>
              <p:cNvSpPr/>
              <p:nvPr/>
            </p:nvSpPr>
            <p:spPr>
              <a:xfrm>
                <a:off x="10207773" y="427260"/>
                <a:ext cx="244961" cy="291863"/>
              </a:xfrm>
              <a:custGeom>
                <a:avLst/>
                <a:gdLst>
                  <a:gd name="connsiteX0" fmla="*/ 244962 w 244961"/>
                  <a:gd name="connsiteY0" fmla="*/ 1351 h 291863"/>
                  <a:gd name="connsiteX1" fmla="*/ 169 w 244961"/>
                  <a:gd name="connsiteY1" fmla="*/ 199471 h 291863"/>
                  <a:gd name="connsiteX2" fmla="*/ 97324 w 244961"/>
                  <a:gd name="connsiteY2" fmla="*/ 291863 h 291863"/>
                  <a:gd name="connsiteX3" fmla="*/ 192574 w 244961"/>
                  <a:gd name="connsiteY3" fmla="*/ 196613 h 291863"/>
                  <a:gd name="connsiteX4" fmla="*/ 121137 w 244961"/>
                  <a:gd name="connsiteY4" fmla="*/ 105173 h 291863"/>
                  <a:gd name="connsiteX5" fmla="*/ 244962 w 244961"/>
                  <a:gd name="connsiteY5" fmla="*/ 1351 h 291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4961" h="291863">
                    <a:moveTo>
                      <a:pt x="244962" y="1351"/>
                    </a:moveTo>
                    <a:cubicBezTo>
                      <a:pt x="244962" y="1351"/>
                      <a:pt x="-7451" y="-29129"/>
                      <a:pt x="169" y="199471"/>
                    </a:cubicBezTo>
                    <a:cubicBezTo>
                      <a:pt x="169" y="251858"/>
                      <a:pt x="44937" y="291863"/>
                      <a:pt x="97324" y="291863"/>
                    </a:cubicBezTo>
                    <a:cubicBezTo>
                      <a:pt x="149712" y="291863"/>
                      <a:pt x="192574" y="249001"/>
                      <a:pt x="192574" y="196613"/>
                    </a:cubicBezTo>
                    <a:cubicBezTo>
                      <a:pt x="192574" y="152798"/>
                      <a:pt x="162094" y="115651"/>
                      <a:pt x="121137" y="105173"/>
                    </a:cubicBezTo>
                    <a:cubicBezTo>
                      <a:pt x="122089" y="103268"/>
                      <a:pt x="141139" y="41356"/>
                      <a:pt x="244962" y="13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0420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C589D-6ECB-32C5-0CA8-07A2076A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1AA5933-3C0B-E6B0-5155-84256ECEDD3B}"/>
              </a:ext>
            </a:extLst>
          </p:cNvPr>
          <p:cNvSpPr/>
          <p:nvPr/>
        </p:nvSpPr>
        <p:spPr>
          <a:xfrm>
            <a:off x="5438273" y="1590126"/>
            <a:ext cx="6424863" cy="4521916"/>
          </a:xfrm>
          <a:prstGeom prst="roundRect">
            <a:avLst>
              <a:gd name="adj" fmla="val 6964"/>
            </a:avLst>
          </a:prstGeom>
          <a:solidFill>
            <a:srgbClr val="F6F8FB"/>
          </a:solidFill>
          <a:ln>
            <a:noFill/>
          </a:ln>
          <a:effectLst>
            <a:outerShdw blurRad="63500" algn="c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8BB6BA-20BD-C8DE-33C1-B6B030AB9BBD}"/>
              </a:ext>
            </a:extLst>
          </p:cNvPr>
          <p:cNvSpPr txBox="1"/>
          <p:nvPr/>
        </p:nvSpPr>
        <p:spPr>
          <a:xfrm>
            <a:off x="342899" y="502920"/>
            <a:ext cx="9580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A Solução: </a:t>
            </a:r>
            <a:r>
              <a:rPr lang="pt-BR" sz="4400" b="1" dirty="0">
                <a:solidFill>
                  <a:srgbClr val="1D4ED8"/>
                </a:solidFill>
              </a:rPr>
              <a:t>Previsão Inteligente</a:t>
            </a:r>
            <a:endParaRPr lang="en-US" sz="4400" b="1" dirty="0">
              <a:solidFill>
                <a:srgbClr val="1D4ED8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2572E7-3B20-FEFF-A4B1-702A3B896FC1}"/>
              </a:ext>
            </a:extLst>
          </p:cNvPr>
          <p:cNvSpPr txBox="1"/>
          <p:nvPr/>
        </p:nvSpPr>
        <p:spPr>
          <a:xfrm>
            <a:off x="6000231" y="1788513"/>
            <a:ext cx="5125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Visão de Produto e Entregáveis</a:t>
            </a:r>
            <a:endParaRPr lang="en-US" sz="2000" b="1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D5B4CCE-7A80-9D17-6590-791DEAEEEAE1}"/>
              </a:ext>
            </a:extLst>
          </p:cNvPr>
          <p:cNvGrpSpPr/>
          <p:nvPr/>
        </p:nvGrpSpPr>
        <p:grpSpPr>
          <a:xfrm>
            <a:off x="717021" y="1590126"/>
            <a:ext cx="4585339" cy="1136032"/>
            <a:chOff x="717021" y="1590126"/>
            <a:chExt cx="4585339" cy="113603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AFC3C94-7D26-9728-6EA7-E2F5168DF228}"/>
                </a:ext>
              </a:extLst>
            </p:cNvPr>
            <p:cNvSpPr txBox="1"/>
            <p:nvPr/>
          </p:nvSpPr>
          <p:spPr>
            <a:xfrm>
              <a:off x="717021" y="1590126"/>
              <a:ext cx="38646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dirty="0" err="1"/>
                <a:t>Oportunidade</a:t>
              </a:r>
              <a:r>
                <a:rPr lang="en-US" dirty="0"/>
                <a:t>: Dados </a:t>
              </a:r>
              <a:r>
                <a:rPr lang="en-US" dirty="0" err="1"/>
                <a:t>Públicos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5518E5-2A67-18C8-17EE-C20782BA637A}"/>
                </a:ext>
              </a:extLst>
            </p:cNvPr>
            <p:cNvSpPr txBox="1"/>
            <p:nvPr/>
          </p:nvSpPr>
          <p:spPr>
            <a:xfrm>
              <a:off x="717024" y="1987494"/>
              <a:ext cx="458533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/>
              </a:lvl1pPr>
            </a:lstStyle>
            <a:p>
              <a:r>
                <a:rPr lang="pt-BR" dirty="0"/>
                <a:t>Utilização estratégica dos </a:t>
              </a:r>
              <a:r>
                <a:rPr lang="pt-BR" b="1" dirty="0"/>
                <a:t>microdados do INEP</a:t>
              </a:r>
              <a:r>
                <a:rPr lang="pt-BR" dirty="0"/>
                <a:t> (Big Data Educacional) para treinar modelos robustos que aprendem padrões reais.</a:t>
              </a:r>
              <a:endParaRPr lang="en-US" dirty="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9D61F99-8691-4BFD-9423-D8BDCC9C23DD}"/>
              </a:ext>
            </a:extLst>
          </p:cNvPr>
          <p:cNvGrpSpPr/>
          <p:nvPr/>
        </p:nvGrpSpPr>
        <p:grpSpPr>
          <a:xfrm>
            <a:off x="717023" y="3028890"/>
            <a:ext cx="4585336" cy="1138774"/>
            <a:chOff x="717023" y="3028890"/>
            <a:chExt cx="4585336" cy="113877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D14CDE6-EFF1-4AA7-3BAA-7A2989C24C32}"/>
                </a:ext>
              </a:extLst>
            </p:cNvPr>
            <p:cNvSpPr txBox="1"/>
            <p:nvPr/>
          </p:nvSpPr>
          <p:spPr>
            <a:xfrm>
              <a:off x="717024" y="3028890"/>
              <a:ext cx="36709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dirty="0"/>
                <a:t>Sistema </a:t>
              </a:r>
              <a:r>
                <a:rPr lang="en-US" dirty="0" err="1"/>
                <a:t>Preditivo</a:t>
              </a:r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4497E57-D7A3-595C-3228-D007103D8A18}"/>
                </a:ext>
              </a:extLst>
            </p:cNvPr>
            <p:cNvSpPr txBox="1"/>
            <p:nvPr/>
          </p:nvSpPr>
          <p:spPr>
            <a:xfrm>
              <a:off x="717023" y="3429000"/>
              <a:ext cx="45853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/>
              </a:lvl1pPr>
            </a:lstStyle>
            <a:p>
              <a:r>
                <a:rPr lang="pt-BR" dirty="0"/>
                <a:t>Um pipeline capaz de antecipar as notas das </a:t>
              </a:r>
              <a:r>
                <a:rPr lang="pt-BR" b="1" dirty="0"/>
                <a:t>4 provas objetivas</a:t>
              </a:r>
              <a:r>
                <a:rPr lang="pt-BR" dirty="0"/>
                <a:t> (CN, CH, LC, MT) semanas antes da divulgação oficial.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7A5409D-DBD6-7789-DE71-ED61AF4AD283}"/>
              </a:ext>
            </a:extLst>
          </p:cNvPr>
          <p:cNvGrpSpPr/>
          <p:nvPr/>
        </p:nvGrpSpPr>
        <p:grpSpPr>
          <a:xfrm>
            <a:off x="717023" y="4467300"/>
            <a:ext cx="4585336" cy="933673"/>
            <a:chOff x="717023" y="4467300"/>
            <a:chExt cx="4585336" cy="93367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9D0C9FD-6462-5A84-5A44-7F5E758140E2}"/>
                </a:ext>
              </a:extLst>
            </p:cNvPr>
            <p:cNvSpPr txBox="1"/>
            <p:nvPr/>
          </p:nvSpPr>
          <p:spPr>
            <a:xfrm>
              <a:off x="717024" y="4467300"/>
              <a:ext cx="36709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dirty="0"/>
                <a:t>Impacto e </a:t>
              </a:r>
              <a:r>
                <a:rPr lang="en-US" dirty="0" err="1"/>
                <a:t>Benefícios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7932D7-EA67-941E-9919-F3A970E238D9}"/>
                </a:ext>
              </a:extLst>
            </p:cNvPr>
            <p:cNvSpPr txBox="1"/>
            <p:nvPr/>
          </p:nvSpPr>
          <p:spPr>
            <a:xfrm>
              <a:off x="717023" y="4877753"/>
              <a:ext cx="45853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/>
              </a:lvl1pPr>
            </a:lstStyle>
            <a:p>
              <a:r>
                <a:rPr lang="pt-BR" dirty="0"/>
                <a:t>Transformação da ansiedade em planejamento estratégico: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3453C23-3002-4656-DEEC-8398E05A89AF}"/>
              </a:ext>
            </a:extLst>
          </p:cNvPr>
          <p:cNvGrpSpPr/>
          <p:nvPr/>
        </p:nvGrpSpPr>
        <p:grpSpPr>
          <a:xfrm>
            <a:off x="5689844" y="2364971"/>
            <a:ext cx="3480077" cy="1300994"/>
            <a:chOff x="5853470" y="2615222"/>
            <a:chExt cx="3480077" cy="1300994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8C1BD38-F302-622B-A276-1A999D9B160D}"/>
                </a:ext>
              </a:extLst>
            </p:cNvPr>
            <p:cNvGrpSpPr/>
            <p:nvPr/>
          </p:nvGrpSpPr>
          <p:grpSpPr>
            <a:xfrm>
              <a:off x="5853470" y="2615222"/>
              <a:ext cx="2873425" cy="1300994"/>
              <a:chOff x="6575363" y="2567094"/>
              <a:chExt cx="2873425" cy="1300994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DA5B3AEF-5137-4993-F46F-2530172F0EA6}"/>
                  </a:ext>
                </a:extLst>
              </p:cNvPr>
              <p:cNvSpPr/>
              <p:nvPr/>
            </p:nvSpPr>
            <p:spPr>
              <a:xfrm>
                <a:off x="6575363" y="2567094"/>
                <a:ext cx="2621854" cy="1300994"/>
              </a:xfrm>
              <a:prstGeom prst="roundRect">
                <a:avLst>
                  <a:gd name="adj" fmla="val 6964"/>
                </a:avLst>
              </a:prstGeom>
              <a:solidFill>
                <a:srgbClr val="6366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2071BAF-C3FD-7DFE-E99A-157BC74C11B6}"/>
                  </a:ext>
                </a:extLst>
              </p:cNvPr>
              <p:cNvSpPr/>
              <p:nvPr/>
            </p:nvSpPr>
            <p:spPr>
              <a:xfrm>
                <a:off x="6683650" y="2567094"/>
                <a:ext cx="2765138" cy="1300994"/>
              </a:xfrm>
              <a:prstGeom prst="roundRect">
                <a:avLst>
                  <a:gd name="adj" fmla="val 696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1D432F1-4E93-06CD-00B5-7151624D661B}"/>
                </a:ext>
              </a:extLst>
            </p:cNvPr>
            <p:cNvGrpSpPr/>
            <p:nvPr/>
          </p:nvGrpSpPr>
          <p:grpSpPr>
            <a:xfrm>
              <a:off x="5984559" y="2851454"/>
              <a:ext cx="3348988" cy="1063476"/>
              <a:chOff x="6064569" y="2828907"/>
              <a:chExt cx="3348988" cy="1063476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4FFFA5-52C2-F5AC-33FC-A832B540AE9D}"/>
                  </a:ext>
                </a:extLst>
              </p:cNvPr>
              <p:cNvSpPr txBox="1"/>
              <p:nvPr/>
            </p:nvSpPr>
            <p:spPr>
              <a:xfrm>
                <a:off x="6064569" y="2828907"/>
                <a:ext cx="33489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b="1" dirty="0"/>
                  <a:t>API para Escolas</a:t>
                </a:r>
                <a:endParaRPr lang="en-US" sz="2000" b="1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C50BCA3-41CB-2E86-DF67-1F5429514308}"/>
                  </a:ext>
                </a:extLst>
              </p:cNvPr>
              <p:cNvSpPr txBox="1"/>
              <p:nvPr/>
            </p:nvSpPr>
            <p:spPr>
              <a:xfrm>
                <a:off x="6064569" y="3246052"/>
                <a:ext cx="24907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pt-BR" dirty="0"/>
                  <a:t>Integração direta com sistemas de gestão escolar (LMS) via REST API escalável.</a:t>
                </a:r>
                <a:endParaRPr lang="en-US" dirty="0"/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75DB3DB-CA02-8F32-0247-CE06027C28B6}"/>
              </a:ext>
            </a:extLst>
          </p:cNvPr>
          <p:cNvGrpSpPr/>
          <p:nvPr/>
        </p:nvGrpSpPr>
        <p:grpSpPr>
          <a:xfrm>
            <a:off x="5689844" y="3977005"/>
            <a:ext cx="3480077" cy="1300994"/>
            <a:chOff x="5853470" y="2615222"/>
            <a:chExt cx="3480077" cy="1300994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DE30C94-57B7-8178-CC88-9D8ADB68AD81}"/>
                </a:ext>
              </a:extLst>
            </p:cNvPr>
            <p:cNvGrpSpPr/>
            <p:nvPr/>
          </p:nvGrpSpPr>
          <p:grpSpPr>
            <a:xfrm>
              <a:off x="5853470" y="2615222"/>
              <a:ext cx="2873088" cy="1300994"/>
              <a:chOff x="6575363" y="2567094"/>
              <a:chExt cx="2873088" cy="1300994"/>
            </a:xfrm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637B101F-A568-6D20-BADD-3F299286D1AF}"/>
                  </a:ext>
                </a:extLst>
              </p:cNvPr>
              <p:cNvSpPr/>
              <p:nvPr/>
            </p:nvSpPr>
            <p:spPr>
              <a:xfrm>
                <a:off x="6575363" y="2567094"/>
                <a:ext cx="2621854" cy="1300994"/>
              </a:xfrm>
              <a:prstGeom prst="roundRect">
                <a:avLst>
                  <a:gd name="adj" fmla="val 6964"/>
                </a:avLst>
              </a:prstGeom>
              <a:solidFill>
                <a:srgbClr val="E5E7E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A3D291F5-E19C-BE4B-AD81-EAEAA7EA6700}"/>
                  </a:ext>
                </a:extLst>
              </p:cNvPr>
              <p:cNvSpPr/>
              <p:nvPr/>
            </p:nvSpPr>
            <p:spPr>
              <a:xfrm>
                <a:off x="6683651" y="2567094"/>
                <a:ext cx="2764800" cy="1300994"/>
              </a:xfrm>
              <a:prstGeom prst="roundRect">
                <a:avLst>
                  <a:gd name="adj" fmla="val 696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C137229-B608-D1DF-08AA-8FFB0F3F7532}"/>
                </a:ext>
              </a:extLst>
            </p:cNvPr>
            <p:cNvGrpSpPr/>
            <p:nvPr/>
          </p:nvGrpSpPr>
          <p:grpSpPr>
            <a:xfrm>
              <a:off x="5984559" y="2851454"/>
              <a:ext cx="3348988" cy="878810"/>
              <a:chOff x="6064569" y="2828907"/>
              <a:chExt cx="3348988" cy="878810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C2575C1-259D-309A-520E-2D446F44DD1E}"/>
                  </a:ext>
                </a:extLst>
              </p:cNvPr>
              <p:cNvSpPr txBox="1"/>
              <p:nvPr/>
            </p:nvSpPr>
            <p:spPr>
              <a:xfrm>
                <a:off x="6064569" y="2828907"/>
                <a:ext cx="33489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b="1" dirty="0"/>
                  <a:t>Relatórios</a:t>
                </a:r>
                <a:endParaRPr lang="en-US" sz="2000" b="1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B5CFD4E-9CE7-C2B0-71C0-45C9F2CACD37}"/>
                  </a:ext>
                </a:extLst>
              </p:cNvPr>
              <p:cNvSpPr txBox="1"/>
              <p:nvPr/>
            </p:nvSpPr>
            <p:spPr>
              <a:xfrm>
                <a:off x="6064569" y="3246052"/>
                <a:ext cx="27896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bg1">
                        <a:lumMod val="75000"/>
                      </a:schemeClr>
                    </a:solidFill>
                  </a:defRPr>
                </a:lvl1pPr>
              </a:lstStyle>
              <a:p>
                <a:r>
                  <a:rPr lang="pt-BR" dirty="0">
                    <a:solidFill>
                      <a:schemeClr val="bg1">
                        <a:lumMod val="50000"/>
                      </a:schemeClr>
                    </a:solidFill>
                  </a:rPr>
                  <a:t>Feedbacks personalizados por aluno e diagnósticos por turma ou unidade.</a:t>
                </a:r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13F45F0-3683-E229-B0C8-06219E7AEC19}"/>
              </a:ext>
            </a:extLst>
          </p:cNvPr>
          <p:cNvGrpSpPr/>
          <p:nvPr/>
        </p:nvGrpSpPr>
        <p:grpSpPr>
          <a:xfrm>
            <a:off x="8779006" y="2364971"/>
            <a:ext cx="3480077" cy="1300994"/>
            <a:chOff x="5853470" y="2615222"/>
            <a:chExt cx="3480077" cy="1300994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F84C15DB-53C8-E2AD-BB53-7BB9891F7A3B}"/>
                </a:ext>
              </a:extLst>
            </p:cNvPr>
            <p:cNvGrpSpPr/>
            <p:nvPr/>
          </p:nvGrpSpPr>
          <p:grpSpPr>
            <a:xfrm>
              <a:off x="5853470" y="2615222"/>
              <a:ext cx="2873088" cy="1300994"/>
              <a:chOff x="6575363" y="2567094"/>
              <a:chExt cx="2873088" cy="1300994"/>
            </a:xfrm>
          </p:grpSpPr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8F53374C-A18C-1E88-9FE6-4C5E64464B46}"/>
                  </a:ext>
                </a:extLst>
              </p:cNvPr>
              <p:cNvSpPr/>
              <p:nvPr/>
            </p:nvSpPr>
            <p:spPr>
              <a:xfrm>
                <a:off x="6575363" y="2567094"/>
                <a:ext cx="2621854" cy="1300994"/>
              </a:xfrm>
              <a:prstGeom prst="roundRect">
                <a:avLst>
                  <a:gd name="adj" fmla="val 6964"/>
                </a:avLst>
              </a:prstGeom>
              <a:solidFill>
                <a:srgbClr val="3B82F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95BF5F25-D769-0D90-9B3A-91A452C36354}"/>
                  </a:ext>
                </a:extLst>
              </p:cNvPr>
              <p:cNvSpPr/>
              <p:nvPr/>
            </p:nvSpPr>
            <p:spPr>
              <a:xfrm>
                <a:off x="6683651" y="2567094"/>
                <a:ext cx="2764800" cy="1300994"/>
              </a:xfrm>
              <a:prstGeom prst="roundRect">
                <a:avLst>
                  <a:gd name="adj" fmla="val 696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4E2EE00-AC3E-49F5-8AA4-D36AC472C40F}"/>
                </a:ext>
              </a:extLst>
            </p:cNvPr>
            <p:cNvGrpSpPr/>
            <p:nvPr/>
          </p:nvGrpSpPr>
          <p:grpSpPr>
            <a:xfrm>
              <a:off x="5984559" y="2851454"/>
              <a:ext cx="3348988" cy="1063476"/>
              <a:chOff x="6064569" y="2828907"/>
              <a:chExt cx="3348988" cy="1063476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EFF5B71-9833-742B-CFAC-92E130CE34C5}"/>
                  </a:ext>
                </a:extLst>
              </p:cNvPr>
              <p:cNvSpPr txBox="1"/>
              <p:nvPr/>
            </p:nvSpPr>
            <p:spPr>
              <a:xfrm>
                <a:off x="6064569" y="2828907"/>
                <a:ext cx="33489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b="1" dirty="0"/>
                  <a:t>Dashboard</a:t>
                </a:r>
                <a:endParaRPr lang="en-US" sz="2000" b="1" dirty="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EF0E8A2-630C-E60E-CB84-8BB1972FEDDF}"/>
                  </a:ext>
                </a:extLst>
              </p:cNvPr>
              <p:cNvSpPr txBox="1"/>
              <p:nvPr/>
            </p:nvSpPr>
            <p:spPr>
              <a:xfrm>
                <a:off x="6064570" y="3246052"/>
                <a:ext cx="270650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pt-BR" dirty="0"/>
                  <a:t>Visualização interativa de métricas e projeções em tempo real para gestores.</a:t>
                </a:r>
                <a:endParaRPr lang="en-US" dirty="0"/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894EA1F-61B8-C53C-D5B8-B4899DA53DE3}"/>
              </a:ext>
            </a:extLst>
          </p:cNvPr>
          <p:cNvGrpSpPr/>
          <p:nvPr/>
        </p:nvGrpSpPr>
        <p:grpSpPr>
          <a:xfrm>
            <a:off x="8779006" y="3977005"/>
            <a:ext cx="3480077" cy="1300994"/>
            <a:chOff x="5853470" y="2615222"/>
            <a:chExt cx="3480077" cy="1300994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F6206B4-3E5A-7F38-E083-FB95C254E84B}"/>
                </a:ext>
              </a:extLst>
            </p:cNvPr>
            <p:cNvGrpSpPr/>
            <p:nvPr/>
          </p:nvGrpSpPr>
          <p:grpSpPr>
            <a:xfrm>
              <a:off x="5853470" y="2615222"/>
              <a:ext cx="2873088" cy="1300994"/>
              <a:chOff x="6575363" y="2567094"/>
              <a:chExt cx="2873088" cy="1300994"/>
            </a:xfrm>
          </p:grpSpPr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12C47080-0C22-C42E-FF0C-4368C7FDF43A}"/>
                  </a:ext>
                </a:extLst>
              </p:cNvPr>
              <p:cNvSpPr/>
              <p:nvPr/>
            </p:nvSpPr>
            <p:spPr>
              <a:xfrm>
                <a:off x="6575363" y="2567094"/>
                <a:ext cx="2621854" cy="1300994"/>
              </a:xfrm>
              <a:prstGeom prst="roundRect">
                <a:avLst>
                  <a:gd name="adj" fmla="val 6964"/>
                </a:avLst>
              </a:prstGeom>
              <a:solidFill>
                <a:srgbClr val="E4E5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CBF29AE8-74F1-2BE8-CF7B-430929415F4F}"/>
                  </a:ext>
                </a:extLst>
              </p:cNvPr>
              <p:cNvSpPr/>
              <p:nvPr/>
            </p:nvSpPr>
            <p:spPr>
              <a:xfrm>
                <a:off x="6683651" y="2567094"/>
                <a:ext cx="2764800" cy="1300994"/>
              </a:xfrm>
              <a:prstGeom prst="roundRect">
                <a:avLst>
                  <a:gd name="adj" fmla="val 696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1589CE8-DE64-D81A-A679-1954B91E45CA}"/>
                </a:ext>
              </a:extLst>
            </p:cNvPr>
            <p:cNvGrpSpPr/>
            <p:nvPr/>
          </p:nvGrpSpPr>
          <p:grpSpPr>
            <a:xfrm>
              <a:off x="5984559" y="2841829"/>
              <a:ext cx="3348988" cy="1063476"/>
              <a:chOff x="6064569" y="2819282"/>
              <a:chExt cx="3348988" cy="1063476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41A6821-9EC8-A695-8F45-4868B6CAA68D}"/>
                  </a:ext>
                </a:extLst>
              </p:cNvPr>
              <p:cNvSpPr txBox="1"/>
              <p:nvPr/>
            </p:nvSpPr>
            <p:spPr>
              <a:xfrm>
                <a:off x="6064569" y="2819282"/>
                <a:ext cx="33489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b="1" dirty="0"/>
                  <a:t>Insights Sociais</a:t>
                </a:r>
                <a:endParaRPr lang="en-US" b="1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005245D-D0D3-AF1D-6F1B-702A338B6CC1}"/>
                  </a:ext>
                </a:extLst>
              </p:cNvPr>
              <p:cNvSpPr txBox="1"/>
              <p:nvPr/>
            </p:nvSpPr>
            <p:spPr>
              <a:xfrm>
                <a:off x="6064569" y="3236427"/>
                <a:ext cx="274199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en-US" dirty="0" err="1"/>
                  <a:t>Análise</a:t>
                </a:r>
                <a:r>
                  <a:rPr lang="en-US" dirty="0"/>
                  <a:t> de </a:t>
                </a:r>
                <a:r>
                  <a:rPr lang="en-US" dirty="0" err="1"/>
                  <a:t>perfil</a:t>
                </a:r>
                <a:r>
                  <a:rPr lang="en-US" dirty="0"/>
                  <a:t> </a:t>
                </a:r>
                <a:r>
                  <a:rPr lang="en-US" dirty="0" err="1"/>
                  <a:t>socioeducacional</a:t>
                </a:r>
                <a:r>
                  <a:rPr lang="en-US" dirty="0"/>
                  <a:t> para </a:t>
                </a:r>
                <a:r>
                  <a:rPr lang="en-US" dirty="0" err="1"/>
                  <a:t>identificar</a:t>
                </a:r>
                <a:r>
                  <a:rPr lang="en-US" dirty="0"/>
                  <a:t> </a:t>
                </a:r>
                <a:r>
                  <a:rPr lang="en-US" dirty="0" err="1"/>
                  <a:t>fatores</a:t>
                </a:r>
                <a:r>
                  <a:rPr lang="en-US" dirty="0"/>
                  <a:t> de </a:t>
                </a:r>
                <a:r>
                  <a:rPr lang="en-US" dirty="0" err="1"/>
                  <a:t>impacto</a:t>
                </a:r>
                <a:r>
                  <a:rPr lang="en-US" dirty="0"/>
                  <a:t> </a:t>
                </a:r>
                <a:r>
                  <a:rPr lang="en-US" dirty="0" err="1"/>
                  <a:t>na</a:t>
                </a:r>
                <a:r>
                  <a:rPr lang="en-US" dirty="0"/>
                  <a:t> nota.</a:t>
                </a:r>
              </a:p>
            </p:txBody>
          </p:sp>
        </p:grpSp>
      </p:grp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485A9A4F-032E-C2F0-7C08-98913F41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3</a:t>
            </a:fld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6855B00-690D-6DC2-DB83-5BDBFAAC25AB}"/>
              </a:ext>
            </a:extLst>
          </p:cNvPr>
          <p:cNvCxnSpPr>
            <a:cxnSpLocks/>
          </p:cNvCxnSpPr>
          <p:nvPr/>
        </p:nvCxnSpPr>
        <p:spPr>
          <a:xfrm>
            <a:off x="285082" y="6356350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396691E-92A2-89C6-6576-88AFDBB3A8A0}"/>
              </a:ext>
            </a:extLst>
          </p:cNvPr>
          <p:cNvGrpSpPr/>
          <p:nvPr/>
        </p:nvGrpSpPr>
        <p:grpSpPr>
          <a:xfrm>
            <a:off x="342900" y="319474"/>
            <a:ext cx="3919218" cy="261610"/>
            <a:chOff x="169442" y="265597"/>
            <a:chExt cx="3919218" cy="26161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EDD594C8-6E7B-9310-D3A5-391B940D3976}"/>
                </a:ext>
              </a:extLst>
            </p:cNvPr>
            <p:cNvGrpSpPr/>
            <p:nvPr/>
          </p:nvGrpSpPr>
          <p:grpSpPr>
            <a:xfrm>
              <a:off x="169442" y="265597"/>
              <a:ext cx="1769954" cy="261610"/>
              <a:chOff x="169442" y="262209"/>
              <a:chExt cx="1769954" cy="261610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493907D0-03FD-9CA4-9571-226EB5DEA25C}"/>
                  </a:ext>
                </a:extLst>
              </p:cNvPr>
              <p:cNvSpPr/>
              <p:nvPr/>
            </p:nvSpPr>
            <p:spPr>
              <a:xfrm>
                <a:off x="216009" y="262209"/>
                <a:ext cx="1676821" cy="261610"/>
              </a:xfrm>
              <a:prstGeom prst="roundRect">
                <a:avLst>
                  <a:gd name="adj" fmla="val 49435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F6B5C55-A4FB-C13E-D9D3-E3C88B1E0496}"/>
                  </a:ext>
                </a:extLst>
              </p:cNvPr>
              <p:cNvSpPr txBox="1"/>
              <p:nvPr/>
            </p:nvSpPr>
            <p:spPr>
              <a:xfrm>
                <a:off x="169442" y="262209"/>
                <a:ext cx="17699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ctr"/>
                <a:r>
                  <a:rPr lang="pt-BR" sz="1100" b="1" dirty="0">
                    <a:solidFill>
                      <a:srgbClr val="223DB0"/>
                    </a:solidFill>
                  </a:rPr>
                  <a:t>VISÃO DE PRODUTO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6A1DAD4-58CA-AB57-A34D-BF5009ED6633}"/>
                </a:ext>
              </a:extLst>
            </p:cNvPr>
            <p:cNvSpPr txBox="1"/>
            <p:nvPr/>
          </p:nvSpPr>
          <p:spPr>
            <a:xfrm>
              <a:off x="1897910" y="265597"/>
              <a:ext cx="21907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|   ESTRATÉGIA DE SOLUÇÃO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F5E5D63-9050-77AC-8626-A7A3FB73E4E3}"/>
              </a:ext>
            </a:extLst>
          </p:cNvPr>
          <p:cNvGrpSpPr/>
          <p:nvPr/>
        </p:nvGrpSpPr>
        <p:grpSpPr>
          <a:xfrm>
            <a:off x="717023" y="5587343"/>
            <a:ext cx="1180563" cy="261610"/>
            <a:chOff x="692155" y="5583495"/>
            <a:chExt cx="1180563" cy="26161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E5D7416-442B-6B93-A6A1-69F1D3BA105D}"/>
                </a:ext>
              </a:extLst>
            </p:cNvPr>
            <p:cNvSpPr/>
            <p:nvPr/>
          </p:nvSpPr>
          <p:spPr>
            <a:xfrm>
              <a:off x="692155" y="5583495"/>
              <a:ext cx="1180563" cy="261610"/>
            </a:xfrm>
            <a:prstGeom prst="roundRect">
              <a:avLst>
                <a:gd name="adj" fmla="val 23544"/>
              </a:avLst>
            </a:prstGeom>
            <a:solidFill>
              <a:srgbClr val="F3F4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31A656-322F-C7FF-3DB6-EEEA4672384D}"/>
                </a:ext>
              </a:extLst>
            </p:cNvPr>
            <p:cNvSpPr txBox="1"/>
            <p:nvPr/>
          </p:nvSpPr>
          <p:spPr>
            <a:xfrm>
              <a:off x="692155" y="5583495"/>
              <a:ext cx="118056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Sisu(Públicas)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3BEEF0-ABD6-9821-492A-4707E406937D}"/>
              </a:ext>
            </a:extLst>
          </p:cNvPr>
          <p:cNvGrpSpPr/>
          <p:nvPr/>
        </p:nvGrpSpPr>
        <p:grpSpPr>
          <a:xfrm>
            <a:off x="2045667" y="5595038"/>
            <a:ext cx="1180563" cy="261610"/>
            <a:chOff x="692155" y="5583495"/>
            <a:chExt cx="1180563" cy="26161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FD6832D-C628-64EE-3F6C-EDB8DFD0F2A4}"/>
                </a:ext>
              </a:extLst>
            </p:cNvPr>
            <p:cNvSpPr/>
            <p:nvPr/>
          </p:nvSpPr>
          <p:spPr>
            <a:xfrm>
              <a:off x="692155" y="5583495"/>
              <a:ext cx="1180563" cy="261610"/>
            </a:xfrm>
            <a:prstGeom prst="roundRect">
              <a:avLst>
                <a:gd name="adj" fmla="val 23544"/>
              </a:avLst>
            </a:prstGeom>
            <a:solidFill>
              <a:srgbClr val="F3F4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D4C9C0-6E0C-DB56-6A6D-7622AFE71F92}"/>
                </a:ext>
              </a:extLst>
            </p:cNvPr>
            <p:cNvSpPr txBox="1"/>
            <p:nvPr/>
          </p:nvSpPr>
          <p:spPr>
            <a:xfrm>
              <a:off x="692155" y="5583495"/>
              <a:ext cx="118056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Prouni (Bolsas)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0C60074-9FC9-C2BD-9AB0-DBB82261F242}"/>
              </a:ext>
            </a:extLst>
          </p:cNvPr>
          <p:cNvGrpSpPr/>
          <p:nvPr/>
        </p:nvGrpSpPr>
        <p:grpSpPr>
          <a:xfrm>
            <a:off x="3374311" y="5587343"/>
            <a:ext cx="1180563" cy="261610"/>
            <a:chOff x="692155" y="5583495"/>
            <a:chExt cx="1180563" cy="26161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2F753EC-216B-C0F8-0E23-AEB6A5272241}"/>
                </a:ext>
              </a:extLst>
            </p:cNvPr>
            <p:cNvSpPr/>
            <p:nvPr/>
          </p:nvSpPr>
          <p:spPr>
            <a:xfrm>
              <a:off x="692155" y="5583495"/>
              <a:ext cx="1180563" cy="261610"/>
            </a:xfrm>
            <a:prstGeom prst="roundRect">
              <a:avLst>
                <a:gd name="adj" fmla="val 23544"/>
              </a:avLst>
            </a:prstGeom>
            <a:solidFill>
              <a:srgbClr val="F3F4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1F2BF8F-44AA-EAE1-E9D4-A7B4F019CADF}"/>
                </a:ext>
              </a:extLst>
            </p:cNvPr>
            <p:cNvSpPr txBox="1"/>
            <p:nvPr/>
          </p:nvSpPr>
          <p:spPr>
            <a:xfrm>
              <a:off x="692155" y="5583495"/>
              <a:ext cx="118056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FIES (Crédito)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52E6D55-D5DC-1BB4-6B61-6E714646A8A2}"/>
              </a:ext>
            </a:extLst>
          </p:cNvPr>
          <p:cNvCxnSpPr>
            <a:cxnSpLocks/>
          </p:cNvCxnSpPr>
          <p:nvPr/>
        </p:nvCxnSpPr>
        <p:spPr>
          <a:xfrm>
            <a:off x="335882" y="1280146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EC161FDE-BDDC-FB30-2C0B-EFB834DD9EE4}"/>
              </a:ext>
            </a:extLst>
          </p:cNvPr>
          <p:cNvGrpSpPr/>
          <p:nvPr/>
        </p:nvGrpSpPr>
        <p:grpSpPr>
          <a:xfrm>
            <a:off x="229327" y="1699396"/>
            <a:ext cx="487694" cy="392087"/>
            <a:chOff x="93414" y="1590126"/>
            <a:chExt cx="623610" cy="501358"/>
          </a:xfrm>
        </p:grpSpPr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AA6821C1-49CB-996A-DA58-8BFA8F1F2567}"/>
                </a:ext>
              </a:extLst>
            </p:cNvPr>
            <p:cNvSpPr/>
            <p:nvPr/>
          </p:nvSpPr>
          <p:spPr>
            <a:xfrm>
              <a:off x="93414" y="1590126"/>
              <a:ext cx="623610" cy="501358"/>
            </a:xfrm>
            <a:prstGeom prst="roundRect">
              <a:avLst/>
            </a:prstGeom>
            <a:solidFill>
              <a:srgbClr val="F3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859EF8CF-C18B-A5CD-C89B-0F2EA41104BD}"/>
                </a:ext>
              </a:extLst>
            </p:cNvPr>
            <p:cNvSpPr/>
            <p:nvPr/>
          </p:nvSpPr>
          <p:spPr>
            <a:xfrm>
              <a:off x="282068" y="1676371"/>
              <a:ext cx="246302" cy="328868"/>
            </a:xfrm>
            <a:custGeom>
              <a:avLst/>
              <a:gdLst>
                <a:gd name="connsiteX0" fmla="*/ 0 w 657602"/>
                <a:gd name="connsiteY0" fmla="*/ 133871 h 878046"/>
                <a:gd name="connsiteX1" fmla="*/ 43718 w 657602"/>
                <a:gd name="connsiteY1" fmla="*/ 64368 h 878046"/>
                <a:gd name="connsiteX2" fmla="*/ 328801 w 657602"/>
                <a:gd name="connsiteY2" fmla="*/ 0 h 878046"/>
                <a:gd name="connsiteX3" fmla="*/ 613884 w 657602"/>
                <a:gd name="connsiteY3" fmla="*/ 64368 h 878046"/>
                <a:gd name="connsiteX4" fmla="*/ 657602 w 657602"/>
                <a:gd name="connsiteY4" fmla="*/ 133871 h 878046"/>
                <a:gd name="connsiteX5" fmla="*/ 657602 w 657602"/>
                <a:gd name="connsiteY5" fmla="*/ 744176 h 878046"/>
                <a:gd name="connsiteX6" fmla="*/ 613884 w 657602"/>
                <a:gd name="connsiteY6" fmla="*/ 813679 h 878046"/>
                <a:gd name="connsiteX7" fmla="*/ 328801 w 657602"/>
                <a:gd name="connsiteY7" fmla="*/ 878047 h 878046"/>
                <a:gd name="connsiteX8" fmla="*/ 43718 w 657602"/>
                <a:gd name="connsiteY8" fmla="*/ 813679 h 878046"/>
                <a:gd name="connsiteX9" fmla="*/ 0 w 657602"/>
                <a:gd name="connsiteY9" fmla="*/ 744176 h 878046"/>
                <a:gd name="connsiteX10" fmla="*/ 44648 w 657602"/>
                <a:gd name="connsiteY10" fmla="*/ 204044 h 878046"/>
                <a:gd name="connsiteX11" fmla="*/ 44648 w 657602"/>
                <a:gd name="connsiteY11" fmla="*/ 260487 h 878046"/>
                <a:gd name="connsiteX12" fmla="*/ 54396 w 657602"/>
                <a:gd name="connsiteY12" fmla="*/ 280653 h 878046"/>
                <a:gd name="connsiteX13" fmla="*/ 91380 w 657602"/>
                <a:gd name="connsiteY13" fmla="*/ 306363 h 878046"/>
                <a:gd name="connsiteX14" fmla="*/ 328762 w 657602"/>
                <a:gd name="connsiteY14" fmla="*/ 349747 h 878046"/>
                <a:gd name="connsiteX15" fmla="*/ 566144 w 657602"/>
                <a:gd name="connsiteY15" fmla="*/ 306363 h 878046"/>
                <a:gd name="connsiteX16" fmla="*/ 603128 w 657602"/>
                <a:gd name="connsiteY16" fmla="*/ 280653 h 878046"/>
                <a:gd name="connsiteX17" fmla="*/ 612876 w 657602"/>
                <a:gd name="connsiteY17" fmla="*/ 260487 h 878046"/>
                <a:gd name="connsiteX18" fmla="*/ 612876 w 657602"/>
                <a:gd name="connsiteY18" fmla="*/ 204044 h 878046"/>
                <a:gd name="connsiteX19" fmla="*/ 328726 w 657602"/>
                <a:gd name="connsiteY19" fmla="*/ 267779 h 878046"/>
                <a:gd name="connsiteX20" fmla="*/ 44576 w 657602"/>
                <a:gd name="connsiteY20" fmla="*/ 204044 h 878046"/>
                <a:gd name="connsiteX21" fmla="*/ 612948 w 657602"/>
                <a:gd name="connsiteY21" fmla="*/ 463819 h 878046"/>
                <a:gd name="connsiteX22" fmla="*/ 612985 w 657602"/>
                <a:gd name="connsiteY22" fmla="*/ 407413 h 878046"/>
                <a:gd name="connsiteX23" fmla="*/ 328797 w 657602"/>
                <a:gd name="connsiteY23" fmla="*/ 471148 h 878046"/>
                <a:gd name="connsiteX24" fmla="*/ 44609 w 657602"/>
                <a:gd name="connsiteY24" fmla="*/ 407413 h 878046"/>
                <a:gd name="connsiteX25" fmla="*/ 44647 w 657602"/>
                <a:gd name="connsiteY25" fmla="*/ 463819 h 878046"/>
                <a:gd name="connsiteX26" fmla="*/ 54395 w 657602"/>
                <a:gd name="connsiteY26" fmla="*/ 483985 h 878046"/>
                <a:gd name="connsiteX27" fmla="*/ 91378 w 657602"/>
                <a:gd name="connsiteY27" fmla="*/ 509695 h 878046"/>
                <a:gd name="connsiteX28" fmla="*/ 328760 w 657602"/>
                <a:gd name="connsiteY28" fmla="*/ 553079 h 878046"/>
                <a:gd name="connsiteX29" fmla="*/ 566142 w 657602"/>
                <a:gd name="connsiteY29" fmla="*/ 509695 h 878046"/>
                <a:gd name="connsiteX30" fmla="*/ 603126 w 657602"/>
                <a:gd name="connsiteY30" fmla="*/ 483985 h 878046"/>
                <a:gd name="connsiteX31" fmla="*/ 612874 w 657602"/>
                <a:gd name="connsiteY31" fmla="*/ 463819 h 878046"/>
                <a:gd name="connsiteX32" fmla="*/ 612948 w 657602"/>
                <a:gd name="connsiteY32" fmla="*/ 667340 h 878046"/>
                <a:gd name="connsiteX33" fmla="*/ 612948 w 657602"/>
                <a:gd name="connsiteY33" fmla="*/ 610896 h 878046"/>
                <a:gd name="connsiteX34" fmla="*/ 328798 w 657602"/>
                <a:gd name="connsiteY34" fmla="*/ 674632 h 878046"/>
                <a:gd name="connsiteX35" fmla="*/ 44648 w 657602"/>
                <a:gd name="connsiteY35" fmla="*/ 610896 h 878046"/>
                <a:gd name="connsiteX36" fmla="*/ 44648 w 657602"/>
                <a:gd name="connsiteY36" fmla="*/ 667340 h 878046"/>
                <a:gd name="connsiteX37" fmla="*/ 54396 w 657602"/>
                <a:gd name="connsiteY37" fmla="*/ 687506 h 878046"/>
                <a:gd name="connsiteX38" fmla="*/ 91380 w 657602"/>
                <a:gd name="connsiteY38" fmla="*/ 713179 h 878046"/>
                <a:gd name="connsiteX39" fmla="*/ 328762 w 657602"/>
                <a:gd name="connsiteY39" fmla="*/ 756562 h 878046"/>
                <a:gd name="connsiteX40" fmla="*/ 566144 w 657602"/>
                <a:gd name="connsiteY40" fmla="*/ 713179 h 878046"/>
                <a:gd name="connsiteX41" fmla="*/ 603128 w 657602"/>
                <a:gd name="connsiteY41" fmla="*/ 687506 h 878046"/>
                <a:gd name="connsiteX42" fmla="*/ 612876 w 657602"/>
                <a:gd name="connsiteY42" fmla="*/ 667340 h 87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57602" h="878046">
                  <a:moveTo>
                    <a:pt x="0" y="133871"/>
                  </a:moveTo>
                  <a:cubicBezTo>
                    <a:pt x="0" y="109240"/>
                    <a:pt x="14585" y="84833"/>
                    <a:pt x="43718" y="64368"/>
                  </a:cubicBezTo>
                  <a:cubicBezTo>
                    <a:pt x="97222" y="26789"/>
                    <a:pt x="204671" y="0"/>
                    <a:pt x="328801" y="0"/>
                  </a:cubicBezTo>
                  <a:cubicBezTo>
                    <a:pt x="452883" y="0"/>
                    <a:pt x="560373" y="26826"/>
                    <a:pt x="613884" y="64368"/>
                  </a:cubicBezTo>
                  <a:cubicBezTo>
                    <a:pt x="643018" y="84832"/>
                    <a:pt x="657602" y="109239"/>
                    <a:pt x="657602" y="133871"/>
                  </a:cubicBezTo>
                  <a:lnTo>
                    <a:pt x="657602" y="744176"/>
                  </a:lnTo>
                  <a:cubicBezTo>
                    <a:pt x="657602" y="768807"/>
                    <a:pt x="643018" y="793214"/>
                    <a:pt x="613884" y="813679"/>
                  </a:cubicBezTo>
                  <a:cubicBezTo>
                    <a:pt x="560381" y="851258"/>
                    <a:pt x="452931" y="878047"/>
                    <a:pt x="328801" y="878047"/>
                  </a:cubicBezTo>
                  <a:cubicBezTo>
                    <a:pt x="204719" y="878047"/>
                    <a:pt x="97229" y="851221"/>
                    <a:pt x="43718" y="813679"/>
                  </a:cubicBezTo>
                  <a:cubicBezTo>
                    <a:pt x="14585" y="793215"/>
                    <a:pt x="0" y="768808"/>
                    <a:pt x="0" y="744176"/>
                  </a:cubicBezTo>
                  <a:close/>
                  <a:moveTo>
                    <a:pt x="44648" y="204044"/>
                  </a:moveTo>
                  <a:lnTo>
                    <a:pt x="44648" y="260487"/>
                  </a:lnTo>
                  <a:cubicBezTo>
                    <a:pt x="44648" y="267631"/>
                    <a:pt x="48518" y="274216"/>
                    <a:pt x="54396" y="280653"/>
                  </a:cubicBezTo>
                  <a:cubicBezTo>
                    <a:pt x="62991" y="290067"/>
                    <a:pt x="75642" y="298550"/>
                    <a:pt x="91380" y="306363"/>
                  </a:cubicBezTo>
                  <a:cubicBezTo>
                    <a:pt x="144884" y="332929"/>
                    <a:pt x="231350" y="349747"/>
                    <a:pt x="328762" y="349747"/>
                  </a:cubicBezTo>
                  <a:cubicBezTo>
                    <a:pt x="426174" y="349747"/>
                    <a:pt x="512642" y="332966"/>
                    <a:pt x="566144" y="306363"/>
                  </a:cubicBezTo>
                  <a:cubicBezTo>
                    <a:pt x="581882" y="298550"/>
                    <a:pt x="594533" y="290067"/>
                    <a:pt x="603128" y="280653"/>
                  </a:cubicBezTo>
                  <a:cubicBezTo>
                    <a:pt x="609006" y="274216"/>
                    <a:pt x="612876" y="267631"/>
                    <a:pt x="612876" y="260487"/>
                  </a:cubicBezTo>
                  <a:lnTo>
                    <a:pt x="612876" y="204044"/>
                  </a:lnTo>
                  <a:cubicBezTo>
                    <a:pt x="559075" y="241250"/>
                    <a:pt x="452103" y="267779"/>
                    <a:pt x="328726" y="267779"/>
                  </a:cubicBezTo>
                  <a:cubicBezTo>
                    <a:pt x="205349" y="267779"/>
                    <a:pt x="98373" y="241250"/>
                    <a:pt x="44576" y="204044"/>
                  </a:cubicBezTo>
                  <a:close/>
                  <a:moveTo>
                    <a:pt x="612948" y="463819"/>
                  </a:moveTo>
                  <a:lnTo>
                    <a:pt x="612985" y="407413"/>
                  </a:lnTo>
                  <a:cubicBezTo>
                    <a:pt x="559184" y="444619"/>
                    <a:pt x="452175" y="471148"/>
                    <a:pt x="328797" y="471148"/>
                  </a:cubicBezTo>
                  <a:cubicBezTo>
                    <a:pt x="205420" y="471148"/>
                    <a:pt x="98407" y="444619"/>
                    <a:pt x="44609" y="407413"/>
                  </a:cubicBezTo>
                  <a:lnTo>
                    <a:pt x="44647" y="463819"/>
                  </a:lnTo>
                  <a:cubicBezTo>
                    <a:pt x="44647" y="471000"/>
                    <a:pt x="48516" y="477585"/>
                    <a:pt x="54395" y="483985"/>
                  </a:cubicBezTo>
                  <a:cubicBezTo>
                    <a:pt x="62989" y="493362"/>
                    <a:pt x="75640" y="501882"/>
                    <a:pt x="91378" y="509695"/>
                  </a:cubicBezTo>
                  <a:cubicBezTo>
                    <a:pt x="144882" y="536261"/>
                    <a:pt x="231348" y="553079"/>
                    <a:pt x="328760" y="553079"/>
                  </a:cubicBezTo>
                  <a:cubicBezTo>
                    <a:pt x="426172" y="553079"/>
                    <a:pt x="512640" y="536299"/>
                    <a:pt x="566142" y="509695"/>
                  </a:cubicBezTo>
                  <a:cubicBezTo>
                    <a:pt x="581881" y="501882"/>
                    <a:pt x="594532" y="493362"/>
                    <a:pt x="603126" y="483985"/>
                  </a:cubicBezTo>
                  <a:cubicBezTo>
                    <a:pt x="609005" y="477548"/>
                    <a:pt x="612874" y="470963"/>
                    <a:pt x="612874" y="463819"/>
                  </a:cubicBezTo>
                  <a:close/>
                  <a:moveTo>
                    <a:pt x="612948" y="667340"/>
                  </a:moveTo>
                  <a:lnTo>
                    <a:pt x="612948" y="610896"/>
                  </a:lnTo>
                  <a:cubicBezTo>
                    <a:pt x="559147" y="648103"/>
                    <a:pt x="452176" y="674632"/>
                    <a:pt x="328798" y="674632"/>
                  </a:cubicBezTo>
                  <a:cubicBezTo>
                    <a:pt x="205421" y="674632"/>
                    <a:pt x="98446" y="648103"/>
                    <a:pt x="44648" y="610896"/>
                  </a:cubicBezTo>
                  <a:lnTo>
                    <a:pt x="44648" y="667340"/>
                  </a:lnTo>
                  <a:cubicBezTo>
                    <a:pt x="44648" y="674521"/>
                    <a:pt x="48518" y="681069"/>
                    <a:pt x="54396" y="687506"/>
                  </a:cubicBezTo>
                  <a:cubicBezTo>
                    <a:pt x="62991" y="696882"/>
                    <a:pt x="75642" y="705403"/>
                    <a:pt x="91380" y="713179"/>
                  </a:cubicBezTo>
                  <a:cubicBezTo>
                    <a:pt x="144884" y="739745"/>
                    <a:pt x="231350" y="756562"/>
                    <a:pt x="328762" y="756562"/>
                  </a:cubicBezTo>
                  <a:cubicBezTo>
                    <a:pt x="426174" y="756562"/>
                    <a:pt x="512642" y="739782"/>
                    <a:pt x="566144" y="713179"/>
                  </a:cubicBezTo>
                  <a:cubicBezTo>
                    <a:pt x="581882" y="705365"/>
                    <a:pt x="594533" y="696882"/>
                    <a:pt x="603128" y="687506"/>
                  </a:cubicBezTo>
                  <a:cubicBezTo>
                    <a:pt x="609006" y="681032"/>
                    <a:pt x="612876" y="674483"/>
                    <a:pt x="612876" y="667340"/>
                  </a:cubicBezTo>
                  <a:close/>
                </a:path>
              </a:pathLst>
            </a:custGeom>
            <a:solidFill>
              <a:srgbClr val="7339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E3E3F87C-9A45-0BBD-83FC-D33506B8A869}"/>
              </a:ext>
            </a:extLst>
          </p:cNvPr>
          <p:cNvGrpSpPr/>
          <p:nvPr/>
        </p:nvGrpSpPr>
        <p:grpSpPr>
          <a:xfrm>
            <a:off x="229327" y="3070712"/>
            <a:ext cx="487694" cy="392087"/>
            <a:chOff x="125689" y="3104409"/>
            <a:chExt cx="623610" cy="501358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EF7A9F11-2B12-7410-93B1-1699F0EC8844}"/>
                </a:ext>
              </a:extLst>
            </p:cNvPr>
            <p:cNvSpPr/>
            <p:nvPr/>
          </p:nvSpPr>
          <p:spPr>
            <a:xfrm>
              <a:off x="125689" y="3104409"/>
              <a:ext cx="623610" cy="501358"/>
            </a:xfrm>
            <a:prstGeom prst="roundRect">
              <a:avLst/>
            </a:prstGeom>
            <a:solidFill>
              <a:srgbClr val="F3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21834D6E-6C67-E8CC-6CBF-3BB1D3D32CC8}"/>
                </a:ext>
              </a:extLst>
            </p:cNvPr>
            <p:cNvSpPr/>
            <p:nvPr/>
          </p:nvSpPr>
          <p:spPr>
            <a:xfrm>
              <a:off x="237029" y="3154706"/>
              <a:ext cx="400931" cy="400765"/>
            </a:xfrm>
            <a:custGeom>
              <a:avLst/>
              <a:gdLst>
                <a:gd name="connsiteX0" fmla="*/ 492919 w 921417"/>
                <a:gd name="connsiteY0" fmla="*/ 847218 h 921036"/>
                <a:gd name="connsiteX1" fmla="*/ 519589 w 921417"/>
                <a:gd name="connsiteY1" fmla="*/ 820548 h 921036"/>
                <a:gd name="connsiteX2" fmla="*/ 523399 w 921417"/>
                <a:gd name="connsiteY2" fmla="*/ 776733 h 921036"/>
                <a:gd name="connsiteX3" fmla="*/ 497491 w 921417"/>
                <a:gd name="connsiteY3" fmla="*/ 739776 h 921036"/>
                <a:gd name="connsiteX4" fmla="*/ 520446 w 921417"/>
                <a:gd name="connsiteY4" fmla="*/ 684436 h 921036"/>
                <a:gd name="connsiteX5" fmla="*/ 564833 w 921417"/>
                <a:gd name="connsiteY5" fmla="*/ 676625 h 921036"/>
                <a:gd name="connsiteX6" fmla="*/ 593408 w 921417"/>
                <a:gd name="connsiteY6" fmla="*/ 643002 h 921036"/>
                <a:gd name="connsiteX7" fmla="*/ 593408 w 921417"/>
                <a:gd name="connsiteY7" fmla="*/ 604902 h 921036"/>
                <a:gd name="connsiteX8" fmla="*/ 564833 w 921417"/>
                <a:gd name="connsiteY8" fmla="*/ 571279 h 921036"/>
                <a:gd name="connsiteX9" fmla="*/ 520446 w 921417"/>
                <a:gd name="connsiteY9" fmla="*/ 563468 h 921036"/>
                <a:gd name="connsiteX10" fmla="*/ 497491 w 921417"/>
                <a:gd name="connsiteY10" fmla="*/ 508128 h 921036"/>
                <a:gd name="connsiteX11" fmla="*/ 523399 w 921417"/>
                <a:gd name="connsiteY11" fmla="*/ 471647 h 921036"/>
                <a:gd name="connsiteX12" fmla="*/ 519589 w 921417"/>
                <a:gd name="connsiteY12" fmla="*/ 427832 h 921036"/>
                <a:gd name="connsiteX13" fmla="*/ 492919 w 921417"/>
                <a:gd name="connsiteY13" fmla="*/ 401162 h 921036"/>
                <a:gd name="connsiteX14" fmla="*/ 449104 w 921417"/>
                <a:gd name="connsiteY14" fmla="*/ 397352 h 921036"/>
                <a:gd name="connsiteX15" fmla="*/ 412147 w 921417"/>
                <a:gd name="connsiteY15" fmla="*/ 423260 h 921036"/>
                <a:gd name="connsiteX16" fmla="*/ 356806 w 921417"/>
                <a:gd name="connsiteY16" fmla="*/ 400305 h 921036"/>
                <a:gd name="connsiteX17" fmla="*/ 348996 w 921417"/>
                <a:gd name="connsiteY17" fmla="*/ 355919 h 921036"/>
                <a:gd name="connsiteX18" fmla="*/ 315373 w 921417"/>
                <a:gd name="connsiteY18" fmla="*/ 327344 h 921036"/>
                <a:gd name="connsiteX19" fmla="*/ 277273 w 921417"/>
                <a:gd name="connsiteY19" fmla="*/ 327344 h 921036"/>
                <a:gd name="connsiteX20" fmla="*/ 243650 w 921417"/>
                <a:gd name="connsiteY20" fmla="*/ 355919 h 921036"/>
                <a:gd name="connsiteX21" fmla="*/ 235839 w 921417"/>
                <a:gd name="connsiteY21" fmla="*/ 400305 h 921036"/>
                <a:gd name="connsiteX22" fmla="*/ 180499 w 921417"/>
                <a:gd name="connsiteY22" fmla="*/ 423260 h 921036"/>
                <a:gd name="connsiteX23" fmla="*/ 144018 w 921417"/>
                <a:gd name="connsiteY23" fmla="*/ 397352 h 921036"/>
                <a:gd name="connsiteX24" fmla="*/ 100203 w 921417"/>
                <a:gd name="connsiteY24" fmla="*/ 401162 h 921036"/>
                <a:gd name="connsiteX25" fmla="*/ 73533 w 921417"/>
                <a:gd name="connsiteY25" fmla="*/ 427832 h 921036"/>
                <a:gd name="connsiteX26" fmla="*/ 70009 w 921417"/>
                <a:gd name="connsiteY26" fmla="*/ 471647 h 921036"/>
                <a:gd name="connsiteX27" fmla="*/ 95917 w 921417"/>
                <a:gd name="connsiteY27" fmla="*/ 508604 h 921036"/>
                <a:gd name="connsiteX28" fmla="*/ 72962 w 921417"/>
                <a:gd name="connsiteY28" fmla="*/ 563945 h 921036"/>
                <a:gd name="connsiteX29" fmla="*/ 28575 w 921417"/>
                <a:gd name="connsiteY29" fmla="*/ 571755 h 921036"/>
                <a:gd name="connsiteX30" fmla="*/ 0 w 921417"/>
                <a:gd name="connsiteY30" fmla="*/ 605378 h 921036"/>
                <a:gd name="connsiteX31" fmla="*/ 0 w 921417"/>
                <a:gd name="connsiteY31" fmla="*/ 643478 h 921036"/>
                <a:gd name="connsiteX32" fmla="*/ 28575 w 921417"/>
                <a:gd name="connsiteY32" fmla="*/ 677102 h 921036"/>
                <a:gd name="connsiteX33" fmla="*/ 72962 w 921417"/>
                <a:gd name="connsiteY33" fmla="*/ 684912 h 921036"/>
                <a:gd name="connsiteX34" fmla="*/ 95917 w 921417"/>
                <a:gd name="connsiteY34" fmla="*/ 740252 h 921036"/>
                <a:gd name="connsiteX35" fmla="*/ 70009 w 921417"/>
                <a:gd name="connsiteY35" fmla="*/ 776733 h 921036"/>
                <a:gd name="connsiteX36" fmla="*/ 73819 w 921417"/>
                <a:gd name="connsiteY36" fmla="*/ 820548 h 921036"/>
                <a:gd name="connsiteX37" fmla="*/ 100489 w 921417"/>
                <a:gd name="connsiteY37" fmla="*/ 847218 h 921036"/>
                <a:gd name="connsiteX38" fmla="*/ 144304 w 921417"/>
                <a:gd name="connsiteY38" fmla="*/ 851028 h 921036"/>
                <a:gd name="connsiteX39" fmla="*/ 181261 w 921417"/>
                <a:gd name="connsiteY39" fmla="*/ 825120 h 921036"/>
                <a:gd name="connsiteX40" fmla="*/ 236601 w 921417"/>
                <a:gd name="connsiteY40" fmla="*/ 848075 h 921036"/>
                <a:gd name="connsiteX41" fmla="*/ 244412 w 921417"/>
                <a:gd name="connsiteY41" fmla="*/ 892462 h 921036"/>
                <a:gd name="connsiteX42" fmla="*/ 278035 w 921417"/>
                <a:gd name="connsiteY42" fmla="*/ 921037 h 921036"/>
                <a:gd name="connsiteX43" fmla="*/ 316135 w 921417"/>
                <a:gd name="connsiteY43" fmla="*/ 921037 h 921036"/>
                <a:gd name="connsiteX44" fmla="*/ 349758 w 921417"/>
                <a:gd name="connsiteY44" fmla="*/ 892462 h 921036"/>
                <a:gd name="connsiteX45" fmla="*/ 357569 w 921417"/>
                <a:gd name="connsiteY45" fmla="*/ 848075 h 921036"/>
                <a:gd name="connsiteX46" fmla="*/ 412909 w 921417"/>
                <a:gd name="connsiteY46" fmla="*/ 825120 h 921036"/>
                <a:gd name="connsiteX47" fmla="*/ 449104 w 921417"/>
                <a:gd name="connsiteY47" fmla="*/ 850742 h 921036"/>
                <a:gd name="connsiteX48" fmla="*/ 492919 w 921417"/>
                <a:gd name="connsiteY48" fmla="*/ 847218 h 921036"/>
                <a:gd name="connsiteX49" fmla="*/ 296513 w 921417"/>
                <a:gd name="connsiteY49" fmla="*/ 725870 h 921036"/>
                <a:gd name="connsiteX50" fmla="*/ 194786 w 921417"/>
                <a:gd name="connsiteY50" fmla="*/ 624143 h 921036"/>
                <a:gd name="connsiteX51" fmla="*/ 296513 w 921417"/>
                <a:gd name="connsiteY51" fmla="*/ 522416 h 921036"/>
                <a:gd name="connsiteX52" fmla="*/ 398240 w 921417"/>
                <a:gd name="connsiteY52" fmla="*/ 624143 h 921036"/>
                <a:gd name="connsiteX53" fmla="*/ 398240 w 921417"/>
                <a:gd name="connsiteY53" fmla="*/ 624238 h 921036"/>
                <a:gd name="connsiteX54" fmla="*/ 296513 w 921417"/>
                <a:gd name="connsiteY54" fmla="*/ 725870 h 921036"/>
                <a:gd name="connsiteX55" fmla="*/ 910114 w 921417"/>
                <a:gd name="connsiteY55" fmla="*/ 162275 h 921036"/>
                <a:gd name="connsiteX56" fmla="*/ 874109 w 921417"/>
                <a:gd name="connsiteY56" fmla="*/ 137129 h 921036"/>
                <a:gd name="connsiteX57" fmla="*/ 833723 w 921417"/>
                <a:gd name="connsiteY57" fmla="*/ 140654 h 921036"/>
                <a:gd name="connsiteX58" fmla="*/ 780193 w 921417"/>
                <a:gd name="connsiteY58" fmla="*/ 87123 h 921036"/>
                <a:gd name="connsiteX59" fmla="*/ 783717 w 921417"/>
                <a:gd name="connsiteY59" fmla="*/ 46737 h 921036"/>
                <a:gd name="connsiteX60" fmla="*/ 758476 w 921417"/>
                <a:gd name="connsiteY60" fmla="*/ 10637 h 921036"/>
                <a:gd name="connsiteX61" fmla="*/ 722090 w 921417"/>
                <a:gd name="connsiteY61" fmla="*/ 1112 h 921036"/>
                <a:gd name="connsiteX62" fmla="*/ 682276 w 921417"/>
                <a:gd name="connsiteY62" fmla="*/ 20162 h 921036"/>
                <a:gd name="connsiteX63" fmla="*/ 665131 w 921417"/>
                <a:gd name="connsiteY63" fmla="*/ 56357 h 921036"/>
                <a:gd name="connsiteX64" fmla="*/ 592074 w 921417"/>
                <a:gd name="connsiteY64" fmla="*/ 75884 h 921036"/>
                <a:gd name="connsiteX65" fmla="*/ 558832 w 921417"/>
                <a:gd name="connsiteY65" fmla="*/ 52547 h 921036"/>
                <a:gd name="connsiteX66" fmla="*/ 515017 w 921417"/>
                <a:gd name="connsiteY66" fmla="*/ 56357 h 921036"/>
                <a:gd name="connsiteX67" fmla="*/ 488347 w 921417"/>
                <a:gd name="connsiteY67" fmla="*/ 83027 h 921036"/>
                <a:gd name="connsiteX68" fmla="*/ 484537 w 921417"/>
                <a:gd name="connsiteY68" fmla="*/ 126842 h 921036"/>
                <a:gd name="connsiteX69" fmla="*/ 508159 w 921417"/>
                <a:gd name="connsiteY69" fmla="*/ 160085 h 921036"/>
                <a:gd name="connsiteX70" fmla="*/ 488633 w 921417"/>
                <a:gd name="connsiteY70" fmla="*/ 233141 h 921036"/>
                <a:gd name="connsiteX71" fmla="*/ 451485 w 921417"/>
                <a:gd name="connsiteY71" fmla="*/ 250667 h 921036"/>
                <a:gd name="connsiteX72" fmla="*/ 432435 w 921417"/>
                <a:gd name="connsiteY72" fmla="*/ 290482 h 921036"/>
                <a:gd name="connsiteX73" fmla="*/ 441960 w 921417"/>
                <a:gd name="connsiteY73" fmla="*/ 326867 h 921036"/>
                <a:gd name="connsiteX74" fmla="*/ 477964 w 921417"/>
                <a:gd name="connsiteY74" fmla="*/ 352109 h 921036"/>
                <a:gd name="connsiteX75" fmla="*/ 518351 w 921417"/>
                <a:gd name="connsiteY75" fmla="*/ 348584 h 921036"/>
                <a:gd name="connsiteX76" fmla="*/ 571881 w 921417"/>
                <a:gd name="connsiteY76" fmla="*/ 402115 h 921036"/>
                <a:gd name="connsiteX77" fmla="*/ 568357 w 921417"/>
                <a:gd name="connsiteY77" fmla="*/ 442501 h 921036"/>
                <a:gd name="connsiteX78" fmla="*/ 593884 w 921417"/>
                <a:gd name="connsiteY78" fmla="*/ 478124 h 921036"/>
                <a:gd name="connsiteX79" fmla="*/ 630269 w 921417"/>
                <a:gd name="connsiteY79" fmla="*/ 487649 h 921036"/>
                <a:gd name="connsiteX80" fmla="*/ 670084 w 921417"/>
                <a:gd name="connsiteY80" fmla="*/ 468599 h 921036"/>
                <a:gd name="connsiteX81" fmla="*/ 687229 w 921417"/>
                <a:gd name="connsiteY81" fmla="*/ 431738 h 921036"/>
                <a:gd name="connsiteX82" fmla="*/ 760667 w 921417"/>
                <a:gd name="connsiteY82" fmla="*/ 412592 h 921036"/>
                <a:gd name="connsiteX83" fmla="*/ 793909 w 921417"/>
                <a:gd name="connsiteY83" fmla="*/ 436214 h 921036"/>
                <a:gd name="connsiteX84" fmla="*/ 837724 w 921417"/>
                <a:gd name="connsiteY84" fmla="*/ 432404 h 921036"/>
                <a:gd name="connsiteX85" fmla="*/ 864394 w 921417"/>
                <a:gd name="connsiteY85" fmla="*/ 405734 h 921036"/>
                <a:gd name="connsiteX86" fmla="*/ 868204 w 921417"/>
                <a:gd name="connsiteY86" fmla="*/ 361919 h 921036"/>
                <a:gd name="connsiteX87" fmla="*/ 844868 w 921417"/>
                <a:gd name="connsiteY87" fmla="*/ 328677 h 921036"/>
                <a:gd name="connsiteX88" fmla="*/ 864394 w 921417"/>
                <a:gd name="connsiteY88" fmla="*/ 255620 h 921036"/>
                <a:gd name="connsiteX89" fmla="*/ 901255 w 921417"/>
                <a:gd name="connsiteY89" fmla="*/ 238475 h 921036"/>
                <a:gd name="connsiteX90" fmla="*/ 920305 w 921417"/>
                <a:gd name="connsiteY90" fmla="*/ 198661 h 921036"/>
                <a:gd name="connsiteX91" fmla="*/ 727234 w 921417"/>
                <a:gd name="connsiteY91" fmla="*/ 294768 h 921036"/>
                <a:gd name="connsiteX92" fmla="*/ 626476 w 921417"/>
                <a:gd name="connsiteY92" fmla="*/ 294275 h 921036"/>
                <a:gd name="connsiteX93" fmla="*/ 626970 w 921417"/>
                <a:gd name="connsiteY93" fmla="*/ 193517 h 921036"/>
                <a:gd name="connsiteX94" fmla="*/ 727234 w 921417"/>
                <a:gd name="connsiteY94" fmla="*/ 193517 h 921036"/>
                <a:gd name="connsiteX95" fmla="*/ 727727 w 921417"/>
                <a:gd name="connsiteY95" fmla="*/ 294275 h 921036"/>
                <a:gd name="connsiteX96" fmla="*/ 727234 w 921417"/>
                <a:gd name="connsiteY96" fmla="*/ 294768 h 92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921417" h="921036">
                  <a:moveTo>
                    <a:pt x="492919" y="847218"/>
                  </a:moveTo>
                  <a:lnTo>
                    <a:pt x="519589" y="820548"/>
                  </a:lnTo>
                  <a:cubicBezTo>
                    <a:pt x="531328" y="808805"/>
                    <a:pt x="532935" y="790326"/>
                    <a:pt x="523399" y="776733"/>
                  </a:cubicBezTo>
                  <a:lnTo>
                    <a:pt x="497491" y="739776"/>
                  </a:lnTo>
                  <a:cubicBezTo>
                    <a:pt x="507519" y="722408"/>
                    <a:pt x="515236" y="703803"/>
                    <a:pt x="520446" y="684436"/>
                  </a:cubicBezTo>
                  <a:lnTo>
                    <a:pt x="564833" y="676625"/>
                  </a:lnTo>
                  <a:cubicBezTo>
                    <a:pt x="581282" y="673885"/>
                    <a:pt x="593356" y="659678"/>
                    <a:pt x="593408" y="643002"/>
                  </a:cubicBezTo>
                  <a:lnTo>
                    <a:pt x="593408" y="604902"/>
                  </a:lnTo>
                  <a:cubicBezTo>
                    <a:pt x="593356" y="588226"/>
                    <a:pt x="581282" y="574020"/>
                    <a:pt x="564833" y="571279"/>
                  </a:cubicBezTo>
                  <a:lnTo>
                    <a:pt x="520446" y="563468"/>
                  </a:lnTo>
                  <a:cubicBezTo>
                    <a:pt x="515236" y="544101"/>
                    <a:pt x="507519" y="525497"/>
                    <a:pt x="497491" y="508128"/>
                  </a:cubicBezTo>
                  <a:lnTo>
                    <a:pt x="523399" y="471647"/>
                  </a:lnTo>
                  <a:cubicBezTo>
                    <a:pt x="532935" y="458055"/>
                    <a:pt x="531328" y="439575"/>
                    <a:pt x="519589" y="427832"/>
                  </a:cubicBezTo>
                  <a:lnTo>
                    <a:pt x="492919" y="401162"/>
                  </a:lnTo>
                  <a:cubicBezTo>
                    <a:pt x="481176" y="389423"/>
                    <a:pt x="462697" y="387816"/>
                    <a:pt x="449104" y="397352"/>
                  </a:cubicBezTo>
                  <a:lnTo>
                    <a:pt x="412147" y="423260"/>
                  </a:lnTo>
                  <a:cubicBezTo>
                    <a:pt x="394780" y="413229"/>
                    <a:pt x="376175" y="405512"/>
                    <a:pt x="356806" y="400305"/>
                  </a:cubicBezTo>
                  <a:lnTo>
                    <a:pt x="348996" y="355919"/>
                  </a:lnTo>
                  <a:cubicBezTo>
                    <a:pt x="346255" y="339469"/>
                    <a:pt x="332049" y="327396"/>
                    <a:pt x="315373" y="327344"/>
                  </a:cubicBezTo>
                  <a:lnTo>
                    <a:pt x="277273" y="327344"/>
                  </a:lnTo>
                  <a:cubicBezTo>
                    <a:pt x="260597" y="327396"/>
                    <a:pt x="246390" y="339469"/>
                    <a:pt x="243650" y="355919"/>
                  </a:cubicBezTo>
                  <a:lnTo>
                    <a:pt x="235839" y="400305"/>
                  </a:lnTo>
                  <a:cubicBezTo>
                    <a:pt x="216471" y="405514"/>
                    <a:pt x="197867" y="413231"/>
                    <a:pt x="180499" y="423260"/>
                  </a:cubicBezTo>
                  <a:lnTo>
                    <a:pt x="144018" y="397352"/>
                  </a:lnTo>
                  <a:cubicBezTo>
                    <a:pt x="130425" y="387816"/>
                    <a:pt x="111946" y="389423"/>
                    <a:pt x="100203" y="401162"/>
                  </a:cubicBezTo>
                  <a:lnTo>
                    <a:pt x="73533" y="427832"/>
                  </a:lnTo>
                  <a:cubicBezTo>
                    <a:pt x="61883" y="439648"/>
                    <a:pt x="60397" y="458122"/>
                    <a:pt x="70009" y="471647"/>
                  </a:cubicBezTo>
                  <a:lnTo>
                    <a:pt x="95917" y="508604"/>
                  </a:lnTo>
                  <a:cubicBezTo>
                    <a:pt x="85885" y="525972"/>
                    <a:pt x="78168" y="544576"/>
                    <a:pt x="72962" y="563945"/>
                  </a:cubicBezTo>
                  <a:lnTo>
                    <a:pt x="28575" y="571755"/>
                  </a:lnTo>
                  <a:cubicBezTo>
                    <a:pt x="12126" y="574496"/>
                    <a:pt x="52" y="588702"/>
                    <a:pt x="0" y="605378"/>
                  </a:cubicBezTo>
                  <a:lnTo>
                    <a:pt x="0" y="643478"/>
                  </a:lnTo>
                  <a:cubicBezTo>
                    <a:pt x="52" y="660155"/>
                    <a:pt x="12126" y="674361"/>
                    <a:pt x="28575" y="677102"/>
                  </a:cubicBezTo>
                  <a:lnTo>
                    <a:pt x="72962" y="684912"/>
                  </a:lnTo>
                  <a:cubicBezTo>
                    <a:pt x="78167" y="704281"/>
                    <a:pt x="85884" y="722886"/>
                    <a:pt x="95917" y="740252"/>
                  </a:cubicBezTo>
                  <a:lnTo>
                    <a:pt x="70009" y="776733"/>
                  </a:lnTo>
                  <a:cubicBezTo>
                    <a:pt x="60472" y="790326"/>
                    <a:pt x="62079" y="808805"/>
                    <a:pt x="73819" y="820548"/>
                  </a:cubicBezTo>
                  <a:lnTo>
                    <a:pt x="100489" y="847218"/>
                  </a:lnTo>
                  <a:cubicBezTo>
                    <a:pt x="112232" y="858958"/>
                    <a:pt x="130711" y="860565"/>
                    <a:pt x="144304" y="851028"/>
                  </a:cubicBezTo>
                  <a:lnTo>
                    <a:pt x="181261" y="825120"/>
                  </a:lnTo>
                  <a:cubicBezTo>
                    <a:pt x="198630" y="835147"/>
                    <a:pt x="217234" y="842864"/>
                    <a:pt x="236601" y="848075"/>
                  </a:cubicBezTo>
                  <a:lnTo>
                    <a:pt x="244412" y="892462"/>
                  </a:lnTo>
                  <a:cubicBezTo>
                    <a:pt x="247152" y="908911"/>
                    <a:pt x="261359" y="920985"/>
                    <a:pt x="278035" y="921037"/>
                  </a:cubicBezTo>
                  <a:lnTo>
                    <a:pt x="316135" y="921037"/>
                  </a:lnTo>
                  <a:cubicBezTo>
                    <a:pt x="332811" y="920985"/>
                    <a:pt x="347017" y="908911"/>
                    <a:pt x="349758" y="892462"/>
                  </a:cubicBezTo>
                  <a:lnTo>
                    <a:pt x="357569" y="848075"/>
                  </a:lnTo>
                  <a:cubicBezTo>
                    <a:pt x="376937" y="842868"/>
                    <a:pt x="395541" y="835151"/>
                    <a:pt x="412909" y="825120"/>
                  </a:cubicBezTo>
                  <a:lnTo>
                    <a:pt x="449104" y="850742"/>
                  </a:lnTo>
                  <a:cubicBezTo>
                    <a:pt x="462629" y="860354"/>
                    <a:pt x="481103" y="858868"/>
                    <a:pt x="492919" y="847218"/>
                  </a:cubicBezTo>
                  <a:close/>
                  <a:moveTo>
                    <a:pt x="296513" y="725870"/>
                  </a:moveTo>
                  <a:cubicBezTo>
                    <a:pt x="240331" y="725870"/>
                    <a:pt x="194786" y="680325"/>
                    <a:pt x="194786" y="624143"/>
                  </a:cubicBezTo>
                  <a:cubicBezTo>
                    <a:pt x="194786" y="567960"/>
                    <a:pt x="240331" y="522416"/>
                    <a:pt x="296513" y="522416"/>
                  </a:cubicBezTo>
                  <a:cubicBezTo>
                    <a:pt x="352696" y="522416"/>
                    <a:pt x="398240" y="567960"/>
                    <a:pt x="398240" y="624143"/>
                  </a:cubicBezTo>
                  <a:cubicBezTo>
                    <a:pt x="398240" y="624174"/>
                    <a:pt x="398240" y="624206"/>
                    <a:pt x="398240" y="624238"/>
                  </a:cubicBezTo>
                  <a:cubicBezTo>
                    <a:pt x="398188" y="680383"/>
                    <a:pt x="352658" y="725870"/>
                    <a:pt x="296513" y="725870"/>
                  </a:cubicBezTo>
                  <a:close/>
                  <a:moveTo>
                    <a:pt x="910114" y="162275"/>
                  </a:moveTo>
                  <a:cubicBezTo>
                    <a:pt x="905792" y="146276"/>
                    <a:pt x="890619" y="135679"/>
                    <a:pt x="874109" y="137129"/>
                  </a:cubicBezTo>
                  <a:lnTo>
                    <a:pt x="833723" y="140654"/>
                  </a:lnTo>
                  <a:cubicBezTo>
                    <a:pt x="819641" y="119409"/>
                    <a:pt x="801438" y="101206"/>
                    <a:pt x="780193" y="87123"/>
                  </a:cubicBezTo>
                  <a:lnTo>
                    <a:pt x="783717" y="46737"/>
                  </a:lnTo>
                  <a:cubicBezTo>
                    <a:pt x="785206" y="30166"/>
                    <a:pt x="774552" y="14927"/>
                    <a:pt x="758476" y="10637"/>
                  </a:cubicBezTo>
                  <a:lnTo>
                    <a:pt x="722090" y="1112"/>
                  </a:lnTo>
                  <a:cubicBezTo>
                    <a:pt x="705949" y="-3100"/>
                    <a:pt x="689124" y="4951"/>
                    <a:pt x="682276" y="20162"/>
                  </a:cubicBezTo>
                  <a:lnTo>
                    <a:pt x="665131" y="56357"/>
                  </a:lnTo>
                  <a:cubicBezTo>
                    <a:pt x="639708" y="57854"/>
                    <a:pt x="614854" y="64497"/>
                    <a:pt x="592074" y="75884"/>
                  </a:cubicBezTo>
                  <a:lnTo>
                    <a:pt x="558832" y="52547"/>
                  </a:lnTo>
                  <a:cubicBezTo>
                    <a:pt x="545239" y="43011"/>
                    <a:pt x="526760" y="44618"/>
                    <a:pt x="515017" y="56357"/>
                  </a:cubicBezTo>
                  <a:lnTo>
                    <a:pt x="488347" y="83027"/>
                  </a:lnTo>
                  <a:cubicBezTo>
                    <a:pt x="476607" y="94770"/>
                    <a:pt x="475000" y="113250"/>
                    <a:pt x="484537" y="126842"/>
                  </a:cubicBezTo>
                  <a:lnTo>
                    <a:pt x="508159" y="160085"/>
                  </a:lnTo>
                  <a:cubicBezTo>
                    <a:pt x="496772" y="182864"/>
                    <a:pt x="490129" y="207719"/>
                    <a:pt x="488633" y="233141"/>
                  </a:cubicBezTo>
                  <a:lnTo>
                    <a:pt x="451485" y="250667"/>
                  </a:lnTo>
                  <a:cubicBezTo>
                    <a:pt x="436273" y="257515"/>
                    <a:pt x="428223" y="274340"/>
                    <a:pt x="432435" y="290482"/>
                  </a:cubicBezTo>
                  <a:lnTo>
                    <a:pt x="441960" y="326867"/>
                  </a:lnTo>
                  <a:cubicBezTo>
                    <a:pt x="446244" y="342905"/>
                    <a:pt x="461427" y="353550"/>
                    <a:pt x="477964" y="352109"/>
                  </a:cubicBezTo>
                  <a:lnTo>
                    <a:pt x="518351" y="348584"/>
                  </a:lnTo>
                  <a:cubicBezTo>
                    <a:pt x="532433" y="369829"/>
                    <a:pt x="550636" y="388032"/>
                    <a:pt x="571881" y="402115"/>
                  </a:cubicBezTo>
                  <a:lnTo>
                    <a:pt x="568357" y="442501"/>
                  </a:lnTo>
                  <a:cubicBezTo>
                    <a:pt x="567138" y="458984"/>
                    <a:pt x="577884" y="473980"/>
                    <a:pt x="593884" y="478124"/>
                  </a:cubicBezTo>
                  <a:lnTo>
                    <a:pt x="630269" y="487649"/>
                  </a:lnTo>
                  <a:cubicBezTo>
                    <a:pt x="646411" y="491861"/>
                    <a:pt x="663236" y="483811"/>
                    <a:pt x="670084" y="468599"/>
                  </a:cubicBezTo>
                  <a:lnTo>
                    <a:pt x="687229" y="431738"/>
                  </a:lnTo>
                  <a:cubicBezTo>
                    <a:pt x="712755" y="430411"/>
                    <a:pt x="737742" y="423897"/>
                    <a:pt x="760667" y="412592"/>
                  </a:cubicBezTo>
                  <a:lnTo>
                    <a:pt x="793909" y="436214"/>
                  </a:lnTo>
                  <a:cubicBezTo>
                    <a:pt x="807502" y="445751"/>
                    <a:pt x="825981" y="444144"/>
                    <a:pt x="837724" y="432404"/>
                  </a:cubicBezTo>
                  <a:lnTo>
                    <a:pt x="864394" y="405734"/>
                  </a:lnTo>
                  <a:cubicBezTo>
                    <a:pt x="876133" y="393992"/>
                    <a:pt x="877740" y="375512"/>
                    <a:pt x="868204" y="361919"/>
                  </a:cubicBezTo>
                  <a:lnTo>
                    <a:pt x="844868" y="328677"/>
                  </a:lnTo>
                  <a:cubicBezTo>
                    <a:pt x="856254" y="305898"/>
                    <a:pt x="862897" y="281043"/>
                    <a:pt x="864394" y="255620"/>
                  </a:cubicBezTo>
                  <a:lnTo>
                    <a:pt x="901255" y="238475"/>
                  </a:lnTo>
                  <a:cubicBezTo>
                    <a:pt x="916467" y="231627"/>
                    <a:pt x="924517" y="214802"/>
                    <a:pt x="920305" y="198661"/>
                  </a:cubicBezTo>
                  <a:close/>
                  <a:moveTo>
                    <a:pt x="727234" y="294768"/>
                  </a:moveTo>
                  <a:cubicBezTo>
                    <a:pt x="699274" y="322455"/>
                    <a:pt x="654164" y="322234"/>
                    <a:pt x="626476" y="294275"/>
                  </a:cubicBezTo>
                  <a:cubicBezTo>
                    <a:pt x="598789" y="266315"/>
                    <a:pt x="599010" y="221204"/>
                    <a:pt x="626970" y="193517"/>
                  </a:cubicBezTo>
                  <a:cubicBezTo>
                    <a:pt x="654736" y="166022"/>
                    <a:pt x="699468" y="166022"/>
                    <a:pt x="727234" y="193517"/>
                  </a:cubicBezTo>
                  <a:cubicBezTo>
                    <a:pt x="755193" y="221204"/>
                    <a:pt x="755414" y="266315"/>
                    <a:pt x="727727" y="294275"/>
                  </a:cubicBezTo>
                  <a:cubicBezTo>
                    <a:pt x="727564" y="294440"/>
                    <a:pt x="727399" y="294604"/>
                    <a:pt x="727234" y="294768"/>
                  </a:cubicBezTo>
                  <a:close/>
                </a:path>
              </a:pathLst>
            </a:custGeom>
            <a:solidFill>
              <a:srgbClr val="4D78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CC924EA1-6BE4-E01C-F307-BD83E7F79040}"/>
              </a:ext>
            </a:extLst>
          </p:cNvPr>
          <p:cNvGrpSpPr/>
          <p:nvPr/>
        </p:nvGrpSpPr>
        <p:grpSpPr>
          <a:xfrm>
            <a:off x="229327" y="4576570"/>
            <a:ext cx="487694" cy="392087"/>
            <a:chOff x="103308" y="4573047"/>
            <a:chExt cx="623610" cy="501358"/>
          </a:xfrm>
        </p:grpSpPr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3FC87313-153A-C11B-63E0-9A1A17759011}"/>
                </a:ext>
              </a:extLst>
            </p:cNvPr>
            <p:cNvSpPr/>
            <p:nvPr/>
          </p:nvSpPr>
          <p:spPr>
            <a:xfrm>
              <a:off x="103308" y="4573047"/>
              <a:ext cx="623610" cy="501358"/>
            </a:xfrm>
            <a:prstGeom prst="roundRect">
              <a:avLst/>
            </a:prstGeom>
            <a:solidFill>
              <a:srgbClr val="F3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Forma Livre: Forma 84">
              <a:extLst>
                <a:ext uri="{FF2B5EF4-FFF2-40B4-BE49-F238E27FC236}">
                  <a16:creationId xmlns:a16="http://schemas.microsoft.com/office/drawing/2014/main" id="{550AB3FD-BD10-3DF0-D208-EB42B8708E06}"/>
                </a:ext>
              </a:extLst>
            </p:cNvPr>
            <p:cNvSpPr/>
            <p:nvPr/>
          </p:nvSpPr>
          <p:spPr>
            <a:xfrm>
              <a:off x="214648" y="4626607"/>
              <a:ext cx="400931" cy="394238"/>
            </a:xfrm>
            <a:custGeom>
              <a:avLst/>
              <a:gdLst>
                <a:gd name="connsiteX0" fmla="*/ 0 w 800597"/>
                <a:gd name="connsiteY0" fmla="*/ 29998 h 787233"/>
                <a:gd name="connsiteX1" fmla="*/ 60015 w 800597"/>
                <a:gd name="connsiteY1" fmla="*/ 29998 h 787233"/>
                <a:gd name="connsiteX2" fmla="*/ 60015 w 800597"/>
                <a:gd name="connsiteY2" fmla="*/ 727219 h 787233"/>
                <a:gd name="connsiteX3" fmla="*/ 770599 w 800597"/>
                <a:gd name="connsiteY3" fmla="*/ 727219 h 787233"/>
                <a:gd name="connsiteX4" fmla="*/ 770599 w 800597"/>
                <a:gd name="connsiteY4" fmla="*/ 787234 h 787233"/>
                <a:gd name="connsiteX5" fmla="*/ 8 w 800597"/>
                <a:gd name="connsiteY5" fmla="*/ 787234 h 787233"/>
                <a:gd name="connsiteX6" fmla="*/ 583892 w 800597"/>
                <a:gd name="connsiteY6" fmla="*/ 361478 h 787233"/>
                <a:gd name="connsiteX7" fmla="*/ 618197 w 800597"/>
                <a:gd name="connsiteY7" fmla="*/ 213840 h 787233"/>
                <a:gd name="connsiteX8" fmla="*/ 481980 w 800597"/>
                <a:gd name="connsiteY8" fmla="*/ 257670 h 787233"/>
                <a:gd name="connsiteX9" fmla="*/ 516286 w 800597"/>
                <a:gd name="connsiteY9" fmla="*/ 290040 h 787233"/>
                <a:gd name="connsiteX10" fmla="*/ 116235 w 800597"/>
                <a:gd name="connsiteY10" fmla="*/ 572923 h 787233"/>
                <a:gd name="connsiteX11" fmla="*/ 554386 w 800597"/>
                <a:gd name="connsiteY11" fmla="*/ 331007 h 787233"/>
                <a:gd name="connsiteX12" fmla="*/ 580060 w 800597"/>
                <a:gd name="connsiteY12" fmla="*/ 396712 h 787233"/>
                <a:gd name="connsiteX13" fmla="*/ 580060 w 800597"/>
                <a:gd name="connsiteY13" fmla="*/ 700541 h 787233"/>
                <a:gd name="connsiteX14" fmla="*/ 647703 w 800597"/>
                <a:gd name="connsiteY14" fmla="*/ 700541 h 787233"/>
                <a:gd name="connsiteX15" fmla="*/ 647703 w 800597"/>
                <a:gd name="connsiteY15" fmla="*/ 396712 h 787233"/>
                <a:gd name="connsiteX16" fmla="*/ 464826 w 800597"/>
                <a:gd name="connsiteY16" fmla="*/ 478606 h 787233"/>
                <a:gd name="connsiteX17" fmla="*/ 464826 w 800597"/>
                <a:gd name="connsiteY17" fmla="*/ 701471 h 787233"/>
                <a:gd name="connsiteX18" fmla="*/ 532469 w 800597"/>
                <a:gd name="connsiteY18" fmla="*/ 701471 h 787233"/>
                <a:gd name="connsiteX19" fmla="*/ 532432 w 800597"/>
                <a:gd name="connsiteY19" fmla="*/ 478606 h 787233"/>
                <a:gd name="connsiteX20" fmla="*/ 349555 w 800597"/>
                <a:gd name="connsiteY20" fmla="*/ 540518 h 787233"/>
                <a:gd name="connsiteX21" fmla="*/ 349555 w 800597"/>
                <a:gd name="connsiteY21" fmla="*/ 701471 h 787233"/>
                <a:gd name="connsiteX22" fmla="*/ 417197 w 800597"/>
                <a:gd name="connsiteY22" fmla="*/ 701471 h 787233"/>
                <a:gd name="connsiteX23" fmla="*/ 417197 w 800597"/>
                <a:gd name="connsiteY23" fmla="*/ 540518 h 787233"/>
                <a:gd name="connsiteX24" fmla="*/ 234321 w 800597"/>
                <a:gd name="connsiteY24" fmla="*/ 586246 h 787233"/>
                <a:gd name="connsiteX25" fmla="*/ 234321 w 800597"/>
                <a:gd name="connsiteY25" fmla="*/ 701517 h 787233"/>
                <a:gd name="connsiteX26" fmla="*/ 301964 w 800597"/>
                <a:gd name="connsiteY26" fmla="*/ 701517 h 787233"/>
                <a:gd name="connsiteX27" fmla="*/ 301927 w 800597"/>
                <a:gd name="connsiteY27" fmla="*/ 586246 h 787233"/>
                <a:gd name="connsiteX28" fmla="*/ 119050 w 800597"/>
                <a:gd name="connsiteY28" fmla="*/ 625313 h 787233"/>
                <a:gd name="connsiteX29" fmla="*/ 119050 w 800597"/>
                <a:gd name="connsiteY29" fmla="*/ 700546 h 787233"/>
                <a:gd name="connsiteX30" fmla="*/ 186692 w 800597"/>
                <a:gd name="connsiteY30" fmla="*/ 700546 h 787233"/>
                <a:gd name="connsiteX31" fmla="*/ 186692 w 800597"/>
                <a:gd name="connsiteY31" fmla="*/ 625313 h 787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00597" h="787233">
                  <a:moveTo>
                    <a:pt x="0" y="29998"/>
                  </a:moveTo>
                  <a:cubicBezTo>
                    <a:pt x="0" y="-9999"/>
                    <a:pt x="60015" y="-9999"/>
                    <a:pt x="60015" y="29998"/>
                  </a:cubicBezTo>
                  <a:lnTo>
                    <a:pt x="60015" y="727219"/>
                  </a:lnTo>
                  <a:lnTo>
                    <a:pt x="770599" y="727219"/>
                  </a:lnTo>
                  <a:cubicBezTo>
                    <a:pt x="810597" y="727219"/>
                    <a:pt x="810597" y="787234"/>
                    <a:pt x="770599" y="787234"/>
                  </a:cubicBezTo>
                  <a:lnTo>
                    <a:pt x="8" y="787234"/>
                  </a:lnTo>
                  <a:close/>
                  <a:moveTo>
                    <a:pt x="583892" y="361478"/>
                  </a:moveTo>
                  <a:lnTo>
                    <a:pt x="618197" y="213840"/>
                  </a:lnTo>
                  <a:lnTo>
                    <a:pt x="481980" y="257670"/>
                  </a:lnTo>
                  <a:lnTo>
                    <a:pt x="516286" y="290040"/>
                  </a:lnTo>
                  <a:cubicBezTo>
                    <a:pt x="411511" y="419599"/>
                    <a:pt x="272426" y="517669"/>
                    <a:pt x="116235" y="572923"/>
                  </a:cubicBezTo>
                  <a:cubicBezTo>
                    <a:pt x="283895" y="540553"/>
                    <a:pt x="438190" y="456728"/>
                    <a:pt x="554386" y="331007"/>
                  </a:cubicBezTo>
                  <a:close/>
                  <a:moveTo>
                    <a:pt x="580060" y="396712"/>
                  </a:moveTo>
                  <a:lnTo>
                    <a:pt x="580060" y="700541"/>
                  </a:lnTo>
                  <a:lnTo>
                    <a:pt x="647703" y="700541"/>
                  </a:lnTo>
                  <a:lnTo>
                    <a:pt x="647703" y="396712"/>
                  </a:lnTo>
                  <a:close/>
                  <a:moveTo>
                    <a:pt x="464826" y="478606"/>
                  </a:moveTo>
                  <a:lnTo>
                    <a:pt x="464826" y="701471"/>
                  </a:lnTo>
                  <a:lnTo>
                    <a:pt x="532469" y="701471"/>
                  </a:lnTo>
                  <a:lnTo>
                    <a:pt x="532432" y="478606"/>
                  </a:lnTo>
                  <a:close/>
                  <a:moveTo>
                    <a:pt x="349555" y="540518"/>
                  </a:moveTo>
                  <a:lnTo>
                    <a:pt x="349555" y="701471"/>
                  </a:lnTo>
                  <a:lnTo>
                    <a:pt x="417197" y="701471"/>
                  </a:lnTo>
                  <a:lnTo>
                    <a:pt x="417197" y="540518"/>
                  </a:lnTo>
                  <a:close/>
                  <a:moveTo>
                    <a:pt x="234321" y="586246"/>
                  </a:moveTo>
                  <a:lnTo>
                    <a:pt x="234321" y="701517"/>
                  </a:lnTo>
                  <a:lnTo>
                    <a:pt x="301964" y="701517"/>
                  </a:lnTo>
                  <a:lnTo>
                    <a:pt x="301927" y="586246"/>
                  </a:lnTo>
                  <a:close/>
                  <a:moveTo>
                    <a:pt x="119050" y="625313"/>
                  </a:moveTo>
                  <a:lnTo>
                    <a:pt x="119050" y="700546"/>
                  </a:lnTo>
                  <a:lnTo>
                    <a:pt x="186692" y="700546"/>
                  </a:lnTo>
                  <a:lnTo>
                    <a:pt x="186692" y="625313"/>
                  </a:lnTo>
                  <a:close/>
                </a:path>
              </a:pathLst>
            </a:custGeom>
            <a:solidFill>
              <a:srgbClr val="1A896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D6754EEE-500A-324D-0F9E-822FA4F19D3E}"/>
              </a:ext>
            </a:extLst>
          </p:cNvPr>
          <p:cNvGrpSpPr/>
          <p:nvPr/>
        </p:nvGrpSpPr>
        <p:grpSpPr>
          <a:xfrm>
            <a:off x="11129731" y="2470695"/>
            <a:ext cx="371393" cy="338553"/>
            <a:chOff x="11392750" y="2589909"/>
            <a:chExt cx="371393" cy="338553"/>
          </a:xfrm>
        </p:grpSpPr>
        <p:sp>
          <p:nvSpPr>
            <p:cNvPr id="109" name="Fluxograma: Conector 108">
              <a:extLst>
                <a:ext uri="{FF2B5EF4-FFF2-40B4-BE49-F238E27FC236}">
                  <a16:creationId xmlns:a16="http://schemas.microsoft.com/office/drawing/2014/main" id="{3EA25FB1-D0B8-24A4-B36B-7D353162825E}"/>
                </a:ext>
              </a:extLst>
            </p:cNvPr>
            <p:cNvSpPr/>
            <p:nvPr/>
          </p:nvSpPr>
          <p:spPr>
            <a:xfrm>
              <a:off x="11392750" y="2589909"/>
              <a:ext cx="371393" cy="338553"/>
            </a:xfrm>
            <a:prstGeom prst="flowChartConnector">
              <a:avLst/>
            </a:prstGeom>
            <a:solidFill>
              <a:srgbClr val="3B82F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19" name="Gráfico 116">
              <a:extLst>
                <a:ext uri="{FF2B5EF4-FFF2-40B4-BE49-F238E27FC236}">
                  <a16:creationId xmlns:a16="http://schemas.microsoft.com/office/drawing/2014/main" id="{3D8D7382-D958-FA3A-C81B-4C74F0708768}"/>
                </a:ext>
              </a:extLst>
            </p:cNvPr>
            <p:cNvGrpSpPr/>
            <p:nvPr/>
          </p:nvGrpSpPr>
          <p:grpSpPr>
            <a:xfrm>
              <a:off x="11463940" y="2644678"/>
              <a:ext cx="229013" cy="229015"/>
              <a:chOff x="9715644" y="109385"/>
              <a:chExt cx="686287" cy="686292"/>
            </a:xfrm>
            <a:solidFill>
              <a:srgbClr val="3B82F6"/>
            </a:solidFill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49A4BB8D-4672-FAD7-73A3-F276CF80C80D}"/>
                  </a:ext>
                </a:extLst>
              </p:cNvPr>
              <p:cNvSpPr/>
              <p:nvPr/>
            </p:nvSpPr>
            <p:spPr>
              <a:xfrm>
                <a:off x="10077780" y="347510"/>
                <a:ext cx="324151" cy="441007"/>
              </a:xfrm>
              <a:custGeom>
                <a:avLst/>
                <a:gdLst>
                  <a:gd name="connsiteX0" fmla="*/ 323850 w 324151"/>
                  <a:gd name="connsiteY0" fmla="*/ 90488 h 441007"/>
                  <a:gd name="connsiteX1" fmla="*/ 233362 w 324151"/>
                  <a:gd name="connsiteY1" fmla="*/ 337185 h 441007"/>
                  <a:gd name="connsiteX2" fmla="*/ 49530 w 324151"/>
                  <a:gd name="connsiteY2" fmla="*/ 441008 h 441007"/>
                  <a:gd name="connsiteX3" fmla="*/ 0 w 324151"/>
                  <a:gd name="connsiteY3" fmla="*/ 119063 h 441007"/>
                  <a:gd name="connsiteX4" fmla="*/ 307658 w 324151"/>
                  <a:gd name="connsiteY4" fmla="*/ 0 h 441007"/>
                  <a:gd name="connsiteX5" fmla="*/ 323850 w 324151"/>
                  <a:gd name="connsiteY5" fmla="*/ 90488 h 441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4151" h="441007">
                    <a:moveTo>
                      <a:pt x="323850" y="90488"/>
                    </a:moveTo>
                    <a:cubicBezTo>
                      <a:pt x="327660" y="181927"/>
                      <a:pt x="295275" y="269558"/>
                      <a:pt x="233362" y="337185"/>
                    </a:cubicBezTo>
                    <a:cubicBezTo>
                      <a:pt x="182880" y="392430"/>
                      <a:pt x="117157" y="426720"/>
                      <a:pt x="49530" y="441008"/>
                    </a:cubicBezTo>
                    <a:lnTo>
                      <a:pt x="0" y="119063"/>
                    </a:lnTo>
                    <a:lnTo>
                      <a:pt x="307658" y="0"/>
                    </a:lnTo>
                    <a:cubicBezTo>
                      <a:pt x="317183" y="28575"/>
                      <a:pt x="322897" y="59055"/>
                      <a:pt x="323850" y="9048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9096F927-131C-F515-D770-BC7A3DF3553D}"/>
                  </a:ext>
                </a:extLst>
              </p:cNvPr>
              <p:cNvSpPr/>
              <p:nvPr/>
            </p:nvSpPr>
            <p:spPr>
              <a:xfrm>
                <a:off x="10091115" y="142722"/>
                <a:ext cx="280987" cy="278130"/>
              </a:xfrm>
              <a:custGeom>
                <a:avLst/>
                <a:gdLst>
                  <a:gd name="connsiteX0" fmla="*/ 280988 w 280987"/>
                  <a:gd name="connsiteY0" fmla="*/ 168593 h 278130"/>
                  <a:gd name="connsiteX1" fmla="*/ 0 w 280987"/>
                  <a:gd name="connsiteY1" fmla="*/ 278130 h 278130"/>
                  <a:gd name="connsiteX2" fmla="*/ 115253 w 280987"/>
                  <a:gd name="connsiteY2" fmla="*/ 0 h 278130"/>
                  <a:gd name="connsiteX3" fmla="*/ 200025 w 280987"/>
                  <a:gd name="connsiteY3" fmla="*/ 58103 h 278130"/>
                  <a:gd name="connsiteX4" fmla="*/ 280988 w 280987"/>
                  <a:gd name="connsiteY4" fmla="*/ 168593 h 278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0987" h="278130">
                    <a:moveTo>
                      <a:pt x="280988" y="168593"/>
                    </a:moveTo>
                    <a:lnTo>
                      <a:pt x="0" y="278130"/>
                    </a:lnTo>
                    <a:lnTo>
                      <a:pt x="115253" y="0"/>
                    </a:lnTo>
                    <a:cubicBezTo>
                      <a:pt x="145733" y="14288"/>
                      <a:pt x="174308" y="33338"/>
                      <a:pt x="200025" y="58103"/>
                    </a:cubicBezTo>
                    <a:cubicBezTo>
                      <a:pt x="235268" y="89535"/>
                      <a:pt x="261938" y="126682"/>
                      <a:pt x="280988" y="1685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13FF3DEB-45D2-65DB-EAB1-9CB50BBFE0B1}"/>
                  </a:ext>
                </a:extLst>
              </p:cNvPr>
              <p:cNvSpPr/>
              <p:nvPr/>
            </p:nvSpPr>
            <p:spPr>
              <a:xfrm>
                <a:off x="9715644" y="109385"/>
                <a:ext cx="455481" cy="686292"/>
              </a:xfrm>
              <a:custGeom>
                <a:avLst/>
                <a:gdLst>
                  <a:gd name="connsiteX0" fmla="*/ 455481 w 455481"/>
                  <a:gd name="connsiteY0" fmla="*/ 18097 h 686292"/>
                  <a:gd name="connsiteX1" fmla="*/ 321179 w 455481"/>
                  <a:gd name="connsiteY1" fmla="*/ 342900 h 686292"/>
                  <a:gd name="connsiteX2" fmla="*/ 373566 w 455481"/>
                  <a:gd name="connsiteY2" fmla="*/ 684848 h 686292"/>
                  <a:gd name="connsiteX3" fmla="*/ 110676 w 455481"/>
                  <a:gd name="connsiteY3" fmla="*/ 595313 h 686292"/>
                  <a:gd name="connsiteX4" fmla="*/ 90674 w 455481"/>
                  <a:gd name="connsiteY4" fmla="*/ 110490 h 686292"/>
                  <a:gd name="connsiteX5" fmla="*/ 343086 w 455481"/>
                  <a:gd name="connsiteY5" fmla="*/ 0 h 686292"/>
                  <a:gd name="connsiteX6" fmla="*/ 455481 w 455481"/>
                  <a:gd name="connsiteY6" fmla="*/ 18097 h 686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81" h="686292">
                    <a:moveTo>
                      <a:pt x="455481" y="18097"/>
                    </a:moveTo>
                    <a:lnTo>
                      <a:pt x="321179" y="342900"/>
                    </a:lnTo>
                    <a:lnTo>
                      <a:pt x="373566" y="684848"/>
                    </a:lnTo>
                    <a:cubicBezTo>
                      <a:pt x="280221" y="693420"/>
                      <a:pt x="184019" y="663893"/>
                      <a:pt x="110676" y="595313"/>
                    </a:cubicBezTo>
                    <a:cubicBezTo>
                      <a:pt x="-28389" y="466725"/>
                      <a:pt x="-37914" y="249555"/>
                      <a:pt x="90674" y="110490"/>
                    </a:cubicBezTo>
                    <a:cubicBezTo>
                      <a:pt x="158301" y="37147"/>
                      <a:pt x="250694" y="0"/>
                      <a:pt x="343086" y="0"/>
                    </a:cubicBezTo>
                    <a:cubicBezTo>
                      <a:pt x="381186" y="0"/>
                      <a:pt x="419286" y="5715"/>
                      <a:pt x="455481" y="1809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36" name="Agrupar 135">
            <a:extLst>
              <a:ext uri="{FF2B5EF4-FFF2-40B4-BE49-F238E27FC236}">
                <a16:creationId xmlns:a16="http://schemas.microsoft.com/office/drawing/2014/main" id="{02A41414-803A-ECC2-120B-CB0E3115BB01}"/>
              </a:ext>
            </a:extLst>
          </p:cNvPr>
          <p:cNvGrpSpPr/>
          <p:nvPr/>
        </p:nvGrpSpPr>
        <p:grpSpPr>
          <a:xfrm>
            <a:off x="8045826" y="2470695"/>
            <a:ext cx="371393" cy="338553"/>
            <a:chOff x="8028972" y="2668284"/>
            <a:chExt cx="371393" cy="338553"/>
          </a:xfrm>
        </p:grpSpPr>
        <p:sp>
          <p:nvSpPr>
            <p:cNvPr id="91" name="Fluxograma: Conector 90">
              <a:extLst>
                <a:ext uri="{FF2B5EF4-FFF2-40B4-BE49-F238E27FC236}">
                  <a16:creationId xmlns:a16="http://schemas.microsoft.com/office/drawing/2014/main" id="{EBAAF359-9232-9277-70B6-FD3C91D55EC8}"/>
                </a:ext>
              </a:extLst>
            </p:cNvPr>
            <p:cNvSpPr/>
            <p:nvPr/>
          </p:nvSpPr>
          <p:spPr>
            <a:xfrm>
              <a:off x="8028972" y="2668284"/>
              <a:ext cx="371393" cy="338553"/>
            </a:xfrm>
            <a:prstGeom prst="flowChartConnector">
              <a:avLst/>
            </a:prstGeom>
            <a:solidFill>
              <a:srgbClr val="6366F1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35" name="Agrupar 134">
              <a:extLst>
                <a:ext uri="{FF2B5EF4-FFF2-40B4-BE49-F238E27FC236}">
                  <a16:creationId xmlns:a16="http://schemas.microsoft.com/office/drawing/2014/main" id="{15EB38CD-9AAD-C2E5-69CF-C257085186B7}"/>
                </a:ext>
              </a:extLst>
            </p:cNvPr>
            <p:cNvGrpSpPr/>
            <p:nvPr/>
          </p:nvGrpSpPr>
          <p:grpSpPr>
            <a:xfrm>
              <a:off x="8124715" y="2732626"/>
              <a:ext cx="179906" cy="209868"/>
              <a:chOff x="10600090" y="-26833"/>
              <a:chExt cx="710881" cy="829271"/>
            </a:xfrm>
            <a:solidFill>
              <a:srgbClr val="6366F1"/>
            </a:solidFill>
          </p:grpSpPr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B692197E-2D02-ADAF-368C-780891783890}"/>
                  </a:ext>
                </a:extLst>
              </p:cNvPr>
              <p:cNvSpPr/>
              <p:nvPr/>
            </p:nvSpPr>
            <p:spPr>
              <a:xfrm>
                <a:off x="10600090" y="-26833"/>
                <a:ext cx="710881" cy="829271"/>
              </a:xfrm>
              <a:custGeom>
                <a:avLst/>
                <a:gdLst>
                  <a:gd name="connsiteX0" fmla="*/ 88890 w 710881"/>
                  <a:gd name="connsiteY0" fmla="*/ 444246 h 829271"/>
                  <a:gd name="connsiteX1" fmla="*/ 44465 w 710881"/>
                  <a:gd name="connsiteY1" fmla="*/ 444246 h 829271"/>
                  <a:gd name="connsiteX2" fmla="*/ 39 w 710881"/>
                  <a:gd name="connsiteY2" fmla="*/ 399820 h 829271"/>
                  <a:gd name="connsiteX3" fmla="*/ 39 w 710881"/>
                  <a:gd name="connsiteY3" fmla="*/ 281349 h 829271"/>
                  <a:gd name="connsiteX4" fmla="*/ 44465 w 710881"/>
                  <a:gd name="connsiteY4" fmla="*/ 236923 h 829271"/>
                  <a:gd name="connsiteX5" fmla="*/ 666419 w 710881"/>
                  <a:gd name="connsiteY5" fmla="*/ 236923 h 829271"/>
                  <a:gd name="connsiteX6" fmla="*/ 710844 w 710881"/>
                  <a:gd name="connsiteY6" fmla="*/ 281349 h 829271"/>
                  <a:gd name="connsiteX7" fmla="*/ 710844 w 710881"/>
                  <a:gd name="connsiteY7" fmla="*/ 399820 h 829271"/>
                  <a:gd name="connsiteX8" fmla="*/ 666419 w 710881"/>
                  <a:gd name="connsiteY8" fmla="*/ 444246 h 829271"/>
                  <a:gd name="connsiteX9" fmla="*/ 621993 w 710881"/>
                  <a:gd name="connsiteY9" fmla="*/ 444246 h 829271"/>
                  <a:gd name="connsiteX10" fmla="*/ 621993 w 710881"/>
                  <a:gd name="connsiteY10" fmla="*/ 473863 h 829271"/>
                  <a:gd name="connsiteX11" fmla="*/ 666419 w 710881"/>
                  <a:gd name="connsiteY11" fmla="*/ 473863 h 829271"/>
                  <a:gd name="connsiteX12" fmla="*/ 710844 w 710881"/>
                  <a:gd name="connsiteY12" fmla="*/ 518289 h 829271"/>
                  <a:gd name="connsiteX13" fmla="*/ 710844 w 710881"/>
                  <a:gd name="connsiteY13" fmla="*/ 636761 h 829271"/>
                  <a:gd name="connsiteX14" fmla="*/ 666419 w 710881"/>
                  <a:gd name="connsiteY14" fmla="*/ 681186 h 829271"/>
                  <a:gd name="connsiteX15" fmla="*/ 370248 w 710881"/>
                  <a:gd name="connsiteY15" fmla="*/ 681186 h 829271"/>
                  <a:gd name="connsiteX16" fmla="*/ 370248 w 710881"/>
                  <a:gd name="connsiteY16" fmla="*/ 712663 h 829271"/>
                  <a:gd name="connsiteX17" fmla="*/ 412814 w 710881"/>
                  <a:gd name="connsiteY17" fmla="*/ 755229 h 829271"/>
                  <a:gd name="connsiteX18" fmla="*/ 594274 w 710881"/>
                  <a:gd name="connsiteY18" fmla="*/ 755229 h 829271"/>
                  <a:gd name="connsiteX19" fmla="*/ 651647 w 710881"/>
                  <a:gd name="connsiteY19" fmla="*/ 710803 h 829271"/>
                  <a:gd name="connsiteX20" fmla="*/ 710881 w 710881"/>
                  <a:gd name="connsiteY20" fmla="*/ 770037 h 829271"/>
                  <a:gd name="connsiteX21" fmla="*/ 651647 w 710881"/>
                  <a:gd name="connsiteY21" fmla="*/ 829271 h 829271"/>
                  <a:gd name="connsiteX22" fmla="*/ 594274 w 710881"/>
                  <a:gd name="connsiteY22" fmla="*/ 784846 h 829271"/>
                  <a:gd name="connsiteX23" fmla="*/ 412814 w 710881"/>
                  <a:gd name="connsiteY23" fmla="*/ 784846 h 829271"/>
                  <a:gd name="connsiteX24" fmla="*/ 355441 w 710881"/>
                  <a:gd name="connsiteY24" fmla="*/ 829271 h 829271"/>
                  <a:gd name="connsiteX25" fmla="*/ 298068 w 710881"/>
                  <a:gd name="connsiteY25" fmla="*/ 784846 h 829271"/>
                  <a:gd name="connsiteX26" fmla="*/ 116607 w 710881"/>
                  <a:gd name="connsiteY26" fmla="*/ 784846 h 829271"/>
                  <a:gd name="connsiteX27" fmla="*/ 59234 w 710881"/>
                  <a:gd name="connsiteY27" fmla="*/ 829271 h 829271"/>
                  <a:gd name="connsiteX28" fmla="*/ 0 w 710881"/>
                  <a:gd name="connsiteY28" fmla="*/ 770037 h 829271"/>
                  <a:gd name="connsiteX29" fmla="*/ 59234 w 710881"/>
                  <a:gd name="connsiteY29" fmla="*/ 710803 h 829271"/>
                  <a:gd name="connsiteX30" fmla="*/ 116607 w 710881"/>
                  <a:gd name="connsiteY30" fmla="*/ 755229 h 829271"/>
                  <a:gd name="connsiteX31" fmla="*/ 298068 w 710881"/>
                  <a:gd name="connsiteY31" fmla="*/ 755229 h 829271"/>
                  <a:gd name="connsiteX32" fmla="*/ 340633 w 710881"/>
                  <a:gd name="connsiteY32" fmla="*/ 712663 h 829271"/>
                  <a:gd name="connsiteX33" fmla="*/ 340633 w 710881"/>
                  <a:gd name="connsiteY33" fmla="*/ 681186 h 829271"/>
                  <a:gd name="connsiteX34" fmla="*/ 44463 w 710881"/>
                  <a:gd name="connsiteY34" fmla="*/ 681186 h 829271"/>
                  <a:gd name="connsiteX35" fmla="*/ 37 w 710881"/>
                  <a:gd name="connsiteY35" fmla="*/ 636761 h 829271"/>
                  <a:gd name="connsiteX36" fmla="*/ 37 w 710881"/>
                  <a:gd name="connsiteY36" fmla="*/ 518289 h 829271"/>
                  <a:gd name="connsiteX37" fmla="*/ 44463 w 710881"/>
                  <a:gd name="connsiteY37" fmla="*/ 473863 h 829271"/>
                  <a:gd name="connsiteX38" fmla="*/ 88888 w 710881"/>
                  <a:gd name="connsiteY38" fmla="*/ 473863 h 829271"/>
                  <a:gd name="connsiteX39" fmla="*/ 592372 w 710881"/>
                  <a:gd name="connsiteY39" fmla="*/ 444246 h 829271"/>
                  <a:gd name="connsiteX40" fmla="*/ 118503 w 710881"/>
                  <a:gd name="connsiteY40" fmla="*/ 444246 h 829271"/>
                  <a:gd name="connsiteX41" fmla="*/ 118503 w 710881"/>
                  <a:gd name="connsiteY41" fmla="*/ 473863 h 829271"/>
                  <a:gd name="connsiteX42" fmla="*/ 592372 w 710881"/>
                  <a:gd name="connsiteY42" fmla="*/ 473863 h 829271"/>
                  <a:gd name="connsiteX43" fmla="*/ 385051 w 710881"/>
                  <a:gd name="connsiteY43" fmla="*/ 770030 h 829271"/>
                  <a:gd name="connsiteX44" fmla="*/ 355434 w 710881"/>
                  <a:gd name="connsiteY44" fmla="*/ 740413 h 829271"/>
                  <a:gd name="connsiteX45" fmla="*/ 325817 w 710881"/>
                  <a:gd name="connsiteY45" fmla="*/ 770030 h 829271"/>
                  <a:gd name="connsiteX46" fmla="*/ 355434 w 710881"/>
                  <a:gd name="connsiteY46" fmla="*/ 799647 h 829271"/>
                  <a:gd name="connsiteX47" fmla="*/ 385051 w 710881"/>
                  <a:gd name="connsiteY47" fmla="*/ 770030 h 829271"/>
                  <a:gd name="connsiteX48" fmla="*/ 621985 w 710881"/>
                  <a:gd name="connsiteY48" fmla="*/ 770030 h 829271"/>
                  <a:gd name="connsiteX49" fmla="*/ 651602 w 710881"/>
                  <a:gd name="connsiteY49" fmla="*/ 799647 h 829271"/>
                  <a:gd name="connsiteX50" fmla="*/ 681219 w 710881"/>
                  <a:gd name="connsiteY50" fmla="*/ 770030 h 829271"/>
                  <a:gd name="connsiteX51" fmla="*/ 651602 w 710881"/>
                  <a:gd name="connsiteY51" fmla="*/ 740413 h 829271"/>
                  <a:gd name="connsiteX52" fmla="*/ 621985 w 710881"/>
                  <a:gd name="connsiteY52" fmla="*/ 770030 h 829271"/>
                  <a:gd name="connsiteX53" fmla="*/ 88881 w 710881"/>
                  <a:gd name="connsiteY53" fmla="*/ 770030 h 829271"/>
                  <a:gd name="connsiteX54" fmla="*/ 59264 w 710881"/>
                  <a:gd name="connsiteY54" fmla="*/ 740413 h 829271"/>
                  <a:gd name="connsiteX55" fmla="*/ 29647 w 710881"/>
                  <a:gd name="connsiteY55" fmla="*/ 770030 h 829271"/>
                  <a:gd name="connsiteX56" fmla="*/ 59264 w 710881"/>
                  <a:gd name="connsiteY56" fmla="*/ 799647 h 829271"/>
                  <a:gd name="connsiteX57" fmla="*/ 88881 w 710881"/>
                  <a:gd name="connsiteY57" fmla="*/ 770030 h 829271"/>
                  <a:gd name="connsiteX58" fmla="*/ 281390 w 710881"/>
                  <a:gd name="connsiteY58" fmla="*/ 592331 h 829271"/>
                  <a:gd name="connsiteX59" fmla="*/ 325816 w 710881"/>
                  <a:gd name="connsiteY59" fmla="*/ 592331 h 829271"/>
                  <a:gd name="connsiteX60" fmla="*/ 340625 w 710881"/>
                  <a:gd name="connsiteY60" fmla="*/ 577523 h 829271"/>
                  <a:gd name="connsiteX61" fmla="*/ 325816 w 710881"/>
                  <a:gd name="connsiteY61" fmla="*/ 562714 h 829271"/>
                  <a:gd name="connsiteX62" fmla="*/ 281390 w 710881"/>
                  <a:gd name="connsiteY62" fmla="*/ 562714 h 829271"/>
                  <a:gd name="connsiteX63" fmla="*/ 266582 w 710881"/>
                  <a:gd name="connsiteY63" fmla="*/ 577523 h 829271"/>
                  <a:gd name="connsiteX64" fmla="*/ 281390 w 710881"/>
                  <a:gd name="connsiteY64" fmla="*/ 592331 h 829271"/>
                  <a:gd name="connsiteX65" fmla="*/ 177730 w 710881"/>
                  <a:gd name="connsiteY65" fmla="*/ 592331 h 829271"/>
                  <a:gd name="connsiteX66" fmla="*/ 222155 w 710881"/>
                  <a:gd name="connsiteY66" fmla="*/ 592331 h 829271"/>
                  <a:gd name="connsiteX67" fmla="*/ 236964 w 710881"/>
                  <a:gd name="connsiteY67" fmla="*/ 577523 h 829271"/>
                  <a:gd name="connsiteX68" fmla="*/ 222155 w 710881"/>
                  <a:gd name="connsiteY68" fmla="*/ 562714 h 829271"/>
                  <a:gd name="connsiteX69" fmla="*/ 177730 w 710881"/>
                  <a:gd name="connsiteY69" fmla="*/ 562714 h 829271"/>
                  <a:gd name="connsiteX70" fmla="*/ 162921 w 710881"/>
                  <a:gd name="connsiteY70" fmla="*/ 577523 h 829271"/>
                  <a:gd name="connsiteX71" fmla="*/ 177730 w 710881"/>
                  <a:gd name="connsiteY71" fmla="*/ 592331 h 829271"/>
                  <a:gd name="connsiteX72" fmla="*/ 614575 w 710881"/>
                  <a:gd name="connsiteY72" fmla="*/ 533097 h 829271"/>
                  <a:gd name="connsiteX73" fmla="*/ 496103 w 710881"/>
                  <a:gd name="connsiteY73" fmla="*/ 533097 h 829271"/>
                  <a:gd name="connsiteX74" fmla="*/ 469909 w 710881"/>
                  <a:gd name="connsiteY74" fmla="*/ 543961 h 829271"/>
                  <a:gd name="connsiteX75" fmla="*/ 459082 w 710881"/>
                  <a:gd name="connsiteY75" fmla="*/ 570155 h 829271"/>
                  <a:gd name="connsiteX76" fmla="*/ 459082 w 710881"/>
                  <a:gd name="connsiteY76" fmla="*/ 584964 h 829271"/>
                  <a:gd name="connsiteX77" fmla="*/ 469909 w 710881"/>
                  <a:gd name="connsiteY77" fmla="*/ 611157 h 829271"/>
                  <a:gd name="connsiteX78" fmla="*/ 496103 w 710881"/>
                  <a:gd name="connsiteY78" fmla="*/ 621984 h 829271"/>
                  <a:gd name="connsiteX79" fmla="*/ 614575 w 710881"/>
                  <a:gd name="connsiteY79" fmla="*/ 621984 h 829271"/>
                  <a:gd name="connsiteX80" fmla="*/ 640769 w 710881"/>
                  <a:gd name="connsiteY80" fmla="*/ 611157 h 829271"/>
                  <a:gd name="connsiteX81" fmla="*/ 651596 w 710881"/>
                  <a:gd name="connsiteY81" fmla="*/ 584964 h 829271"/>
                  <a:gd name="connsiteX82" fmla="*/ 651596 w 710881"/>
                  <a:gd name="connsiteY82" fmla="*/ 570155 h 829271"/>
                  <a:gd name="connsiteX83" fmla="*/ 640769 w 710881"/>
                  <a:gd name="connsiteY83" fmla="*/ 543961 h 829271"/>
                  <a:gd name="connsiteX84" fmla="*/ 614575 w 710881"/>
                  <a:gd name="connsiteY84" fmla="*/ 533097 h 829271"/>
                  <a:gd name="connsiteX85" fmla="*/ 614575 w 710881"/>
                  <a:gd name="connsiteY85" fmla="*/ 562714 h 829271"/>
                  <a:gd name="connsiteX86" fmla="*/ 619821 w 710881"/>
                  <a:gd name="connsiteY86" fmla="*/ 564872 h 829271"/>
                  <a:gd name="connsiteX87" fmla="*/ 621979 w 710881"/>
                  <a:gd name="connsiteY87" fmla="*/ 570118 h 829271"/>
                  <a:gd name="connsiteX88" fmla="*/ 621979 w 710881"/>
                  <a:gd name="connsiteY88" fmla="*/ 584927 h 829271"/>
                  <a:gd name="connsiteX89" fmla="*/ 619821 w 710881"/>
                  <a:gd name="connsiteY89" fmla="*/ 590173 h 829271"/>
                  <a:gd name="connsiteX90" fmla="*/ 614575 w 710881"/>
                  <a:gd name="connsiteY90" fmla="*/ 592331 h 829271"/>
                  <a:gd name="connsiteX91" fmla="*/ 496103 w 710881"/>
                  <a:gd name="connsiteY91" fmla="*/ 592331 h 829271"/>
                  <a:gd name="connsiteX92" fmla="*/ 490857 w 710881"/>
                  <a:gd name="connsiteY92" fmla="*/ 590173 h 829271"/>
                  <a:gd name="connsiteX93" fmla="*/ 488699 w 710881"/>
                  <a:gd name="connsiteY93" fmla="*/ 584927 h 829271"/>
                  <a:gd name="connsiteX94" fmla="*/ 488699 w 710881"/>
                  <a:gd name="connsiteY94" fmla="*/ 570118 h 829271"/>
                  <a:gd name="connsiteX95" fmla="*/ 490857 w 710881"/>
                  <a:gd name="connsiteY95" fmla="*/ 564872 h 829271"/>
                  <a:gd name="connsiteX96" fmla="*/ 496103 w 710881"/>
                  <a:gd name="connsiteY96" fmla="*/ 562714 h 829271"/>
                  <a:gd name="connsiteX97" fmla="*/ 74069 w 710881"/>
                  <a:gd name="connsiteY97" fmla="*/ 592331 h 829271"/>
                  <a:gd name="connsiteX98" fmla="*/ 118495 w 710881"/>
                  <a:gd name="connsiteY98" fmla="*/ 592331 h 829271"/>
                  <a:gd name="connsiteX99" fmla="*/ 133303 w 710881"/>
                  <a:gd name="connsiteY99" fmla="*/ 577523 h 829271"/>
                  <a:gd name="connsiteX100" fmla="*/ 118495 w 710881"/>
                  <a:gd name="connsiteY100" fmla="*/ 562714 h 829271"/>
                  <a:gd name="connsiteX101" fmla="*/ 74069 w 710881"/>
                  <a:gd name="connsiteY101" fmla="*/ 562714 h 829271"/>
                  <a:gd name="connsiteX102" fmla="*/ 59261 w 710881"/>
                  <a:gd name="connsiteY102" fmla="*/ 577523 h 829271"/>
                  <a:gd name="connsiteX103" fmla="*/ 74069 w 710881"/>
                  <a:gd name="connsiteY103" fmla="*/ 592331 h 829271"/>
                  <a:gd name="connsiteX104" fmla="*/ 281390 w 710881"/>
                  <a:gd name="connsiteY104" fmla="*/ 355397 h 829271"/>
                  <a:gd name="connsiteX105" fmla="*/ 325816 w 710881"/>
                  <a:gd name="connsiteY105" fmla="*/ 355397 h 829271"/>
                  <a:gd name="connsiteX106" fmla="*/ 340625 w 710881"/>
                  <a:gd name="connsiteY106" fmla="*/ 340588 h 829271"/>
                  <a:gd name="connsiteX107" fmla="*/ 325816 w 710881"/>
                  <a:gd name="connsiteY107" fmla="*/ 325780 h 829271"/>
                  <a:gd name="connsiteX108" fmla="*/ 281390 w 710881"/>
                  <a:gd name="connsiteY108" fmla="*/ 325780 h 829271"/>
                  <a:gd name="connsiteX109" fmla="*/ 266582 w 710881"/>
                  <a:gd name="connsiteY109" fmla="*/ 340588 h 829271"/>
                  <a:gd name="connsiteX110" fmla="*/ 281390 w 710881"/>
                  <a:gd name="connsiteY110" fmla="*/ 355397 h 829271"/>
                  <a:gd name="connsiteX111" fmla="*/ 614575 w 710881"/>
                  <a:gd name="connsiteY111" fmla="*/ 296163 h 829271"/>
                  <a:gd name="connsiteX112" fmla="*/ 496103 w 710881"/>
                  <a:gd name="connsiteY112" fmla="*/ 296163 h 829271"/>
                  <a:gd name="connsiteX113" fmla="*/ 469909 w 710881"/>
                  <a:gd name="connsiteY113" fmla="*/ 306990 h 829271"/>
                  <a:gd name="connsiteX114" fmla="*/ 459082 w 710881"/>
                  <a:gd name="connsiteY114" fmla="*/ 333184 h 829271"/>
                  <a:gd name="connsiteX115" fmla="*/ 459082 w 710881"/>
                  <a:gd name="connsiteY115" fmla="*/ 347992 h 829271"/>
                  <a:gd name="connsiteX116" fmla="*/ 469909 w 710881"/>
                  <a:gd name="connsiteY116" fmla="*/ 374186 h 829271"/>
                  <a:gd name="connsiteX117" fmla="*/ 496103 w 710881"/>
                  <a:gd name="connsiteY117" fmla="*/ 385013 h 829271"/>
                  <a:gd name="connsiteX118" fmla="*/ 614575 w 710881"/>
                  <a:gd name="connsiteY118" fmla="*/ 385013 h 829271"/>
                  <a:gd name="connsiteX119" fmla="*/ 640769 w 710881"/>
                  <a:gd name="connsiteY119" fmla="*/ 374186 h 829271"/>
                  <a:gd name="connsiteX120" fmla="*/ 651596 w 710881"/>
                  <a:gd name="connsiteY120" fmla="*/ 347992 h 829271"/>
                  <a:gd name="connsiteX121" fmla="*/ 651596 w 710881"/>
                  <a:gd name="connsiteY121" fmla="*/ 333184 h 829271"/>
                  <a:gd name="connsiteX122" fmla="*/ 640769 w 710881"/>
                  <a:gd name="connsiteY122" fmla="*/ 306990 h 829271"/>
                  <a:gd name="connsiteX123" fmla="*/ 614575 w 710881"/>
                  <a:gd name="connsiteY123" fmla="*/ 296163 h 829271"/>
                  <a:gd name="connsiteX124" fmla="*/ 614575 w 710881"/>
                  <a:gd name="connsiteY124" fmla="*/ 325780 h 829271"/>
                  <a:gd name="connsiteX125" fmla="*/ 619821 w 710881"/>
                  <a:gd name="connsiteY125" fmla="*/ 327938 h 829271"/>
                  <a:gd name="connsiteX126" fmla="*/ 621979 w 710881"/>
                  <a:gd name="connsiteY126" fmla="*/ 333184 h 829271"/>
                  <a:gd name="connsiteX127" fmla="*/ 621979 w 710881"/>
                  <a:gd name="connsiteY127" fmla="*/ 347992 h 829271"/>
                  <a:gd name="connsiteX128" fmla="*/ 619821 w 710881"/>
                  <a:gd name="connsiteY128" fmla="*/ 353239 h 829271"/>
                  <a:gd name="connsiteX129" fmla="*/ 614575 w 710881"/>
                  <a:gd name="connsiteY129" fmla="*/ 355397 h 829271"/>
                  <a:gd name="connsiteX130" fmla="*/ 496103 w 710881"/>
                  <a:gd name="connsiteY130" fmla="*/ 355397 h 829271"/>
                  <a:gd name="connsiteX131" fmla="*/ 490857 w 710881"/>
                  <a:gd name="connsiteY131" fmla="*/ 353239 h 829271"/>
                  <a:gd name="connsiteX132" fmla="*/ 488699 w 710881"/>
                  <a:gd name="connsiteY132" fmla="*/ 347992 h 829271"/>
                  <a:gd name="connsiteX133" fmla="*/ 488699 w 710881"/>
                  <a:gd name="connsiteY133" fmla="*/ 333184 h 829271"/>
                  <a:gd name="connsiteX134" fmla="*/ 490857 w 710881"/>
                  <a:gd name="connsiteY134" fmla="*/ 327938 h 829271"/>
                  <a:gd name="connsiteX135" fmla="*/ 496103 w 710881"/>
                  <a:gd name="connsiteY135" fmla="*/ 325780 h 829271"/>
                  <a:gd name="connsiteX136" fmla="*/ 177730 w 710881"/>
                  <a:gd name="connsiteY136" fmla="*/ 355397 h 829271"/>
                  <a:gd name="connsiteX137" fmla="*/ 222155 w 710881"/>
                  <a:gd name="connsiteY137" fmla="*/ 355397 h 829271"/>
                  <a:gd name="connsiteX138" fmla="*/ 236964 w 710881"/>
                  <a:gd name="connsiteY138" fmla="*/ 340588 h 829271"/>
                  <a:gd name="connsiteX139" fmla="*/ 222155 w 710881"/>
                  <a:gd name="connsiteY139" fmla="*/ 325780 h 829271"/>
                  <a:gd name="connsiteX140" fmla="*/ 177730 w 710881"/>
                  <a:gd name="connsiteY140" fmla="*/ 325780 h 829271"/>
                  <a:gd name="connsiteX141" fmla="*/ 162921 w 710881"/>
                  <a:gd name="connsiteY141" fmla="*/ 340588 h 829271"/>
                  <a:gd name="connsiteX142" fmla="*/ 177730 w 710881"/>
                  <a:gd name="connsiteY142" fmla="*/ 355397 h 829271"/>
                  <a:gd name="connsiteX143" fmla="*/ 74069 w 710881"/>
                  <a:gd name="connsiteY143" fmla="*/ 355397 h 829271"/>
                  <a:gd name="connsiteX144" fmla="*/ 118495 w 710881"/>
                  <a:gd name="connsiteY144" fmla="*/ 355397 h 829271"/>
                  <a:gd name="connsiteX145" fmla="*/ 133303 w 710881"/>
                  <a:gd name="connsiteY145" fmla="*/ 340588 h 829271"/>
                  <a:gd name="connsiteX146" fmla="*/ 118495 w 710881"/>
                  <a:gd name="connsiteY146" fmla="*/ 325780 h 829271"/>
                  <a:gd name="connsiteX147" fmla="*/ 74069 w 710881"/>
                  <a:gd name="connsiteY147" fmla="*/ 325780 h 829271"/>
                  <a:gd name="connsiteX148" fmla="*/ 59261 w 710881"/>
                  <a:gd name="connsiteY148" fmla="*/ 340588 h 829271"/>
                  <a:gd name="connsiteX149" fmla="*/ 74069 w 710881"/>
                  <a:gd name="connsiteY149" fmla="*/ 355397 h 829271"/>
                  <a:gd name="connsiteX150" fmla="*/ 666439 w 710881"/>
                  <a:gd name="connsiteY150" fmla="*/ 0 h 829271"/>
                  <a:gd name="connsiteX151" fmla="*/ 710864 w 710881"/>
                  <a:gd name="connsiteY151" fmla="*/ 44426 h 829271"/>
                  <a:gd name="connsiteX152" fmla="*/ 710864 w 710881"/>
                  <a:gd name="connsiteY152" fmla="*/ 162898 h 829271"/>
                  <a:gd name="connsiteX153" fmla="*/ 666439 w 710881"/>
                  <a:gd name="connsiteY153" fmla="*/ 207323 h 829271"/>
                  <a:gd name="connsiteX154" fmla="*/ 44485 w 710881"/>
                  <a:gd name="connsiteY154" fmla="*/ 207323 h 829271"/>
                  <a:gd name="connsiteX155" fmla="*/ 59 w 710881"/>
                  <a:gd name="connsiteY155" fmla="*/ 162898 h 829271"/>
                  <a:gd name="connsiteX156" fmla="*/ 59 w 710881"/>
                  <a:gd name="connsiteY156" fmla="*/ 44426 h 829271"/>
                  <a:gd name="connsiteX157" fmla="*/ 44485 w 710881"/>
                  <a:gd name="connsiteY157" fmla="*/ 0 h 829271"/>
                  <a:gd name="connsiteX158" fmla="*/ 614609 w 710881"/>
                  <a:gd name="connsiteY158" fmla="*/ 59234 h 829271"/>
                  <a:gd name="connsiteX159" fmla="*/ 496137 w 710881"/>
                  <a:gd name="connsiteY159" fmla="*/ 59234 h 829271"/>
                  <a:gd name="connsiteX160" fmla="*/ 469944 w 710881"/>
                  <a:gd name="connsiteY160" fmla="*/ 70061 h 829271"/>
                  <a:gd name="connsiteX161" fmla="*/ 459116 w 710881"/>
                  <a:gd name="connsiteY161" fmla="*/ 96255 h 829271"/>
                  <a:gd name="connsiteX162" fmla="*/ 459116 w 710881"/>
                  <a:gd name="connsiteY162" fmla="*/ 111063 h 829271"/>
                  <a:gd name="connsiteX163" fmla="*/ 469944 w 710881"/>
                  <a:gd name="connsiteY163" fmla="*/ 137257 h 829271"/>
                  <a:gd name="connsiteX164" fmla="*/ 496137 w 710881"/>
                  <a:gd name="connsiteY164" fmla="*/ 148121 h 829271"/>
                  <a:gd name="connsiteX165" fmla="*/ 614609 w 710881"/>
                  <a:gd name="connsiteY165" fmla="*/ 148121 h 829271"/>
                  <a:gd name="connsiteX166" fmla="*/ 640803 w 710881"/>
                  <a:gd name="connsiteY166" fmla="*/ 137257 h 829271"/>
                  <a:gd name="connsiteX167" fmla="*/ 651630 w 710881"/>
                  <a:gd name="connsiteY167" fmla="*/ 111063 h 829271"/>
                  <a:gd name="connsiteX168" fmla="*/ 651630 w 710881"/>
                  <a:gd name="connsiteY168" fmla="*/ 96255 h 829271"/>
                  <a:gd name="connsiteX169" fmla="*/ 640803 w 710881"/>
                  <a:gd name="connsiteY169" fmla="*/ 70061 h 829271"/>
                  <a:gd name="connsiteX170" fmla="*/ 614609 w 710881"/>
                  <a:gd name="connsiteY170" fmla="*/ 59234 h 829271"/>
                  <a:gd name="connsiteX171" fmla="*/ 614609 w 710881"/>
                  <a:gd name="connsiteY171" fmla="*/ 88851 h 829271"/>
                  <a:gd name="connsiteX172" fmla="*/ 619855 w 710881"/>
                  <a:gd name="connsiteY172" fmla="*/ 91009 h 829271"/>
                  <a:gd name="connsiteX173" fmla="*/ 622013 w 710881"/>
                  <a:gd name="connsiteY173" fmla="*/ 96255 h 829271"/>
                  <a:gd name="connsiteX174" fmla="*/ 622013 w 710881"/>
                  <a:gd name="connsiteY174" fmla="*/ 111064 h 829271"/>
                  <a:gd name="connsiteX175" fmla="*/ 619855 w 710881"/>
                  <a:gd name="connsiteY175" fmla="*/ 116310 h 829271"/>
                  <a:gd name="connsiteX176" fmla="*/ 614609 w 710881"/>
                  <a:gd name="connsiteY176" fmla="*/ 118468 h 829271"/>
                  <a:gd name="connsiteX177" fmla="*/ 496137 w 710881"/>
                  <a:gd name="connsiteY177" fmla="*/ 118468 h 829271"/>
                  <a:gd name="connsiteX178" fmla="*/ 490891 w 710881"/>
                  <a:gd name="connsiteY178" fmla="*/ 116310 h 829271"/>
                  <a:gd name="connsiteX179" fmla="*/ 488733 w 710881"/>
                  <a:gd name="connsiteY179" fmla="*/ 111064 h 829271"/>
                  <a:gd name="connsiteX180" fmla="*/ 488733 w 710881"/>
                  <a:gd name="connsiteY180" fmla="*/ 96255 h 829271"/>
                  <a:gd name="connsiteX181" fmla="*/ 490891 w 710881"/>
                  <a:gd name="connsiteY181" fmla="*/ 91009 h 829271"/>
                  <a:gd name="connsiteX182" fmla="*/ 496137 w 710881"/>
                  <a:gd name="connsiteY182" fmla="*/ 88851 h 829271"/>
                  <a:gd name="connsiteX183" fmla="*/ 177764 w 710881"/>
                  <a:gd name="connsiteY183" fmla="*/ 118468 h 829271"/>
                  <a:gd name="connsiteX184" fmla="*/ 222190 w 710881"/>
                  <a:gd name="connsiteY184" fmla="*/ 118468 h 829271"/>
                  <a:gd name="connsiteX185" fmla="*/ 236998 w 710881"/>
                  <a:gd name="connsiteY185" fmla="*/ 103660 h 829271"/>
                  <a:gd name="connsiteX186" fmla="*/ 222190 w 710881"/>
                  <a:gd name="connsiteY186" fmla="*/ 88851 h 829271"/>
                  <a:gd name="connsiteX187" fmla="*/ 177764 w 710881"/>
                  <a:gd name="connsiteY187" fmla="*/ 88851 h 829271"/>
                  <a:gd name="connsiteX188" fmla="*/ 162956 w 710881"/>
                  <a:gd name="connsiteY188" fmla="*/ 103660 h 829271"/>
                  <a:gd name="connsiteX189" fmla="*/ 177764 w 710881"/>
                  <a:gd name="connsiteY189" fmla="*/ 118468 h 829271"/>
                  <a:gd name="connsiteX190" fmla="*/ 281425 w 710881"/>
                  <a:gd name="connsiteY190" fmla="*/ 118468 h 829271"/>
                  <a:gd name="connsiteX191" fmla="*/ 325850 w 710881"/>
                  <a:gd name="connsiteY191" fmla="*/ 118468 h 829271"/>
                  <a:gd name="connsiteX192" fmla="*/ 340659 w 710881"/>
                  <a:gd name="connsiteY192" fmla="*/ 103660 h 829271"/>
                  <a:gd name="connsiteX193" fmla="*/ 325850 w 710881"/>
                  <a:gd name="connsiteY193" fmla="*/ 88851 h 829271"/>
                  <a:gd name="connsiteX194" fmla="*/ 281425 w 710881"/>
                  <a:gd name="connsiteY194" fmla="*/ 88851 h 829271"/>
                  <a:gd name="connsiteX195" fmla="*/ 266616 w 710881"/>
                  <a:gd name="connsiteY195" fmla="*/ 103660 h 829271"/>
                  <a:gd name="connsiteX196" fmla="*/ 281425 w 710881"/>
                  <a:gd name="connsiteY196" fmla="*/ 118468 h 829271"/>
                  <a:gd name="connsiteX197" fmla="*/ 74104 w 710881"/>
                  <a:gd name="connsiteY197" fmla="*/ 118468 h 829271"/>
                  <a:gd name="connsiteX198" fmla="*/ 118529 w 710881"/>
                  <a:gd name="connsiteY198" fmla="*/ 118468 h 829271"/>
                  <a:gd name="connsiteX199" fmla="*/ 133338 w 710881"/>
                  <a:gd name="connsiteY199" fmla="*/ 103660 h 829271"/>
                  <a:gd name="connsiteX200" fmla="*/ 118529 w 710881"/>
                  <a:gd name="connsiteY200" fmla="*/ 88851 h 829271"/>
                  <a:gd name="connsiteX201" fmla="*/ 74104 w 710881"/>
                  <a:gd name="connsiteY201" fmla="*/ 88851 h 829271"/>
                  <a:gd name="connsiteX202" fmla="*/ 59295 w 710881"/>
                  <a:gd name="connsiteY202" fmla="*/ 103660 h 829271"/>
                  <a:gd name="connsiteX203" fmla="*/ 74104 w 710881"/>
                  <a:gd name="connsiteY203" fmla="*/ 118468 h 829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</a:cxnLst>
                <a:rect l="l" t="t" r="r" b="b"/>
                <a:pathLst>
                  <a:path w="710881" h="829271">
                    <a:moveTo>
                      <a:pt x="88890" y="444246"/>
                    </a:moveTo>
                    <a:lnTo>
                      <a:pt x="44465" y="444246"/>
                    </a:lnTo>
                    <a:cubicBezTo>
                      <a:pt x="19945" y="444246"/>
                      <a:pt x="39" y="424341"/>
                      <a:pt x="39" y="399820"/>
                    </a:cubicBezTo>
                    <a:lnTo>
                      <a:pt x="39" y="281349"/>
                    </a:lnTo>
                    <a:cubicBezTo>
                      <a:pt x="39" y="256829"/>
                      <a:pt x="19944" y="236923"/>
                      <a:pt x="44465" y="236923"/>
                    </a:cubicBezTo>
                    <a:lnTo>
                      <a:pt x="666419" y="236923"/>
                    </a:lnTo>
                    <a:cubicBezTo>
                      <a:pt x="690938" y="236923"/>
                      <a:pt x="710844" y="256828"/>
                      <a:pt x="710844" y="281349"/>
                    </a:cubicBezTo>
                    <a:lnTo>
                      <a:pt x="710844" y="399820"/>
                    </a:lnTo>
                    <a:cubicBezTo>
                      <a:pt x="710844" y="424340"/>
                      <a:pt x="690939" y="444246"/>
                      <a:pt x="666419" y="444246"/>
                    </a:cubicBezTo>
                    <a:lnTo>
                      <a:pt x="621993" y="444246"/>
                    </a:lnTo>
                    <a:lnTo>
                      <a:pt x="621993" y="473863"/>
                    </a:lnTo>
                    <a:lnTo>
                      <a:pt x="666419" y="473863"/>
                    </a:lnTo>
                    <a:cubicBezTo>
                      <a:pt x="690938" y="473863"/>
                      <a:pt x="710844" y="493768"/>
                      <a:pt x="710844" y="518289"/>
                    </a:cubicBezTo>
                    <a:lnTo>
                      <a:pt x="710844" y="636761"/>
                    </a:lnTo>
                    <a:cubicBezTo>
                      <a:pt x="710844" y="661280"/>
                      <a:pt x="690939" y="681186"/>
                      <a:pt x="666419" y="681186"/>
                    </a:cubicBezTo>
                    <a:lnTo>
                      <a:pt x="370248" y="681186"/>
                    </a:lnTo>
                    <a:lnTo>
                      <a:pt x="370248" y="712663"/>
                    </a:lnTo>
                    <a:cubicBezTo>
                      <a:pt x="391047" y="718021"/>
                      <a:pt x="407455" y="734430"/>
                      <a:pt x="412814" y="755229"/>
                    </a:cubicBezTo>
                    <a:lnTo>
                      <a:pt x="594274" y="755229"/>
                    </a:lnTo>
                    <a:cubicBezTo>
                      <a:pt x="600860" y="729705"/>
                      <a:pt x="624040" y="710803"/>
                      <a:pt x="651647" y="710803"/>
                    </a:cubicBezTo>
                    <a:cubicBezTo>
                      <a:pt x="684352" y="710803"/>
                      <a:pt x="710881" y="737332"/>
                      <a:pt x="710881" y="770037"/>
                    </a:cubicBezTo>
                    <a:cubicBezTo>
                      <a:pt x="710881" y="802742"/>
                      <a:pt x="684352" y="829271"/>
                      <a:pt x="651647" y="829271"/>
                    </a:cubicBezTo>
                    <a:cubicBezTo>
                      <a:pt x="624077" y="829271"/>
                      <a:pt x="600860" y="810370"/>
                      <a:pt x="594274" y="784846"/>
                    </a:cubicBezTo>
                    <a:lnTo>
                      <a:pt x="412814" y="784846"/>
                    </a:lnTo>
                    <a:cubicBezTo>
                      <a:pt x="406228" y="810370"/>
                      <a:pt x="383048" y="829271"/>
                      <a:pt x="355441" y="829271"/>
                    </a:cubicBezTo>
                    <a:cubicBezTo>
                      <a:pt x="327871" y="829271"/>
                      <a:pt x="304653" y="810370"/>
                      <a:pt x="298068" y="784846"/>
                    </a:cubicBezTo>
                    <a:lnTo>
                      <a:pt x="116607" y="784846"/>
                    </a:lnTo>
                    <a:cubicBezTo>
                      <a:pt x="110021" y="810370"/>
                      <a:pt x="86841" y="829271"/>
                      <a:pt x="59234" y="829271"/>
                    </a:cubicBezTo>
                    <a:cubicBezTo>
                      <a:pt x="26529" y="829271"/>
                      <a:pt x="0" y="802742"/>
                      <a:pt x="0" y="770037"/>
                    </a:cubicBezTo>
                    <a:cubicBezTo>
                      <a:pt x="0" y="737332"/>
                      <a:pt x="26529" y="710803"/>
                      <a:pt x="59234" y="710803"/>
                    </a:cubicBezTo>
                    <a:cubicBezTo>
                      <a:pt x="86804" y="710803"/>
                      <a:pt x="110021" y="729705"/>
                      <a:pt x="116607" y="755229"/>
                    </a:cubicBezTo>
                    <a:lnTo>
                      <a:pt x="298068" y="755229"/>
                    </a:lnTo>
                    <a:cubicBezTo>
                      <a:pt x="303426" y="734430"/>
                      <a:pt x="319834" y="718022"/>
                      <a:pt x="340633" y="712663"/>
                    </a:cubicBezTo>
                    <a:lnTo>
                      <a:pt x="340633" y="681186"/>
                    </a:lnTo>
                    <a:lnTo>
                      <a:pt x="44463" y="681186"/>
                    </a:lnTo>
                    <a:cubicBezTo>
                      <a:pt x="19943" y="681186"/>
                      <a:pt x="37" y="661281"/>
                      <a:pt x="37" y="636761"/>
                    </a:cubicBezTo>
                    <a:lnTo>
                      <a:pt x="37" y="518289"/>
                    </a:lnTo>
                    <a:cubicBezTo>
                      <a:pt x="37" y="493769"/>
                      <a:pt x="19942" y="473863"/>
                      <a:pt x="44463" y="473863"/>
                    </a:cubicBezTo>
                    <a:lnTo>
                      <a:pt x="88888" y="473863"/>
                    </a:lnTo>
                    <a:close/>
                    <a:moveTo>
                      <a:pt x="592372" y="444246"/>
                    </a:moveTo>
                    <a:lnTo>
                      <a:pt x="118503" y="444246"/>
                    </a:lnTo>
                    <a:lnTo>
                      <a:pt x="118503" y="473863"/>
                    </a:lnTo>
                    <a:lnTo>
                      <a:pt x="592372" y="473863"/>
                    </a:lnTo>
                    <a:close/>
                    <a:moveTo>
                      <a:pt x="385051" y="770030"/>
                    </a:moveTo>
                    <a:cubicBezTo>
                      <a:pt x="385051" y="753696"/>
                      <a:pt x="371768" y="740413"/>
                      <a:pt x="355434" y="740413"/>
                    </a:cubicBezTo>
                    <a:cubicBezTo>
                      <a:pt x="339100" y="740413"/>
                      <a:pt x="325817" y="753695"/>
                      <a:pt x="325817" y="770030"/>
                    </a:cubicBezTo>
                    <a:cubicBezTo>
                      <a:pt x="325817" y="786364"/>
                      <a:pt x="339100" y="799647"/>
                      <a:pt x="355434" y="799647"/>
                    </a:cubicBezTo>
                    <a:cubicBezTo>
                      <a:pt x="371768" y="799647"/>
                      <a:pt x="385051" y="786364"/>
                      <a:pt x="385051" y="770030"/>
                    </a:cubicBezTo>
                    <a:close/>
                    <a:moveTo>
                      <a:pt x="621985" y="770030"/>
                    </a:moveTo>
                    <a:cubicBezTo>
                      <a:pt x="621985" y="786363"/>
                      <a:pt x="635268" y="799647"/>
                      <a:pt x="651602" y="799647"/>
                    </a:cubicBezTo>
                    <a:cubicBezTo>
                      <a:pt x="667937" y="799647"/>
                      <a:pt x="681219" y="786364"/>
                      <a:pt x="681219" y="770030"/>
                    </a:cubicBezTo>
                    <a:cubicBezTo>
                      <a:pt x="681219" y="753695"/>
                      <a:pt x="667937" y="740413"/>
                      <a:pt x="651602" y="740413"/>
                    </a:cubicBezTo>
                    <a:cubicBezTo>
                      <a:pt x="635268" y="740413"/>
                      <a:pt x="621985" y="753695"/>
                      <a:pt x="621985" y="770030"/>
                    </a:cubicBezTo>
                    <a:close/>
                    <a:moveTo>
                      <a:pt x="88881" y="770030"/>
                    </a:moveTo>
                    <a:cubicBezTo>
                      <a:pt x="88881" y="753696"/>
                      <a:pt x="75598" y="740413"/>
                      <a:pt x="59264" y="740413"/>
                    </a:cubicBezTo>
                    <a:cubicBezTo>
                      <a:pt x="42929" y="740413"/>
                      <a:pt x="29647" y="753695"/>
                      <a:pt x="29647" y="770030"/>
                    </a:cubicBezTo>
                    <a:cubicBezTo>
                      <a:pt x="29647" y="786364"/>
                      <a:pt x="42929" y="799647"/>
                      <a:pt x="59264" y="799647"/>
                    </a:cubicBezTo>
                    <a:cubicBezTo>
                      <a:pt x="75598" y="799647"/>
                      <a:pt x="88881" y="786364"/>
                      <a:pt x="88881" y="770030"/>
                    </a:cubicBezTo>
                    <a:close/>
                    <a:moveTo>
                      <a:pt x="281390" y="592331"/>
                    </a:moveTo>
                    <a:lnTo>
                      <a:pt x="325816" y="592331"/>
                    </a:lnTo>
                    <a:cubicBezTo>
                      <a:pt x="334002" y="592331"/>
                      <a:pt x="340625" y="585708"/>
                      <a:pt x="340625" y="577523"/>
                    </a:cubicBezTo>
                    <a:cubicBezTo>
                      <a:pt x="340625" y="569337"/>
                      <a:pt x="334002" y="562714"/>
                      <a:pt x="325816" y="562714"/>
                    </a:cubicBezTo>
                    <a:lnTo>
                      <a:pt x="281390" y="562714"/>
                    </a:lnTo>
                    <a:cubicBezTo>
                      <a:pt x="273205" y="562714"/>
                      <a:pt x="266582" y="569337"/>
                      <a:pt x="266582" y="577523"/>
                    </a:cubicBezTo>
                    <a:cubicBezTo>
                      <a:pt x="266582" y="585708"/>
                      <a:pt x="273205" y="592331"/>
                      <a:pt x="281390" y="592331"/>
                    </a:cubicBezTo>
                    <a:close/>
                    <a:moveTo>
                      <a:pt x="177730" y="592331"/>
                    </a:moveTo>
                    <a:lnTo>
                      <a:pt x="222155" y="592331"/>
                    </a:lnTo>
                    <a:cubicBezTo>
                      <a:pt x="230341" y="592331"/>
                      <a:pt x="236964" y="585708"/>
                      <a:pt x="236964" y="577523"/>
                    </a:cubicBezTo>
                    <a:cubicBezTo>
                      <a:pt x="236964" y="569337"/>
                      <a:pt x="230341" y="562714"/>
                      <a:pt x="222155" y="562714"/>
                    </a:cubicBezTo>
                    <a:lnTo>
                      <a:pt x="177730" y="562714"/>
                    </a:lnTo>
                    <a:cubicBezTo>
                      <a:pt x="169544" y="562714"/>
                      <a:pt x="162921" y="569337"/>
                      <a:pt x="162921" y="577523"/>
                    </a:cubicBezTo>
                    <a:cubicBezTo>
                      <a:pt x="162921" y="585708"/>
                      <a:pt x="169544" y="592331"/>
                      <a:pt x="177730" y="592331"/>
                    </a:cubicBezTo>
                    <a:close/>
                    <a:moveTo>
                      <a:pt x="614575" y="533097"/>
                    </a:moveTo>
                    <a:lnTo>
                      <a:pt x="496103" y="533097"/>
                    </a:lnTo>
                    <a:cubicBezTo>
                      <a:pt x="486281" y="533097"/>
                      <a:pt x="476867" y="537004"/>
                      <a:pt x="469909" y="543961"/>
                    </a:cubicBezTo>
                    <a:cubicBezTo>
                      <a:pt x="462989" y="550919"/>
                      <a:pt x="459082" y="560333"/>
                      <a:pt x="459082" y="570155"/>
                    </a:cubicBezTo>
                    <a:lnTo>
                      <a:pt x="459082" y="584964"/>
                    </a:lnTo>
                    <a:cubicBezTo>
                      <a:pt x="459082" y="594786"/>
                      <a:pt x="462989" y="604199"/>
                      <a:pt x="469909" y="611157"/>
                    </a:cubicBezTo>
                    <a:cubicBezTo>
                      <a:pt x="476867" y="618115"/>
                      <a:pt x="486281" y="621984"/>
                      <a:pt x="496103" y="621984"/>
                    </a:cubicBezTo>
                    <a:lnTo>
                      <a:pt x="614575" y="621984"/>
                    </a:lnTo>
                    <a:cubicBezTo>
                      <a:pt x="624397" y="621984"/>
                      <a:pt x="633811" y="618078"/>
                      <a:pt x="640769" y="611157"/>
                    </a:cubicBezTo>
                    <a:cubicBezTo>
                      <a:pt x="647726" y="604200"/>
                      <a:pt x="651596" y="594786"/>
                      <a:pt x="651596" y="584964"/>
                    </a:cubicBezTo>
                    <a:lnTo>
                      <a:pt x="651596" y="570155"/>
                    </a:lnTo>
                    <a:cubicBezTo>
                      <a:pt x="651596" y="560333"/>
                      <a:pt x="647689" y="550919"/>
                      <a:pt x="640769" y="543961"/>
                    </a:cubicBezTo>
                    <a:cubicBezTo>
                      <a:pt x="633811" y="537004"/>
                      <a:pt x="624397" y="533097"/>
                      <a:pt x="614575" y="533097"/>
                    </a:cubicBezTo>
                    <a:close/>
                    <a:moveTo>
                      <a:pt x="614575" y="562714"/>
                    </a:moveTo>
                    <a:cubicBezTo>
                      <a:pt x="616547" y="562714"/>
                      <a:pt x="618407" y="563496"/>
                      <a:pt x="619821" y="564872"/>
                    </a:cubicBezTo>
                    <a:cubicBezTo>
                      <a:pt x="621198" y="566249"/>
                      <a:pt x="621979" y="568146"/>
                      <a:pt x="621979" y="570118"/>
                    </a:cubicBezTo>
                    <a:lnTo>
                      <a:pt x="621979" y="584927"/>
                    </a:lnTo>
                    <a:cubicBezTo>
                      <a:pt x="621979" y="586899"/>
                      <a:pt x="621198" y="588759"/>
                      <a:pt x="619821" y="590173"/>
                    </a:cubicBezTo>
                    <a:cubicBezTo>
                      <a:pt x="618444" y="591550"/>
                      <a:pt x="616547" y="592331"/>
                      <a:pt x="614575" y="592331"/>
                    </a:cubicBezTo>
                    <a:lnTo>
                      <a:pt x="496103" y="592331"/>
                    </a:lnTo>
                    <a:cubicBezTo>
                      <a:pt x="494131" y="592331"/>
                      <a:pt x="492271" y="591550"/>
                      <a:pt x="490857" y="590173"/>
                    </a:cubicBezTo>
                    <a:cubicBezTo>
                      <a:pt x="489480" y="588796"/>
                      <a:pt x="488699" y="586899"/>
                      <a:pt x="488699" y="584927"/>
                    </a:cubicBezTo>
                    <a:lnTo>
                      <a:pt x="488699" y="570118"/>
                    </a:lnTo>
                    <a:cubicBezTo>
                      <a:pt x="488699" y="568146"/>
                      <a:pt x="489480" y="566249"/>
                      <a:pt x="490857" y="564872"/>
                    </a:cubicBezTo>
                    <a:cubicBezTo>
                      <a:pt x="492233" y="563496"/>
                      <a:pt x="494131" y="562714"/>
                      <a:pt x="496103" y="562714"/>
                    </a:cubicBezTo>
                    <a:close/>
                    <a:moveTo>
                      <a:pt x="74069" y="592331"/>
                    </a:moveTo>
                    <a:lnTo>
                      <a:pt x="118495" y="592331"/>
                    </a:lnTo>
                    <a:cubicBezTo>
                      <a:pt x="126680" y="592331"/>
                      <a:pt x="133303" y="585708"/>
                      <a:pt x="133303" y="577523"/>
                    </a:cubicBezTo>
                    <a:cubicBezTo>
                      <a:pt x="133303" y="569337"/>
                      <a:pt x="126681" y="562714"/>
                      <a:pt x="118495" y="562714"/>
                    </a:cubicBezTo>
                    <a:lnTo>
                      <a:pt x="74069" y="562714"/>
                    </a:lnTo>
                    <a:cubicBezTo>
                      <a:pt x="65884" y="562714"/>
                      <a:pt x="59261" y="569337"/>
                      <a:pt x="59261" y="577523"/>
                    </a:cubicBezTo>
                    <a:cubicBezTo>
                      <a:pt x="59261" y="585708"/>
                      <a:pt x="65884" y="592331"/>
                      <a:pt x="74069" y="592331"/>
                    </a:cubicBezTo>
                    <a:close/>
                    <a:moveTo>
                      <a:pt x="281390" y="355397"/>
                    </a:moveTo>
                    <a:lnTo>
                      <a:pt x="325816" y="355397"/>
                    </a:lnTo>
                    <a:cubicBezTo>
                      <a:pt x="334002" y="355397"/>
                      <a:pt x="340625" y="348774"/>
                      <a:pt x="340625" y="340588"/>
                    </a:cubicBezTo>
                    <a:cubicBezTo>
                      <a:pt x="340625" y="332403"/>
                      <a:pt x="334002" y="325780"/>
                      <a:pt x="325816" y="325780"/>
                    </a:cubicBezTo>
                    <a:lnTo>
                      <a:pt x="281390" y="325780"/>
                    </a:lnTo>
                    <a:cubicBezTo>
                      <a:pt x="273205" y="325780"/>
                      <a:pt x="266582" y="332403"/>
                      <a:pt x="266582" y="340588"/>
                    </a:cubicBezTo>
                    <a:cubicBezTo>
                      <a:pt x="266582" y="348774"/>
                      <a:pt x="273205" y="355397"/>
                      <a:pt x="281390" y="355397"/>
                    </a:cubicBezTo>
                    <a:close/>
                    <a:moveTo>
                      <a:pt x="614575" y="296163"/>
                    </a:moveTo>
                    <a:lnTo>
                      <a:pt x="496103" y="296163"/>
                    </a:lnTo>
                    <a:cubicBezTo>
                      <a:pt x="486281" y="296163"/>
                      <a:pt x="476867" y="300070"/>
                      <a:pt x="469909" y="306990"/>
                    </a:cubicBezTo>
                    <a:cubicBezTo>
                      <a:pt x="462989" y="313948"/>
                      <a:pt x="459082" y="323361"/>
                      <a:pt x="459082" y="333184"/>
                    </a:cubicBezTo>
                    <a:lnTo>
                      <a:pt x="459082" y="347992"/>
                    </a:lnTo>
                    <a:cubicBezTo>
                      <a:pt x="459082" y="357814"/>
                      <a:pt x="462989" y="367228"/>
                      <a:pt x="469909" y="374186"/>
                    </a:cubicBezTo>
                    <a:cubicBezTo>
                      <a:pt x="476867" y="381106"/>
                      <a:pt x="486281" y="385013"/>
                      <a:pt x="496103" y="385013"/>
                    </a:cubicBezTo>
                    <a:lnTo>
                      <a:pt x="614575" y="385013"/>
                    </a:lnTo>
                    <a:cubicBezTo>
                      <a:pt x="624397" y="385013"/>
                      <a:pt x="633811" y="381106"/>
                      <a:pt x="640769" y="374186"/>
                    </a:cubicBezTo>
                    <a:cubicBezTo>
                      <a:pt x="647726" y="367228"/>
                      <a:pt x="651596" y="357814"/>
                      <a:pt x="651596" y="347992"/>
                    </a:cubicBezTo>
                    <a:lnTo>
                      <a:pt x="651596" y="333184"/>
                    </a:lnTo>
                    <a:cubicBezTo>
                      <a:pt x="651596" y="323361"/>
                      <a:pt x="647689" y="313948"/>
                      <a:pt x="640769" y="306990"/>
                    </a:cubicBezTo>
                    <a:cubicBezTo>
                      <a:pt x="633811" y="300069"/>
                      <a:pt x="624397" y="296163"/>
                      <a:pt x="614575" y="296163"/>
                    </a:cubicBezTo>
                    <a:close/>
                    <a:moveTo>
                      <a:pt x="614575" y="325780"/>
                    </a:moveTo>
                    <a:cubicBezTo>
                      <a:pt x="616547" y="325780"/>
                      <a:pt x="618407" y="326561"/>
                      <a:pt x="619821" y="327938"/>
                    </a:cubicBezTo>
                    <a:cubicBezTo>
                      <a:pt x="621198" y="329314"/>
                      <a:pt x="621979" y="331212"/>
                      <a:pt x="621979" y="333184"/>
                    </a:cubicBezTo>
                    <a:lnTo>
                      <a:pt x="621979" y="347992"/>
                    </a:lnTo>
                    <a:cubicBezTo>
                      <a:pt x="621979" y="349964"/>
                      <a:pt x="621198" y="351825"/>
                      <a:pt x="619821" y="353239"/>
                    </a:cubicBezTo>
                    <a:cubicBezTo>
                      <a:pt x="618444" y="354615"/>
                      <a:pt x="616547" y="355397"/>
                      <a:pt x="614575" y="355397"/>
                    </a:cubicBezTo>
                    <a:lnTo>
                      <a:pt x="496103" y="355397"/>
                    </a:lnTo>
                    <a:cubicBezTo>
                      <a:pt x="494131" y="355397"/>
                      <a:pt x="492271" y="354615"/>
                      <a:pt x="490857" y="353239"/>
                    </a:cubicBezTo>
                    <a:cubicBezTo>
                      <a:pt x="489480" y="351862"/>
                      <a:pt x="488699" y="349964"/>
                      <a:pt x="488699" y="347992"/>
                    </a:cubicBezTo>
                    <a:lnTo>
                      <a:pt x="488699" y="333184"/>
                    </a:lnTo>
                    <a:cubicBezTo>
                      <a:pt x="488699" y="331212"/>
                      <a:pt x="489480" y="329352"/>
                      <a:pt x="490857" y="327938"/>
                    </a:cubicBezTo>
                    <a:cubicBezTo>
                      <a:pt x="492233" y="326561"/>
                      <a:pt x="494131" y="325780"/>
                      <a:pt x="496103" y="325780"/>
                    </a:cubicBezTo>
                    <a:close/>
                    <a:moveTo>
                      <a:pt x="177730" y="355397"/>
                    </a:moveTo>
                    <a:lnTo>
                      <a:pt x="222155" y="355397"/>
                    </a:lnTo>
                    <a:cubicBezTo>
                      <a:pt x="230341" y="355397"/>
                      <a:pt x="236964" y="348774"/>
                      <a:pt x="236964" y="340588"/>
                    </a:cubicBezTo>
                    <a:cubicBezTo>
                      <a:pt x="236964" y="332403"/>
                      <a:pt x="230341" y="325780"/>
                      <a:pt x="222155" y="325780"/>
                    </a:cubicBezTo>
                    <a:lnTo>
                      <a:pt x="177730" y="325780"/>
                    </a:lnTo>
                    <a:cubicBezTo>
                      <a:pt x="169544" y="325780"/>
                      <a:pt x="162921" y="332403"/>
                      <a:pt x="162921" y="340588"/>
                    </a:cubicBezTo>
                    <a:cubicBezTo>
                      <a:pt x="162921" y="348774"/>
                      <a:pt x="169544" y="355397"/>
                      <a:pt x="177730" y="355397"/>
                    </a:cubicBezTo>
                    <a:close/>
                    <a:moveTo>
                      <a:pt x="74069" y="355397"/>
                    </a:moveTo>
                    <a:lnTo>
                      <a:pt x="118495" y="355397"/>
                    </a:lnTo>
                    <a:cubicBezTo>
                      <a:pt x="126680" y="355397"/>
                      <a:pt x="133303" y="348774"/>
                      <a:pt x="133303" y="340588"/>
                    </a:cubicBezTo>
                    <a:cubicBezTo>
                      <a:pt x="133303" y="332403"/>
                      <a:pt x="126681" y="325780"/>
                      <a:pt x="118495" y="325780"/>
                    </a:cubicBezTo>
                    <a:lnTo>
                      <a:pt x="74069" y="325780"/>
                    </a:lnTo>
                    <a:cubicBezTo>
                      <a:pt x="65884" y="325780"/>
                      <a:pt x="59261" y="332403"/>
                      <a:pt x="59261" y="340588"/>
                    </a:cubicBezTo>
                    <a:cubicBezTo>
                      <a:pt x="59261" y="348774"/>
                      <a:pt x="65884" y="355397"/>
                      <a:pt x="74069" y="355397"/>
                    </a:cubicBezTo>
                    <a:close/>
                    <a:moveTo>
                      <a:pt x="666439" y="0"/>
                    </a:moveTo>
                    <a:cubicBezTo>
                      <a:pt x="690958" y="0"/>
                      <a:pt x="710864" y="19905"/>
                      <a:pt x="710864" y="44426"/>
                    </a:cubicBezTo>
                    <a:lnTo>
                      <a:pt x="710864" y="162898"/>
                    </a:lnTo>
                    <a:cubicBezTo>
                      <a:pt x="710864" y="187417"/>
                      <a:pt x="690959" y="207323"/>
                      <a:pt x="666439" y="207323"/>
                    </a:cubicBezTo>
                    <a:lnTo>
                      <a:pt x="44485" y="207323"/>
                    </a:lnTo>
                    <a:cubicBezTo>
                      <a:pt x="19965" y="207323"/>
                      <a:pt x="59" y="187418"/>
                      <a:pt x="59" y="162898"/>
                    </a:cubicBezTo>
                    <a:lnTo>
                      <a:pt x="59" y="44426"/>
                    </a:lnTo>
                    <a:cubicBezTo>
                      <a:pt x="59" y="19906"/>
                      <a:pt x="19964" y="0"/>
                      <a:pt x="44485" y="0"/>
                    </a:cubicBezTo>
                    <a:close/>
                    <a:moveTo>
                      <a:pt x="614609" y="59234"/>
                    </a:moveTo>
                    <a:lnTo>
                      <a:pt x="496137" y="59234"/>
                    </a:lnTo>
                    <a:cubicBezTo>
                      <a:pt x="486315" y="59234"/>
                      <a:pt x="476902" y="63141"/>
                      <a:pt x="469944" y="70061"/>
                    </a:cubicBezTo>
                    <a:cubicBezTo>
                      <a:pt x="463023" y="77019"/>
                      <a:pt x="459116" y="86433"/>
                      <a:pt x="459116" y="96255"/>
                    </a:cubicBezTo>
                    <a:lnTo>
                      <a:pt x="459116" y="111063"/>
                    </a:lnTo>
                    <a:cubicBezTo>
                      <a:pt x="459116" y="120886"/>
                      <a:pt x="463023" y="130299"/>
                      <a:pt x="469944" y="137257"/>
                    </a:cubicBezTo>
                    <a:cubicBezTo>
                      <a:pt x="476901" y="144215"/>
                      <a:pt x="486315" y="148121"/>
                      <a:pt x="496137" y="148121"/>
                    </a:cubicBezTo>
                    <a:lnTo>
                      <a:pt x="614609" y="148121"/>
                    </a:lnTo>
                    <a:cubicBezTo>
                      <a:pt x="624431" y="148121"/>
                      <a:pt x="633845" y="144215"/>
                      <a:pt x="640803" y="137257"/>
                    </a:cubicBezTo>
                    <a:cubicBezTo>
                      <a:pt x="647761" y="130299"/>
                      <a:pt x="651630" y="120886"/>
                      <a:pt x="651630" y="111063"/>
                    </a:cubicBezTo>
                    <a:lnTo>
                      <a:pt x="651630" y="96255"/>
                    </a:lnTo>
                    <a:cubicBezTo>
                      <a:pt x="651630" y="86433"/>
                      <a:pt x="647723" y="77019"/>
                      <a:pt x="640803" y="70061"/>
                    </a:cubicBezTo>
                    <a:cubicBezTo>
                      <a:pt x="633845" y="63103"/>
                      <a:pt x="624431" y="59234"/>
                      <a:pt x="614609" y="59234"/>
                    </a:cubicBezTo>
                    <a:close/>
                    <a:moveTo>
                      <a:pt x="614609" y="88851"/>
                    </a:moveTo>
                    <a:cubicBezTo>
                      <a:pt x="616581" y="88851"/>
                      <a:pt x="618442" y="89632"/>
                      <a:pt x="619855" y="91009"/>
                    </a:cubicBezTo>
                    <a:cubicBezTo>
                      <a:pt x="621232" y="92386"/>
                      <a:pt x="622013" y="94283"/>
                      <a:pt x="622013" y="96255"/>
                    </a:cubicBezTo>
                    <a:lnTo>
                      <a:pt x="622013" y="111064"/>
                    </a:lnTo>
                    <a:cubicBezTo>
                      <a:pt x="622013" y="113036"/>
                      <a:pt x="621232" y="114933"/>
                      <a:pt x="619855" y="116310"/>
                    </a:cubicBezTo>
                    <a:cubicBezTo>
                      <a:pt x="618479" y="117687"/>
                      <a:pt x="616581" y="118468"/>
                      <a:pt x="614609" y="118468"/>
                    </a:cubicBezTo>
                    <a:lnTo>
                      <a:pt x="496137" y="118468"/>
                    </a:lnTo>
                    <a:cubicBezTo>
                      <a:pt x="494165" y="118468"/>
                      <a:pt x="492305" y="117687"/>
                      <a:pt x="490891" y="116310"/>
                    </a:cubicBezTo>
                    <a:cubicBezTo>
                      <a:pt x="489514" y="114933"/>
                      <a:pt x="488733" y="113036"/>
                      <a:pt x="488733" y="111064"/>
                    </a:cubicBezTo>
                    <a:lnTo>
                      <a:pt x="488733" y="96255"/>
                    </a:lnTo>
                    <a:cubicBezTo>
                      <a:pt x="488733" y="94283"/>
                      <a:pt x="489514" y="92423"/>
                      <a:pt x="490891" y="91009"/>
                    </a:cubicBezTo>
                    <a:cubicBezTo>
                      <a:pt x="492268" y="89632"/>
                      <a:pt x="494165" y="88851"/>
                      <a:pt x="496137" y="88851"/>
                    </a:cubicBezTo>
                    <a:close/>
                    <a:moveTo>
                      <a:pt x="177764" y="118468"/>
                    </a:moveTo>
                    <a:lnTo>
                      <a:pt x="222190" y="118468"/>
                    </a:lnTo>
                    <a:cubicBezTo>
                      <a:pt x="230375" y="118468"/>
                      <a:pt x="236998" y="111845"/>
                      <a:pt x="236998" y="103660"/>
                    </a:cubicBezTo>
                    <a:cubicBezTo>
                      <a:pt x="236998" y="95474"/>
                      <a:pt x="230375" y="88851"/>
                      <a:pt x="222190" y="88851"/>
                    </a:cubicBezTo>
                    <a:lnTo>
                      <a:pt x="177764" y="88851"/>
                    </a:lnTo>
                    <a:cubicBezTo>
                      <a:pt x="169579" y="88851"/>
                      <a:pt x="162956" y="95474"/>
                      <a:pt x="162956" y="103660"/>
                    </a:cubicBezTo>
                    <a:cubicBezTo>
                      <a:pt x="162956" y="111845"/>
                      <a:pt x="169578" y="118468"/>
                      <a:pt x="177764" y="118468"/>
                    </a:cubicBezTo>
                    <a:close/>
                    <a:moveTo>
                      <a:pt x="281425" y="118468"/>
                    </a:moveTo>
                    <a:lnTo>
                      <a:pt x="325850" y="118468"/>
                    </a:lnTo>
                    <a:cubicBezTo>
                      <a:pt x="334036" y="118468"/>
                      <a:pt x="340659" y="111845"/>
                      <a:pt x="340659" y="103660"/>
                    </a:cubicBezTo>
                    <a:cubicBezTo>
                      <a:pt x="340659" y="95474"/>
                      <a:pt x="334036" y="88851"/>
                      <a:pt x="325850" y="88851"/>
                    </a:cubicBezTo>
                    <a:lnTo>
                      <a:pt x="281425" y="88851"/>
                    </a:lnTo>
                    <a:cubicBezTo>
                      <a:pt x="273239" y="88851"/>
                      <a:pt x="266616" y="95474"/>
                      <a:pt x="266616" y="103660"/>
                    </a:cubicBezTo>
                    <a:cubicBezTo>
                      <a:pt x="266616" y="111845"/>
                      <a:pt x="273239" y="118468"/>
                      <a:pt x="281425" y="118468"/>
                    </a:cubicBezTo>
                    <a:close/>
                    <a:moveTo>
                      <a:pt x="74104" y="118468"/>
                    </a:moveTo>
                    <a:lnTo>
                      <a:pt x="118529" y="118468"/>
                    </a:lnTo>
                    <a:cubicBezTo>
                      <a:pt x="126715" y="118468"/>
                      <a:pt x="133338" y="111845"/>
                      <a:pt x="133338" y="103660"/>
                    </a:cubicBezTo>
                    <a:cubicBezTo>
                      <a:pt x="133338" y="95474"/>
                      <a:pt x="126715" y="88851"/>
                      <a:pt x="118529" y="88851"/>
                    </a:cubicBezTo>
                    <a:lnTo>
                      <a:pt x="74104" y="88851"/>
                    </a:lnTo>
                    <a:cubicBezTo>
                      <a:pt x="65918" y="88851"/>
                      <a:pt x="59295" y="95474"/>
                      <a:pt x="59295" y="103660"/>
                    </a:cubicBezTo>
                    <a:cubicBezTo>
                      <a:pt x="59295" y="111845"/>
                      <a:pt x="65918" y="118468"/>
                      <a:pt x="74104" y="11846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3CFED213-440E-A941-B2BC-34B703E834D8}"/>
                  </a:ext>
                </a:extLst>
              </p:cNvPr>
              <p:cNvSpPr/>
              <p:nvPr/>
            </p:nvSpPr>
            <p:spPr>
              <a:xfrm>
                <a:off x="11192463" y="150868"/>
                <a:ext cx="29617" cy="88851"/>
              </a:xfrm>
              <a:custGeom>
                <a:avLst/>
                <a:gdLst>
                  <a:gd name="connsiteX0" fmla="*/ 0 w 29617"/>
                  <a:gd name="connsiteY0" fmla="*/ 14809 h 88851"/>
                  <a:gd name="connsiteX1" fmla="*/ 14809 w 29617"/>
                  <a:gd name="connsiteY1" fmla="*/ 0 h 88851"/>
                  <a:gd name="connsiteX2" fmla="*/ 29617 w 29617"/>
                  <a:gd name="connsiteY2" fmla="*/ 14809 h 88851"/>
                  <a:gd name="connsiteX3" fmla="*/ 29617 w 29617"/>
                  <a:gd name="connsiteY3" fmla="*/ 74043 h 88851"/>
                  <a:gd name="connsiteX4" fmla="*/ 14809 w 29617"/>
                  <a:gd name="connsiteY4" fmla="*/ 88851 h 88851"/>
                  <a:gd name="connsiteX5" fmla="*/ 0 w 29617"/>
                  <a:gd name="connsiteY5" fmla="*/ 74043 h 88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617" h="88851">
                    <a:moveTo>
                      <a:pt x="0" y="14809"/>
                    </a:moveTo>
                    <a:cubicBezTo>
                      <a:pt x="0" y="6623"/>
                      <a:pt x="6623" y="0"/>
                      <a:pt x="14809" y="0"/>
                    </a:cubicBezTo>
                    <a:cubicBezTo>
                      <a:pt x="22994" y="0"/>
                      <a:pt x="29617" y="6623"/>
                      <a:pt x="29617" y="14809"/>
                    </a:cubicBezTo>
                    <a:lnTo>
                      <a:pt x="29617" y="74043"/>
                    </a:lnTo>
                    <a:cubicBezTo>
                      <a:pt x="29617" y="82228"/>
                      <a:pt x="22994" y="88851"/>
                      <a:pt x="14809" y="88851"/>
                    </a:cubicBezTo>
                    <a:cubicBezTo>
                      <a:pt x="6623" y="88851"/>
                      <a:pt x="0" y="82228"/>
                      <a:pt x="0" y="740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27488761-134E-5E30-F498-505ACF581CC2}"/>
                  </a:ext>
                </a:extLst>
              </p:cNvPr>
              <p:cNvSpPr/>
              <p:nvPr/>
            </p:nvSpPr>
            <p:spPr>
              <a:xfrm>
                <a:off x="10688981" y="150868"/>
                <a:ext cx="29617" cy="88851"/>
              </a:xfrm>
              <a:custGeom>
                <a:avLst/>
                <a:gdLst>
                  <a:gd name="connsiteX0" fmla="*/ 0 w 29617"/>
                  <a:gd name="connsiteY0" fmla="*/ 14809 h 88851"/>
                  <a:gd name="connsiteX1" fmla="*/ 14809 w 29617"/>
                  <a:gd name="connsiteY1" fmla="*/ 0 h 88851"/>
                  <a:gd name="connsiteX2" fmla="*/ 29617 w 29617"/>
                  <a:gd name="connsiteY2" fmla="*/ 14809 h 88851"/>
                  <a:gd name="connsiteX3" fmla="*/ 29617 w 29617"/>
                  <a:gd name="connsiteY3" fmla="*/ 74043 h 88851"/>
                  <a:gd name="connsiteX4" fmla="*/ 14809 w 29617"/>
                  <a:gd name="connsiteY4" fmla="*/ 88851 h 88851"/>
                  <a:gd name="connsiteX5" fmla="*/ 0 w 29617"/>
                  <a:gd name="connsiteY5" fmla="*/ 74043 h 88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617" h="88851">
                    <a:moveTo>
                      <a:pt x="0" y="14809"/>
                    </a:moveTo>
                    <a:cubicBezTo>
                      <a:pt x="0" y="6623"/>
                      <a:pt x="6623" y="0"/>
                      <a:pt x="14809" y="0"/>
                    </a:cubicBezTo>
                    <a:cubicBezTo>
                      <a:pt x="22994" y="0"/>
                      <a:pt x="29617" y="6623"/>
                      <a:pt x="29617" y="14809"/>
                    </a:cubicBezTo>
                    <a:lnTo>
                      <a:pt x="29617" y="74043"/>
                    </a:lnTo>
                    <a:cubicBezTo>
                      <a:pt x="29617" y="82228"/>
                      <a:pt x="22994" y="88851"/>
                      <a:pt x="14809" y="88851"/>
                    </a:cubicBezTo>
                    <a:cubicBezTo>
                      <a:pt x="6623" y="88851"/>
                      <a:pt x="0" y="82228"/>
                      <a:pt x="0" y="740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43" name="Agrupar 142">
            <a:extLst>
              <a:ext uri="{FF2B5EF4-FFF2-40B4-BE49-F238E27FC236}">
                <a16:creationId xmlns:a16="http://schemas.microsoft.com/office/drawing/2014/main" id="{E0B92D79-79DB-80C8-B662-8D9057787605}"/>
              </a:ext>
            </a:extLst>
          </p:cNvPr>
          <p:cNvGrpSpPr/>
          <p:nvPr/>
        </p:nvGrpSpPr>
        <p:grpSpPr>
          <a:xfrm>
            <a:off x="8045826" y="4073084"/>
            <a:ext cx="371393" cy="338553"/>
            <a:chOff x="8100025" y="4133777"/>
            <a:chExt cx="371393" cy="338553"/>
          </a:xfrm>
        </p:grpSpPr>
        <p:sp>
          <p:nvSpPr>
            <p:cNvPr id="102" name="Fluxograma: Conector 101">
              <a:extLst>
                <a:ext uri="{FF2B5EF4-FFF2-40B4-BE49-F238E27FC236}">
                  <a16:creationId xmlns:a16="http://schemas.microsoft.com/office/drawing/2014/main" id="{7B75B4DC-5B56-3B07-3697-1A89CAA7D1B0}"/>
                </a:ext>
              </a:extLst>
            </p:cNvPr>
            <p:cNvSpPr/>
            <p:nvPr/>
          </p:nvSpPr>
          <p:spPr>
            <a:xfrm>
              <a:off x="8100025" y="4133777"/>
              <a:ext cx="371393" cy="338553"/>
            </a:xfrm>
            <a:prstGeom prst="flowChartConnector">
              <a:avLst/>
            </a:prstGeom>
            <a:solidFill>
              <a:srgbClr val="E5E7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9CD555CC-0F7A-6A9E-3E15-70BDF0180885}"/>
                </a:ext>
              </a:extLst>
            </p:cNvPr>
            <p:cNvSpPr/>
            <p:nvPr/>
          </p:nvSpPr>
          <p:spPr>
            <a:xfrm>
              <a:off x="8190162" y="4197938"/>
              <a:ext cx="191118" cy="210230"/>
            </a:xfrm>
            <a:custGeom>
              <a:avLst/>
              <a:gdLst>
                <a:gd name="connsiteX0" fmla="*/ 276225 w 381000"/>
                <a:gd name="connsiteY0" fmla="*/ 0 h 419100"/>
                <a:gd name="connsiteX1" fmla="*/ 28575 w 381000"/>
                <a:gd name="connsiteY1" fmla="*/ 0 h 419100"/>
                <a:gd name="connsiteX2" fmla="*/ 0 w 381000"/>
                <a:gd name="connsiteY2" fmla="*/ 28575 h 419100"/>
                <a:gd name="connsiteX3" fmla="*/ 0 w 381000"/>
                <a:gd name="connsiteY3" fmla="*/ 352425 h 419100"/>
                <a:gd name="connsiteX4" fmla="*/ 28575 w 381000"/>
                <a:gd name="connsiteY4" fmla="*/ 381000 h 419100"/>
                <a:gd name="connsiteX5" fmla="*/ 212789 w 381000"/>
                <a:gd name="connsiteY5" fmla="*/ 381000 h 419100"/>
                <a:gd name="connsiteX6" fmla="*/ 200025 w 381000"/>
                <a:gd name="connsiteY6" fmla="*/ 333375 h 419100"/>
                <a:gd name="connsiteX7" fmla="*/ 47625 w 381000"/>
                <a:gd name="connsiteY7" fmla="*/ 333375 h 419100"/>
                <a:gd name="connsiteX8" fmla="*/ 47625 w 381000"/>
                <a:gd name="connsiteY8" fmla="*/ 314325 h 419100"/>
                <a:gd name="connsiteX9" fmla="*/ 201930 w 381000"/>
                <a:gd name="connsiteY9" fmla="*/ 314325 h 419100"/>
                <a:gd name="connsiteX10" fmla="*/ 208026 w 381000"/>
                <a:gd name="connsiteY10" fmla="*/ 295275 h 419100"/>
                <a:gd name="connsiteX11" fmla="*/ 47625 w 381000"/>
                <a:gd name="connsiteY11" fmla="*/ 295275 h 419100"/>
                <a:gd name="connsiteX12" fmla="*/ 47625 w 381000"/>
                <a:gd name="connsiteY12" fmla="*/ 276225 h 419100"/>
                <a:gd name="connsiteX13" fmla="*/ 219075 w 381000"/>
                <a:gd name="connsiteY13" fmla="*/ 276225 h 419100"/>
                <a:gd name="connsiteX14" fmla="*/ 295275 w 381000"/>
                <a:gd name="connsiteY14" fmla="*/ 238125 h 419100"/>
                <a:gd name="connsiteX15" fmla="*/ 304800 w 381000"/>
                <a:gd name="connsiteY15" fmla="*/ 238601 h 419100"/>
                <a:gd name="connsiteX16" fmla="*/ 304800 w 381000"/>
                <a:gd name="connsiteY16" fmla="*/ 28575 h 419100"/>
                <a:gd name="connsiteX17" fmla="*/ 276225 w 381000"/>
                <a:gd name="connsiteY17" fmla="*/ 0 h 419100"/>
                <a:gd name="connsiteX18" fmla="*/ 103156 w 381000"/>
                <a:gd name="connsiteY18" fmla="*/ 242030 h 419100"/>
                <a:gd name="connsiteX19" fmla="*/ 89630 w 381000"/>
                <a:gd name="connsiteY19" fmla="*/ 255556 h 419100"/>
                <a:gd name="connsiteX20" fmla="*/ 76200 w 381000"/>
                <a:gd name="connsiteY20" fmla="*/ 242030 h 419100"/>
                <a:gd name="connsiteX21" fmla="*/ 62770 w 381000"/>
                <a:gd name="connsiteY21" fmla="*/ 255556 h 419100"/>
                <a:gd name="connsiteX22" fmla="*/ 49244 w 381000"/>
                <a:gd name="connsiteY22" fmla="*/ 242030 h 419100"/>
                <a:gd name="connsiteX23" fmla="*/ 62770 w 381000"/>
                <a:gd name="connsiteY23" fmla="*/ 228600 h 419100"/>
                <a:gd name="connsiteX24" fmla="*/ 49244 w 381000"/>
                <a:gd name="connsiteY24" fmla="*/ 215170 h 419100"/>
                <a:gd name="connsiteX25" fmla="*/ 62770 w 381000"/>
                <a:gd name="connsiteY25" fmla="*/ 201644 h 419100"/>
                <a:gd name="connsiteX26" fmla="*/ 76200 w 381000"/>
                <a:gd name="connsiteY26" fmla="*/ 215170 h 419100"/>
                <a:gd name="connsiteX27" fmla="*/ 89630 w 381000"/>
                <a:gd name="connsiteY27" fmla="*/ 201644 h 419100"/>
                <a:gd name="connsiteX28" fmla="*/ 103156 w 381000"/>
                <a:gd name="connsiteY28" fmla="*/ 215170 h 419100"/>
                <a:gd name="connsiteX29" fmla="*/ 89630 w 381000"/>
                <a:gd name="connsiteY29" fmla="*/ 228600 h 419100"/>
                <a:gd name="connsiteX30" fmla="*/ 84106 w 381000"/>
                <a:gd name="connsiteY30" fmla="*/ 177165 h 419100"/>
                <a:gd name="connsiteX31" fmla="*/ 77153 w 381000"/>
                <a:gd name="connsiteY31" fmla="*/ 180975 h 419100"/>
                <a:gd name="connsiteX32" fmla="*/ 76200 w 381000"/>
                <a:gd name="connsiteY32" fmla="*/ 180975 h 419100"/>
                <a:gd name="connsiteX33" fmla="*/ 69437 w 381000"/>
                <a:gd name="connsiteY33" fmla="*/ 178213 h 419100"/>
                <a:gd name="connsiteX34" fmla="*/ 50387 w 381000"/>
                <a:gd name="connsiteY34" fmla="*/ 159163 h 419100"/>
                <a:gd name="connsiteX35" fmla="*/ 63913 w 381000"/>
                <a:gd name="connsiteY35" fmla="*/ 145637 h 419100"/>
                <a:gd name="connsiteX36" fmla="*/ 75152 w 381000"/>
                <a:gd name="connsiteY36" fmla="*/ 156972 h 419100"/>
                <a:gd name="connsiteX37" fmla="*/ 97155 w 381000"/>
                <a:gd name="connsiteY37" fmla="*/ 127635 h 419100"/>
                <a:gd name="connsiteX38" fmla="*/ 112395 w 381000"/>
                <a:gd name="connsiteY38" fmla="*/ 139065 h 419100"/>
                <a:gd name="connsiteX39" fmla="*/ 84106 w 381000"/>
                <a:gd name="connsiteY39" fmla="*/ 100965 h 419100"/>
                <a:gd name="connsiteX40" fmla="*/ 77153 w 381000"/>
                <a:gd name="connsiteY40" fmla="*/ 104775 h 419100"/>
                <a:gd name="connsiteX41" fmla="*/ 76200 w 381000"/>
                <a:gd name="connsiteY41" fmla="*/ 104775 h 419100"/>
                <a:gd name="connsiteX42" fmla="*/ 69437 w 381000"/>
                <a:gd name="connsiteY42" fmla="*/ 102013 h 419100"/>
                <a:gd name="connsiteX43" fmla="*/ 50387 w 381000"/>
                <a:gd name="connsiteY43" fmla="*/ 82963 h 419100"/>
                <a:gd name="connsiteX44" fmla="*/ 63913 w 381000"/>
                <a:gd name="connsiteY44" fmla="*/ 69437 h 419100"/>
                <a:gd name="connsiteX45" fmla="*/ 75152 w 381000"/>
                <a:gd name="connsiteY45" fmla="*/ 80772 h 419100"/>
                <a:gd name="connsiteX46" fmla="*/ 97155 w 381000"/>
                <a:gd name="connsiteY46" fmla="*/ 51435 h 419100"/>
                <a:gd name="connsiteX47" fmla="*/ 112395 w 381000"/>
                <a:gd name="connsiteY47" fmla="*/ 62865 h 419100"/>
                <a:gd name="connsiteX48" fmla="*/ 209550 w 381000"/>
                <a:gd name="connsiteY48" fmla="*/ 257175 h 419100"/>
                <a:gd name="connsiteX49" fmla="*/ 133350 w 381000"/>
                <a:gd name="connsiteY49" fmla="*/ 257175 h 419100"/>
                <a:gd name="connsiteX50" fmla="*/ 133350 w 381000"/>
                <a:gd name="connsiteY50" fmla="*/ 238125 h 419100"/>
                <a:gd name="connsiteX51" fmla="*/ 209550 w 381000"/>
                <a:gd name="connsiteY51" fmla="*/ 238125 h 419100"/>
                <a:gd name="connsiteX52" fmla="*/ 257175 w 381000"/>
                <a:gd name="connsiteY52" fmla="*/ 219075 h 419100"/>
                <a:gd name="connsiteX53" fmla="*/ 133350 w 381000"/>
                <a:gd name="connsiteY53" fmla="*/ 219075 h 419100"/>
                <a:gd name="connsiteX54" fmla="*/ 133350 w 381000"/>
                <a:gd name="connsiteY54" fmla="*/ 200025 h 419100"/>
                <a:gd name="connsiteX55" fmla="*/ 257175 w 381000"/>
                <a:gd name="connsiteY55" fmla="*/ 200025 h 419100"/>
                <a:gd name="connsiteX56" fmla="*/ 257175 w 381000"/>
                <a:gd name="connsiteY56" fmla="*/ 180975 h 419100"/>
                <a:gd name="connsiteX57" fmla="*/ 133350 w 381000"/>
                <a:gd name="connsiteY57" fmla="*/ 180975 h 419100"/>
                <a:gd name="connsiteX58" fmla="*/ 133350 w 381000"/>
                <a:gd name="connsiteY58" fmla="*/ 161925 h 419100"/>
                <a:gd name="connsiteX59" fmla="*/ 257175 w 381000"/>
                <a:gd name="connsiteY59" fmla="*/ 161925 h 419100"/>
                <a:gd name="connsiteX60" fmla="*/ 257175 w 381000"/>
                <a:gd name="connsiteY60" fmla="*/ 142875 h 419100"/>
                <a:gd name="connsiteX61" fmla="*/ 133350 w 381000"/>
                <a:gd name="connsiteY61" fmla="*/ 142875 h 419100"/>
                <a:gd name="connsiteX62" fmla="*/ 133350 w 381000"/>
                <a:gd name="connsiteY62" fmla="*/ 123825 h 419100"/>
                <a:gd name="connsiteX63" fmla="*/ 257175 w 381000"/>
                <a:gd name="connsiteY63" fmla="*/ 123825 h 419100"/>
                <a:gd name="connsiteX64" fmla="*/ 257175 w 381000"/>
                <a:gd name="connsiteY64" fmla="*/ 104775 h 419100"/>
                <a:gd name="connsiteX65" fmla="*/ 133350 w 381000"/>
                <a:gd name="connsiteY65" fmla="*/ 104775 h 419100"/>
                <a:gd name="connsiteX66" fmla="*/ 133350 w 381000"/>
                <a:gd name="connsiteY66" fmla="*/ 85725 h 419100"/>
                <a:gd name="connsiteX67" fmla="*/ 257175 w 381000"/>
                <a:gd name="connsiteY67" fmla="*/ 85725 h 419100"/>
                <a:gd name="connsiteX68" fmla="*/ 257175 w 381000"/>
                <a:gd name="connsiteY68" fmla="*/ 66675 h 419100"/>
                <a:gd name="connsiteX69" fmla="*/ 133350 w 381000"/>
                <a:gd name="connsiteY69" fmla="*/ 66675 h 419100"/>
                <a:gd name="connsiteX70" fmla="*/ 133350 w 381000"/>
                <a:gd name="connsiteY70" fmla="*/ 47625 h 419100"/>
                <a:gd name="connsiteX71" fmla="*/ 257175 w 381000"/>
                <a:gd name="connsiteY71" fmla="*/ 47625 h 419100"/>
                <a:gd name="connsiteX72" fmla="*/ 295275 w 381000"/>
                <a:gd name="connsiteY72" fmla="*/ 247650 h 419100"/>
                <a:gd name="connsiteX73" fmla="*/ 209550 w 381000"/>
                <a:gd name="connsiteY73" fmla="*/ 333375 h 419100"/>
                <a:gd name="connsiteX74" fmla="*/ 295275 w 381000"/>
                <a:gd name="connsiteY74" fmla="*/ 419100 h 419100"/>
                <a:gd name="connsiteX75" fmla="*/ 381000 w 381000"/>
                <a:gd name="connsiteY75" fmla="*/ 333375 h 419100"/>
                <a:gd name="connsiteX76" fmla="*/ 295275 w 381000"/>
                <a:gd name="connsiteY76" fmla="*/ 247650 h 419100"/>
                <a:gd name="connsiteX77" fmla="*/ 314325 w 381000"/>
                <a:gd name="connsiteY77" fmla="*/ 295275 h 419100"/>
                <a:gd name="connsiteX78" fmla="*/ 333375 w 381000"/>
                <a:gd name="connsiteY78" fmla="*/ 295275 h 419100"/>
                <a:gd name="connsiteX79" fmla="*/ 333375 w 381000"/>
                <a:gd name="connsiteY79" fmla="*/ 314325 h 419100"/>
                <a:gd name="connsiteX80" fmla="*/ 314325 w 381000"/>
                <a:gd name="connsiteY80" fmla="*/ 314325 h 419100"/>
                <a:gd name="connsiteX81" fmla="*/ 257175 w 381000"/>
                <a:gd name="connsiteY81" fmla="*/ 295275 h 419100"/>
                <a:gd name="connsiteX82" fmla="*/ 276225 w 381000"/>
                <a:gd name="connsiteY82" fmla="*/ 295275 h 419100"/>
                <a:gd name="connsiteX83" fmla="*/ 276225 w 381000"/>
                <a:gd name="connsiteY83" fmla="*/ 314325 h 419100"/>
                <a:gd name="connsiteX84" fmla="*/ 257175 w 381000"/>
                <a:gd name="connsiteY84" fmla="*/ 314325 h 419100"/>
                <a:gd name="connsiteX85" fmla="*/ 295275 w 381000"/>
                <a:gd name="connsiteY85" fmla="*/ 381000 h 419100"/>
                <a:gd name="connsiteX86" fmla="*/ 247650 w 381000"/>
                <a:gd name="connsiteY86" fmla="*/ 333375 h 419100"/>
                <a:gd name="connsiteX87" fmla="*/ 266700 w 381000"/>
                <a:gd name="connsiteY87" fmla="*/ 333375 h 419100"/>
                <a:gd name="connsiteX88" fmla="*/ 295275 w 381000"/>
                <a:gd name="connsiteY88" fmla="*/ 361950 h 419100"/>
                <a:gd name="connsiteX89" fmla="*/ 323850 w 381000"/>
                <a:gd name="connsiteY89" fmla="*/ 333375 h 419100"/>
                <a:gd name="connsiteX90" fmla="*/ 342900 w 381000"/>
                <a:gd name="connsiteY90" fmla="*/ 333375 h 419100"/>
                <a:gd name="connsiteX91" fmla="*/ 295275 w 381000"/>
                <a:gd name="connsiteY91" fmla="*/ 38100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1000" h="419100">
                  <a:moveTo>
                    <a:pt x="276225" y="0"/>
                  </a:moveTo>
                  <a:lnTo>
                    <a:pt x="28575" y="0"/>
                  </a:lnTo>
                  <a:cubicBezTo>
                    <a:pt x="12793" y="0"/>
                    <a:pt x="0" y="12793"/>
                    <a:pt x="0" y="28575"/>
                  </a:cubicBezTo>
                  <a:lnTo>
                    <a:pt x="0" y="352425"/>
                  </a:lnTo>
                  <a:cubicBezTo>
                    <a:pt x="0" y="368207"/>
                    <a:pt x="12793" y="381000"/>
                    <a:pt x="28575" y="381000"/>
                  </a:cubicBezTo>
                  <a:lnTo>
                    <a:pt x="212789" y="381000"/>
                  </a:lnTo>
                  <a:cubicBezTo>
                    <a:pt x="204428" y="366520"/>
                    <a:pt x="200026" y="350095"/>
                    <a:pt x="200025" y="333375"/>
                  </a:cubicBezTo>
                  <a:lnTo>
                    <a:pt x="47625" y="333375"/>
                  </a:lnTo>
                  <a:lnTo>
                    <a:pt x="47625" y="314325"/>
                  </a:lnTo>
                  <a:lnTo>
                    <a:pt x="201930" y="314325"/>
                  </a:lnTo>
                  <a:cubicBezTo>
                    <a:pt x="203254" y="307770"/>
                    <a:pt x="205298" y="301381"/>
                    <a:pt x="208026" y="295275"/>
                  </a:cubicBezTo>
                  <a:lnTo>
                    <a:pt x="47625" y="295275"/>
                  </a:lnTo>
                  <a:lnTo>
                    <a:pt x="47625" y="276225"/>
                  </a:lnTo>
                  <a:lnTo>
                    <a:pt x="219075" y="276225"/>
                  </a:lnTo>
                  <a:cubicBezTo>
                    <a:pt x="237063" y="252240"/>
                    <a:pt x="265294" y="238125"/>
                    <a:pt x="295275" y="238125"/>
                  </a:cubicBezTo>
                  <a:cubicBezTo>
                    <a:pt x="298514" y="238125"/>
                    <a:pt x="301657" y="238125"/>
                    <a:pt x="304800" y="238601"/>
                  </a:cubicBezTo>
                  <a:lnTo>
                    <a:pt x="304800" y="28575"/>
                  </a:lnTo>
                  <a:cubicBezTo>
                    <a:pt x="304800" y="12793"/>
                    <a:pt x="292007" y="0"/>
                    <a:pt x="276225" y="0"/>
                  </a:cubicBezTo>
                  <a:close/>
                  <a:moveTo>
                    <a:pt x="103156" y="242030"/>
                  </a:moveTo>
                  <a:lnTo>
                    <a:pt x="89630" y="255556"/>
                  </a:lnTo>
                  <a:lnTo>
                    <a:pt x="76200" y="242030"/>
                  </a:lnTo>
                  <a:lnTo>
                    <a:pt x="62770" y="255556"/>
                  </a:lnTo>
                  <a:lnTo>
                    <a:pt x="49244" y="242030"/>
                  </a:lnTo>
                  <a:lnTo>
                    <a:pt x="62770" y="228600"/>
                  </a:lnTo>
                  <a:lnTo>
                    <a:pt x="49244" y="215170"/>
                  </a:lnTo>
                  <a:lnTo>
                    <a:pt x="62770" y="201644"/>
                  </a:lnTo>
                  <a:lnTo>
                    <a:pt x="76200" y="215170"/>
                  </a:lnTo>
                  <a:lnTo>
                    <a:pt x="89630" y="201644"/>
                  </a:lnTo>
                  <a:lnTo>
                    <a:pt x="103156" y="215170"/>
                  </a:lnTo>
                  <a:lnTo>
                    <a:pt x="89630" y="228600"/>
                  </a:lnTo>
                  <a:close/>
                  <a:moveTo>
                    <a:pt x="84106" y="177165"/>
                  </a:moveTo>
                  <a:cubicBezTo>
                    <a:pt x="82452" y="179385"/>
                    <a:pt x="79914" y="180776"/>
                    <a:pt x="77153" y="180975"/>
                  </a:cubicBezTo>
                  <a:lnTo>
                    <a:pt x="76200" y="180975"/>
                  </a:lnTo>
                  <a:cubicBezTo>
                    <a:pt x="73668" y="180990"/>
                    <a:pt x="71235" y="179996"/>
                    <a:pt x="69437" y="178213"/>
                  </a:cubicBezTo>
                  <a:lnTo>
                    <a:pt x="50387" y="159163"/>
                  </a:lnTo>
                  <a:lnTo>
                    <a:pt x="63913" y="145637"/>
                  </a:lnTo>
                  <a:lnTo>
                    <a:pt x="75152" y="156972"/>
                  </a:lnTo>
                  <a:lnTo>
                    <a:pt x="97155" y="127635"/>
                  </a:lnTo>
                  <a:lnTo>
                    <a:pt x="112395" y="139065"/>
                  </a:lnTo>
                  <a:close/>
                  <a:moveTo>
                    <a:pt x="84106" y="100965"/>
                  </a:moveTo>
                  <a:cubicBezTo>
                    <a:pt x="82452" y="103185"/>
                    <a:pt x="79914" y="104576"/>
                    <a:pt x="77153" y="104775"/>
                  </a:cubicBezTo>
                  <a:lnTo>
                    <a:pt x="76200" y="104775"/>
                  </a:lnTo>
                  <a:cubicBezTo>
                    <a:pt x="73668" y="104790"/>
                    <a:pt x="71235" y="103796"/>
                    <a:pt x="69437" y="102013"/>
                  </a:cubicBezTo>
                  <a:lnTo>
                    <a:pt x="50387" y="82963"/>
                  </a:lnTo>
                  <a:lnTo>
                    <a:pt x="63913" y="69437"/>
                  </a:lnTo>
                  <a:lnTo>
                    <a:pt x="75152" y="80772"/>
                  </a:lnTo>
                  <a:lnTo>
                    <a:pt x="97155" y="51435"/>
                  </a:lnTo>
                  <a:lnTo>
                    <a:pt x="112395" y="62865"/>
                  </a:lnTo>
                  <a:close/>
                  <a:moveTo>
                    <a:pt x="209550" y="257175"/>
                  </a:moveTo>
                  <a:lnTo>
                    <a:pt x="133350" y="257175"/>
                  </a:lnTo>
                  <a:lnTo>
                    <a:pt x="133350" y="238125"/>
                  </a:lnTo>
                  <a:lnTo>
                    <a:pt x="209550" y="238125"/>
                  </a:lnTo>
                  <a:close/>
                  <a:moveTo>
                    <a:pt x="257175" y="219075"/>
                  </a:moveTo>
                  <a:lnTo>
                    <a:pt x="133350" y="219075"/>
                  </a:lnTo>
                  <a:lnTo>
                    <a:pt x="133350" y="200025"/>
                  </a:lnTo>
                  <a:lnTo>
                    <a:pt x="257175" y="200025"/>
                  </a:lnTo>
                  <a:close/>
                  <a:moveTo>
                    <a:pt x="257175" y="180975"/>
                  </a:moveTo>
                  <a:lnTo>
                    <a:pt x="133350" y="180975"/>
                  </a:lnTo>
                  <a:lnTo>
                    <a:pt x="133350" y="161925"/>
                  </a:lnTo>
                  <a:lnTo>
                    <a:pt x="257175" y="161925"/>
                  </a:lnTo>
                  <a:close/>
                  <a:moveTo>
                    <a:pt x="257175" y="142875"/>
                  </a:moveTo>
                  <a:lnTo>
                    <a:pt x="133350" y="142875"/>
                  </a:lnTo>
                  <a:lnTo>
                    <a:pt x="133350" y="123825"/>
                  </a:lnTo>
                  <a:lnTo>
                    <a:pt x="257175" y="123825"/>
                  </a:lnTo>
                  <a:close/>
                  <a:moveTo>
                    <a:pt x="257175" y="104775"/>
                  </a:moveTo>
                  <a:lnTo>
                    <a:pt x="133350" y="104775"/>
                  </a:lnTo>
                  <a:lnTo>
                    <a:pt x="133350" y="85725"/>
                  </a:lnTo>
                  <a:lnTo>
                    <a:pt x="257175" y="85725"/>
                  </a:lnTo>
                  <a:close/>
                  <a:moveTo>
                    <a:pt x="257175" y="66675"/>
                  </a:moveTo>
                  <a:lnTo>
                    <a:pt x="133350" y="66675"/>
                  </a:lnTo>
                  <a:lnTo>
                    <a:pt x="133350" y="47625"/>
                  </a:lnTo>
                  <a:lnTo>
                    <a:pt x="257175" y="47625"/>
                  </a:lnTo>
                  <a:close/>
                  <a:moveTo>
                    <a:pt x="295275" y="247650"/>
                  </a:moveTo>
                  <a:cubicBezTo>
                    <a:pt x="247930" y="247650"/>
                    <a:pt x="209550" y="286030"/>
                    <a:pt x="209550" y="333375"/>
                  </a:cubicBezTo>
                  <a:cubicBezTo>
                    <a:pt x="209550" y="380720"/>
                    <a:pt x="247930" y="419100"/>
                    <a:pt x="295275" y="419100"/>
                  </a:cubicBezTo>
                  <a:cubicBezTo>
                    <a:pt x="342620" y="419100"/>
                    <a:pt x="381000" y="380720"/>
                    <a:pt x="381000" y="333375"/>
                  </a:cubicBezTo>
                  <a:cubicBezTo>
                    <a:pt x="381000" y="286030"/>
                    <a:pt x="342620" y="247650"/>
                    <a:pt x="295275" y="247650"/>
                  </a:cubicBezTo>
                  <a:close/>
                  <a:moveTo>
                    <a:pt x="314325" y="295275"/>
                  </a:moveTo>
                  <a:lnTo>
                    <a:pt x="333375" y="295275"/>
                  </a:lnTo>
                  <a:lnTo>
                    <a:pt x="333375" y="314325"/>
                  </a:lnTo>
                  <a:lnTo>
                    <a:pt x="314325" y="314325"/>
                  </a:lnTo>
                  <a:close/>
                  <a:moveTo>
                    <a:pt x="257175" y="295275"/>
                  </a:moveTo>
                  <a:lnTo>
                    <a:pt x="276225" y="295275"/>
                  </a:lnTo>
                  <a:lnTo>
                    <a:pt x="276225" y="314325"/>
                  </a:lnTo>
                  <a:lnTo>
                    <a:pt x="257175" y="314325"/>
                  </a:lnTo>
                  <a:close/>
                  <a:moveTo>
                    <a:pt x="295275" y="381000"/>
                  </a:moveTo>
                  <a:cubicBezTo>
                    <a:pt x="268972" y="381000"/>
                    <a:pt x="247650" y="359678"/>
                    <a:pt x="247650" y="333375"/>
                  </a:cubicBezTo>
                  <a:lnTo>
                    <a:pt x="266700" y="333375"/>
                  </a:lnTo>
                  <a:cubicBezTo>
                    <a:pt x="266700" y="349157"/>
                    <a:pt x="279493" y="361950"/>
                    <a:pt x="295275" y="361950"/>
                  </a:cubicBezTo>
                  <a:cubicBezTo>
                    <a:pt x="311057" y="361950"/>
                    <a:pt x="323850" y="349157"/>
                    <a:pt x="323850" y="333375"/>
                  </a:cubicBezTo>
                  <a:lnTo>
                    <a:pt x="342900" y="333375"/>
                  </a:lnTo>
                  <a:cubicBezTo>
                    <a:pt x="342900" y="359678"/>
                    <a:pt x="321578" y="381000"/>
                    <a:pt x="295275" y="3810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56" name="Agrupar 155">
            <a:extLst>
              <a:ext uri="{FF2B5EF4-FFF2-40B4-BE49-F238E27FC236}">
                <a16:creationId xmlns:a16="http://schemas.microsoft.com/office/drawing/2014/main" id="{C0AFC8E3-C9C1-01AA-5149-3C8A31B5F85A}"/>
              </a:ext>
            </a:extLst>
          </p:cNvPr>
          <p:cNvGrpSpPr/>
          <p:nvPr/>
        </p:nvGrpSpPr>
        <p:grpSpPr>
          <a:xfrm>
            <a:off x="11129731" y="4073084"/>
            <a:ext cx="371393" cy="338553"/>
            <a:chOff x="11163802" y="4161712"/>
            <a:chExt cx="371393" cy="338553"/>
          </a:xfrm>
        </p:grpSpPr>
        <p:sp>
          <p:nvSpPr>
            <p:cNvPr id="112" name="Fluxograma: Conector 111">
              <a:extLst>
                <a:ext uri="{FF2B5EF4-FFF2-40B4-BE49-F238E27FC236}">
                  <a16:creationId xmlns:a16="http://schemas.microsoft.com/office/drawing/2014/main" id="{DDD3D6B1-9CDA-DCAF-4432-2AF41DD461FD}"/>
                </a:ext>
              </a:extLst>
            </p:cNvPr>
            <p:cNvSpPr/>
            <p:nvPr/>
          </p:nvSpPr>
          <p:spPr>
            <a:xfrm>
              <a:off x="11163802" y="4161712"/>
              <a:ext cx="371393" cy="338553"/>
            </a:xfrm>
            <a:prstGeom prst="flowChartConnector">
              <a:avLst/>
            </a:prstGeom>
            <a:solidFill>
              <a:srgbClr val="E4E5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3" name="Forma Livre: Forma 152">
              <a:extLst>
                <a:ext uri="{FF2B5EF4-FFF2-40B4-BE49-F238E27FC236}">
                  <a16:creationId xmlns:a16="http://schemas.microsoft.com/office/drawing/2014/main" id="{C428B0AC-0CF3-E7D8-428B-DF3FB10C034A}"/>
                </a:ext>
              </a:extLst>
            </p:cNvPr>
            <p:cNvSpPr/>
            <p:nvPr/>
          </p:nvSpPr>
          <p:spPr>
            <a:xfrm>
              <a:off x="11234816" y="4207334"/>
              <a:ext cx="229365" cy="247309"/>
            </a:xfrm>
            <a:custGeom>
              <a:avLst/>
              <a:gdLst>
                <a:gd name="connsiteX0" fmla="*/ 300742 w 773357"/>
                <a:gd name="connsiteY0" fmla="*/ 678 h 833861"/>
                <a:gd name="connsiteX1" fmla="*/ 70503 w 773357"/>
                <a:gd name="connsiteY1" fmla="*/ 94998 h 833861"/>
                <a:gd name="connsiteX2" fmla="*/ 5205 w 773357"/>
                <a:gd name="connsiteY2" fmla="*/ 335094 h 833861"/>
                <a:gd name="connsiteX3" fmla="*/ 155928 w 773357"/>
                <a:gd name="connsiteY3" fmla="*/ 533033 h 833861"/>
                <a:gd name="connsiteX4" fmla="*/ 404731 w 773357"/>
                <a:gd name="connsiteY4" fmla="*/ 533964 h 833861"/>
                <a:gd name="connsiteX5" fmla="*/ 556912 w 773357"/>
                <a:gd name="connsiteY5" fmla="*/ 337101 h 833861"/>
                <a:gd name="connsiteX6" fmla="*/ 493362 w 773357"/>
                <a:gd name="connsiteY6" fmla="*/ 96557 h 833861"/>
                <a:gd name="connsiteX7" fmla="*/ 300738 w 773357"/>
                <a:gd name="connsiteY7" fmla="*/ 678 h 833861"/>
                <a:gd name="connsiteX8" fmla="*/ 553716 w 773357"/>
                <a:gd name="connsiteY8" fmla="*/ 521315 h 833861"/>
                <a:gd name="connsiteX9" fmla="*/ 514946 w 773357"/>
                <a:gd name="connsiteY9" fmla="*/ 476741 h 833861"/>
                <a:gd name="connsiteX10" fmla="*/ 442691 w 773357"/>
                <a:gd name="connsiteY10" fmla="*/ 539584 h 833861"/>
                <a:gd name="connsiteX11" fmla="*/ 481460 w 773357"/>
                <a:gd name="connsiteY11" fmla="*/ 584158 h 833861"/>
                <a:gd name="connsiteX12" fmla="*/ 497311 w 773357"/>
                <a:gd name="connsiteY12" fmla="*/ 586725 h 833861"/>
                <a:gd name="connsiteX13" fmla="*/ 495711 w 773357"/>
                <a:gd name="connsiteY13" fmla="*/ 602687 h 833861"/>
                <a:gd name="connsiteX14" fmla="*/ 492847 w 773357"/>
                <a:gd name="connsiteY14" fmla="*/ 633903 h 833861"/>
                <a:gd name="connsiteX15" fmla="*/ 632111 w 773357"/>
                <a:gd name="connsiteY15" fmla="*/ 810525 h 833861"/>
                <a:gd name="connsiteX16" fmla="*/ 748231 w 773357"/>
                <a:gd name="connsiteY16" fmla="*/ 814321 h 833861"/>
                <a:gd name="connsiteX17" fmla="*/ 757198 w 773357"/>
                <a:gd name="connsiteY17" fmla="*/ 701659 h 833861"/>
                <a:gd name="connsiteX18" fmla="*/ 601445 w 773357"/>
                <a:gd name="connsiteY18" fmla="*/ 539401 h 833861"/>
                <a:gd name="connsiteX19" fmla="*/ 570116 w 773357"/>
                <a:gd name="connsiteY19" fmla="*/ 537949 h 833861"/>
                <a:gd name="connsiteX20" fmla="*/ 561074 w 773357"/>
                <a:gd name="connsiteY20" fmla="*/ 540777 h 833861"/>
                <a:gd name="connsiteX21" fmla="*/ 553708 w 773357"/>
                <a:gd name="connsiteY21" fmla="*/ 521318 h 833861"/>
                <a:gd name="connsiteX22" fmla="*/ 131568 w 773357"/>
                <a:gd name="connsiteY22" fmla="*/ 423017 h 833861"/>
                <a:gd name="connsiteX23" fmla="*/ 220679 w 773357"/>
                <a:gd name="connsiteY23" fmla="*/ 477153 h 833861"/>
                <a:gd name="connsiteX24" fmla="*/ 220679 w 773357"/>
                <a:gd name="connsiteY24" fmla="*/ 330297 h 833861"/>
                <a:gd name="connsiteX25" fmla="*/ 131568 w 773357"/>
                <a:gd name="connsiteY25" fmla="*/ 330297 h 833861"/>
                <a:gd name="connsiteX26" fmla="*/ 244116 w 773357"/>
                <a:gd name="connsiteY26" fmla="*/ 482734 h 833861"/>
                <a:gd name="connsiteX27" fmla="*/ 244116 w 773357"/>
                <a:gd name="connsiteY27" fmla="*/ 482697 h 833861"/>
                <a:gd name="connsiteX28" fmla="*/ 333152 w 773357"/>
                <a:gd name="connsiteY28" fmla="*/ 478752 h 833861"/>
                <a:gd name="connsiteX29" fmla="*/ 333152 w 773357"/>
                <a:gd name="connsiteY29" fmla="*/ 242970 h 833861"/>
                <a:gd name="connsiteX30" fmla="*/ 244116 w 773357"/>
                <a:gd name="connsiteY30" fmla="*/ 242970 h 833861"/>
                <a:gd name="connsiteX31" fmla="*/ 469144 w 773357"/>
                <a:gd name="connsiteY31" fmla="*/ 361100 h 833861"/>
                <a:gd name="connsiteX32" fmla="*/ 469144 w 773357"/>
                <a:gd name="connsiteY32" fmla="*/ 198136 h 833861"/>
                <a:gd name="connsiteX33" fmla="*/ 356596 w 773357"/>
                <a:gd name="connsiteY33" fmla="*/ 470932 h 833861"/>
                <a:gd name="connsiteX34" fmla="*/ 445707 w 773357"/>
                <a:gd name="connsiteY34" fmla="*/ 401987 h 833861"/>
                <a:gd name="connsiteX35" fmla="*/ 445707 w 773357"/>
                <a:gd name="connsiteY35" fmla="*/ 133468 h 833861"/>
                <a:gd name="connsiteX36" fmla="*/ 356596 w 773357"/>
                <a:gd name="connsiteY36" fmla="*/ 133468 h 833861"/>
                <a:gd name="connsiteX37" fmla="*/ 397040 w 773357"/>
                <a:gd name="connsiteY37" fmla="*/ 110021 h 833861"/>
                <a:gd name="connsiteX38" fmla="*/ 215694 w 773357"/>
                <a:gd name="connsiteY38" fmla="*/ 83678 h 833861"/>
                <a:gd name="connsiteX39" fmla="*/ 84982 w 773357"/>
                <a:gd name="connsiteY39" fmla="*/ 212075 h 833861"/>
                <a:gd name="connsiteX40" fmla="*/ 108125 w 773357"/>
                <a:gd name="connsiteY40" fmla="*/ 393869 h 833861"/>
                <a:gd name="connsiteX41" fmla="*/ 108125 w 773357"/>
                <a:gd name="connsiteY41" fmla="*/ 318563 h 833861"/>
                <a:gd name="connsiteX42" fmla="*/ 111586 w 773357"/>
                <a:gd name="connsiteY42" fmla="*/ 310266 h 833861"/>
                <a:gd name="connsiteX43" fmla="*/ 119846 w 773357"/>
                <a:gd name="connsiteY43" fmla="*/ 306842 h 833861"/>
                <a:gd name="connsiteX44" fmla="*/ 220677 w 773357"/>
                <a:gd name="connsiteY44" fmla="*/ 306842 h 833861"/>
                <a:gd name="connsiteX45" fmla="*/ 220677 w 773357"/>
                <a:gd name="connsiteY45" fmla="*/ 231238 h 833861"/>
                <a:gd name="connsiteX46" fmla="*/ 232398 w 773357"/>
                <a:gd name="connsiteY46" fmla="*/ 219517 h 833861"/>
                <a:gd name="connsiteX47" fmla="*/ 333153 w 773357"/>
                <a:gd name="connsiteY47" fmla="*/ 219517 h 833861"/>
                <a:gd name="connsiteX48" fmla="*/ 333153 w 773357"/>
                <a:gd name="connsiteY48" fmla="*/ 121733 h 833861"/>
                <a:gd name="connsiteX49" fmla="*/ 344874 w 773357"/>
                <a:gd name="connsiteY49" fmla="*/ 110013 h 833861"/>
                <a:gd name="connsiteX50" fmla="*/ 469147 w 773357"/>
                <a:gd name="connsiteY50" fmla="*/ 149944 h 833861"/>
                <a:gd name="connsiteX51" fmla="*/ 490243 w 773357"/>
                <a:gd name="connsiteY51" fmla="*/ 370400 h 833861"/>
                <a:gd name="connsiteX52" fmla="*/ 314964 w 773357"/>
                <a:gd name="connsiteY52" fmla="*/ 505798 h 833861"/>
                <a:gd name="connsiteX53" fmla="*/ 106976 w 773357"/>
                <a:gd name="connsiteY53" fmla="*/ 429635 h 833861"/>
                <a:gd name="connsiteX54" fmla="*/ 60579 w 773357"/>
                <a:gd name="connsiteY54" fmla="*/ 213055 h 833861"/>
                <a:gd name="connsiteX55" fmla="*/ 219085 w 773357"/>
                <a:gd name="connsiteY55" fmla="*/ 58388 h 833861"/>
                <a:gd name="connsiteX56" fmla="*/ 434435 w 773357"/>
                <a:gd name="connsiteY56" fmla="*/ 110032 h 833861"/>
                <a:gd name="connsiteX57" fmla="*/ 457430 w 773357"/>
                <a:gd name="connsiteY57" fmla="*/ 110032 h 833861"/>
                <a:gd name="connsiteX58" fmla="*/ 469150 w 773357"/>
                <a:gd name="connsiteY58" fmla="*/ 121752 h 833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773357" h="833861">
                  <a:moveTo>
                    <a:pt x="300742" y="678"/>
                  </a:moveTo>
                  <a:cubicBezTo>
                    <a:pt x="213491" y="-5386"/>
                    <a:pt x="128396" y="29476"/>
                    <a:pt x="70503" y="94998"/>
                  </a:cubicBezTo>
                  <a:cubicBezTo>
                    <a:pt x="12609" y="160519"/>
                    <a:pt x="-11538" y="249255"/>
                    <a:pt x="5205" y="335094"/>
                  </a:cubicBezTo>
                  <a:cubicBezTo>
                    <a:pt x="21948" y="420931"/>
                    <a:pt x="77647" y="494076"/>
                    <a:pt x="155928" y="533033"/>
                  </a:cubicBezTo>
                  <a:cubicBezTo>
                    <a:pt x="234210" y="571991"/>
                    <a:pt x="326188" y="572324"/>
                    <a:pt x="404731" y="533964"/>
                  </a:cubicBezTo>
                  <a:cubicBezTo>
                    <a:pt x="483312" y="495567"/>
                    <a:pt x="539529" y="422788"/>
                    <a:pt x="556912" y="337101"/>
                  </a:cubicBezTo>
                  <a:cubicBezTo>
                    <a:pt x="574287" y="251413"/>
                    <a:pt x="550810" y="162489"/>
                    <a:pt x="493362" y="96557"/>
                  </a:cubicBezTo>
                  <a:cubicBezTo>
                    <a:pt x="444472" y="40225"/>
                    <a:pt x="375157" y="5734"/>
                    <a:pt x="300738" y="678"/>
                  </a:cubicBezTo>
                  <a:close/>
                  <a:moveTo>
                    <a:pt x="553716" y="521315"/>
                  </a:moveTo>
                  <a:lnTo>
                    <a:pt x="514946" y="476741"/>
                  </a:lnTo>
                  <a:cubicBezTo>
                    <a:pt x="494296" y="501334"/>
                    <a:pt x="469926" y="522543"/>
                    <a:pt x="442691" y="539584"/>
                  </a:cubicBezTo>
                  <a:lnTo>
                    <a:pt x="481460" y="584158"/>
                  </a:lnTo>
                  <a:cubicBezTo>
                    <a:pt x="486595" y="580697"/>
                    <a:pt x="493552" y="581814"/>
                    <a:pt x="497311" y="586725"/>
                  </a:cubicBezTo>
                  <a:cubicBezTo>
                    <a:pt x="501069" y="591600"/>
                    <a:pt x="500399" y="598594"/>
                    <a:pt x="495711" y="602687"/>
                  </a:cubicBezTo>
                  <a:cubicBezTo>
                    <a:pt x="486558" y="610613"/>
                    <a:pt x="485292" y="624415"/>
                    <a:pt x="492847" y="633903"/>
                  </a:cubicBezTo>
                  <a:lnTo>
                    <a:pt x="632111" y="810525"/>
                  </a:lnTo>
                  <a:cubicBezTo>
                    <a:pt x="658490" y="843974"/>
                    <a:pt x="723566" y="838021"/>
                    <a:pt x="748231" y="814321"/>
                  </a:cubicBezTo>
                  <a:cubicBezTo>
                    <a:pt x="773048" y="790508"/>
                    <a:pt x="785363" y="730977"/>
                    <a:pt x="757198" y="701659"/>
                  </a:cubicBezTo>
                  <a:lnTo>
                    <a:pt x="601445" y="539401"/>
                  </a:lnTo>
                  <a:cubicBezTo>
                    <a:pt x="593073" y="530620"/>
                    <a:pt x="579270" y="529987"/>
                    <a:pt x="570116" y="537949"/>
                  </a:cubicBezTo>
                  <a:cubicBezTo>
                    <a:pt x="567586" y="540033"/>
                    <a:pt x="564349" y="541037"/>
                    <a:pt x="561074" y="540777"/>
                  </a:cubicBezTo>
                  <a:cubicBezTo>
                    <a:pt x="553298" y="536982"/>
                    <a:pt x="545447" y="530583"/>
                    <a:pt x="553708" y="521318"/>
                  </a:cubicBezTo>
                  <a:close/>
                  <a:moveTo>
                    <a:pt x="131568" y="423017"/>
                  </a:moveTo>
                  <a:cubicBezTo>
                    <a:pt x="156087" y="448429"/>
                    <a:pt x="186784" y="467107"/>
                    <a:pt x="220679" y="477153"/>
                  </a:cubicBezTo>
                  <a:lnTo>
                    <a:pt x="220679" y="330297"/>
                  </a:lnTo>
                  <a:lnTo>
                    <a:pt x="131568" y="330297"/>
                  </a:lnTo>
                  <a:close/>
                  <a:moveTo>
                    <a:pt x="244116" y="482734"/>
                  </a:moveTo>
                  <a:lnTo>
                    <a:pt x="244116" y="482697"/>
                  </a:lnTo>
                  <a:cubicBezTo>
                    <a:pt x="273733" y="487869"/>
                    <a:pt x="304093" y="486529"/>
                    <a:pt x="333152" y="478752"/>
                  </a:cubicBezTo>
                  <a:lnTo>
                    <a:pt x="333152" y="242970"/>
                  </a:lnTo>
                  <a:lnTo>
                    <a:pt x="244116" y="242970"/>
                  </a:lnTo>
                  <a:close/>
                  <a:moveTo>
                    <a:pt x="469144" y="361100"/>
                  </a:moveTo>
                  <a:cubicBezTo>
                    <a:pt x="491393" y="309047"/>
                    <a:pt x="491393" y="250181"/>
                    <a:pt x="469144" y="198136"/>
                  </a:cubicBezTo>
                  <a:close/>
                  <a:moveTo>
                    <a:pt x="356596" y="470932"/>
                  </a:moveTo>
                  <a:cubicBezTo>
                    <a:pt x="392092" y="456571"/>
                    <a:pt x="422899" y="432721"/>
                    <a:pt x="445707" y="401987"/>
                  </a:cubicBezTo>
                  <a:lnTo>
                    <a:pt x="445707" y="133468"/>
                  </a:lnTo>
                  <a:lnTo>
                    <a:pt x="356596" y="133468"/>
                  </a:lnTo>
                  <a:close/>
                  <a:moveTo>
                    <a:pt x="397040" y="110021"/>
                  </a:moveTo>
                  <a:cubicBezTo>
                    <a:pt x="344020" y="73371"/>
                    <a:pt x="276940" y="63623"/>
                    <a:pt x="215694" y="83678"/>
                  </a:cubicBezTo>
                  <a:cubicBezTo>
                    <a:pt x="154451" y="103696"/>
                    <a:pt x="106118" y="151209"/>
                    <a:pt x="84982" y="212075"/>
                  </a:cubicBezTo>
                  <a:cubicBezTo>
                    <a:pt x="63886" y="272983"/>
                    <a:pt x="72444" y="340215"/>
                    <a:pt x="108125" y="393869"/>
                  </a:cubicBezTo>
                  <a:lnTo>
                    <a:pt x="108125" y="318563"/>
                  </a:lnTo>
                  <a:cubicBezTo>
                    <a:pt x="108125" y="315475"/>
                    <a:pt x="109353" y="312498"/>
                    <a:pt x="111586" y="310266"/>
                  </a:cubicBezTo>
                  <a:cubicBezTo>
                    <a:pt x="113781" y="308070"/>
                    <a:pt x="116758" y="306842"/>
                    <a:pt x="119846" y="306842"/>
                  </a:cubicBezTo>
                  <a:lnTo>
                    <a:pt x="220677" y="306842"/>
                  </a:lnTo>
                  <a:lnTo>
                    <a:pt x="220677" y="231238"/>
                  </a:lnTo>
                  <a:cubicBezTo>
                    <a:pt x="220677" y="224763"/>
                    <a:pt x="225924" y="219517"/>
                    <a:pt x="232398" y="219517"/>
                  </a:cubicBezTo>
                  <a:lnTo>
                    <a:pt x="333153" y="219517"/>
                  </a:lnTo>
                  <a:lnTo>
                    <a:pt x="333153" y="121733"/>
                  </a:lnTo>
                  <a:cubicBezTo>
                    <a:pt x="333153" y="115259"/>
                    <a:pt x="338399" y="110013"/>
                    <a:pt x="344874" y="110013"/>
                  </a:cubicBezTo>
                  <a:close/>
                  <a:moveTo>
                    <a:pt x="469147" y="149944"/>
                  </a:moveTo>
                  <a:cubicBezTo>
                    <a:pt x="513573" y="214907"/>
                    <a:pt x="521535" y="298172"/>
                    <a:pt x="490243" y="370400"/>
                  </a:cubicBezTo>
                  <a:cubicBezTo>
                    <a:pt x="458952" y="442655"/>
                    <a:pt x="392765" y="493777"/>
                    <a:pt x="314964" y="505798"/>
                  </a:cubicBezTo>
                  <a:cubicBezTo>
                    <a:pt x="237164" y="517818"/>
                    <a:pt x="158621" y="489055"/>
                    <a:pt x="106976" y="429635"/>
                  </a:cubicBezTo>
                  <a:cubicBezTo>
                    <a:pt x="55333" y="370215"/>
                    <a:pt x="37809" y="288436"/>
                    <a:pt x="60579" y="213055"/>
                  </a:cubicBezTo>
                  <a:cubicBezTo>
                    <a:pt x="83350" y="137711"/>
                    <a:pt x="143179" y="79296"/>
                    <a:pt x="219085" y="58388"/>
                  </a:cubicBezTo>
                  <a:cubicBezTo>
                    <a:pt x="294988" y="37441"/>
                    <a:pt x="376285" y="56975"/>
                    <a:pt x="434435" y="110032"/>
                  </a:cubicBezTo>
                  <a:lnTo>
                    <a:pt x="457430" y="110032"/>
                  </a:lnTo>
                  <a:cubicBezTo>
                    <a:pt x="463904" y="110032"/>
                    <a:pt x="469113" y="115278"/>
                    <a:pt x="469150" y="12175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07D84240-4336-D897-6A52-D89E6C044DEA}"/>
              </a:ext>
            </a:extLst>
          </p:cNvPr>
          <p:cNvGrpSpPr/>
          <p:nvPr/>
        </p:nvGrpSpPr>
        <p:grpSpPr>
          <a:xfrm>
            <a:off x="5689844" y="5520771"/>
            <a:ext cx="5962250" cy="394754"/>
            <a:chOff x="5689844" y="5520771"/>
            <a:chExt cx="5962250" cy="394754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F2288655-CFD4-F1AA-EE8E-623F3A47EA0D}"/>
                </a:ext>
              </a:extLst>
            </p:cNvPr>
            <p:cNvSpPr/>
            <p:nvPr/>
          </p:nvSpPr>
          <p:spPr>
            <a:xfrm>
              <a:off x="5689844" y="5520771"/>
              <a:ext cx="5962250" cy="394754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86570DE-CE54-3A3E-9F9A-B2AD51840E94}"/>
                </a:ext>
              </a:extLst>
            </p:cNvPr>
            <p:cNvSpPr txBox="1"/>
            <p:nvPr/>
          </p:nvSpPr>
          <p:spPr>
            <a:xfrm>
              <a:off x="6045200" y="5595038"/>
              <a:ext cx="56068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000" dirty="0">
                  <a:solidFill>
                    <a:schemeClr val="bg1">
                      <a:lumMod val="50000"/>
                    </a:schemeClr>
                  </a:solidFill>
                </a:rPr>
                <a:t>Solução desenhada para ser escalável, modular e de fácil integração tecnológica.</a:t>
              </a:r>
            </a:p>
          </p:txBody>
        </p:sp>
      </p:grpSp>
      <p:grpSp>
        <p:nvGrpSpPr>
          <p:cNvPr id="168" name="Agrupar 167">
            <a:extLst>
              <a:ext uri="{FF2B5EF4-FFF2-40B4-BE49-F238E27FC236}">
                <a16:creationId xmlns:a16="http://schemas.microsoft.com/office/drawing/2014/main" id="{5B52C5E1-123B-2C7A-AFFE-E441C162B99C}"/>
              </a:ext>
            </a:extLst>
          </p:cNvPr>
          <p:cNvGrpSpPr/>
          <p:nvPr/>
        </p:nvGrpSpPr>
        <p:grpSpPr>
          <a:xfrm>
            <a:off x="5825859" y="5619561"/>
            <a:ext cx="197176" cy="197175"/>
            <a:chOff x="9929970" y="247487"/>
            <a:chExt cx="571502" cy="571499"/>
          </a:xfrm>
          <a:solidFill>
            <a:srgbClr val="1ABC85"/>
          </a:solidFill>
        </p:grpSpPr>
        <p:sp>
          <p:nvSpPr>
            <p:cNvPr id="160" name="Forma Livre: Forma 159">
              <a:extLst>
                <a:ext uri="{FF2B5EF4-FFF2-40B4-BE49-F238E27FC236}">
                  <a16:creationId xmlns:a16="http://schemas.microsoft.com/office/drawing/2014/main" id="{6E8C3229-71BF-BC92-FFEC-0C41A9B700D8}"/>
                </a:ext>
              </a:extLst>
            </p:cNvPr>
            <p:cNvSpPr/>
            <p:nvPr/>
          </p:nvSpPr>
          <p:spPr>
            <a:xfrm>
              <a:off x="9929970" y="330169"/>
              <a:ext cx="246613" cy="156086"/>
            </a:xfrm>
            <a:custGeom>
              <a:avLst/>
              <a:gdLst>
                <a:gd name="connsiteX0" fmla="*/ 4097 w 246613"/>
                <a:gd name="connsiteY0" fmla="*/ 156086 h 156086"/>
                <a:gd name="connsiteX1" fmla="*/ 116016 w 246613"/>
                <a:gd name="connsiteY1" fmla="*/ 156086 h 156086"/>
                <a:gd name="connsiteX2" fmla="*/ 246614 w 246613"/>
                <a:gd name="connsiteY2" fmla="*/ 0 h 156086"/>
                <a:gd name="connsiteX3" fmla="*/ 159140 w 246613"/>
                <a:gd name="connsiteY3" fmla="*/ 0 h 156086"/>
                <a:gd name="connsiteX4" fmla="*/ 144741 w 246613"/>
                <a:gd name="connsiteY4" fmla="*/ 5953 h 156086"/>
                <a:gd name="connsiteX5" fmla="*/ 1199 w 246613"/>
                <a:gd name="connsiteY5" fmla="*/ 149085 h 156086"/>
                <a:gd name="connsiteX6" fmla="*/ 1199 w 246613"/>
                <a:gd name="connsiteY6" fmla="*/ 149123 h 156086"/>
                <a:gd name="connsiteX7" fmla="*/ 306 w 246613"/>
                <a:gd name="connsiteY7" fmla="*/ 153550 h 156086"/>
                <a:gd name="connsiteX8" fmla="*/ 4101 w 246613"/>
                <a:gd name="connsiteY8" fmla="*/ 156080 h 156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6613" h="156086">
                  <a:moveTo>
                    <a:pt x="4097" y="156086"/>
                  </a:moveTo>
                  <a:lnTo>
                    <a:pt x="116016" y="156086"/>
                  </a:lnTo>
                  <a:cubicBezTo>
                    <a:pt x="150804" y="97336"/>
                    <a:pt x="194895" y="44615"/>
                    <a:pt x="246614" y="0"/>
                  </a:cubicBezTo>
                  <a:lnTo>
                    <a:pt x="159140" y="0"/>
                  </a:lnTo>
                  <a:cubicBezTo>
                    <a:pt x="153745" y="0"/>
                    <a:pt x="148573" y="2158"/>
                    <a:pt x="144741" y="5953"/>
                  </a:cubicBezTo>
                  <a:lnTo>
                    <a:pt x="1199" y="149085"/>
                  </a:lnTo>
                  <a:lnTo>
                    <a:pt x="1199" y="149123"/>
                  </a:lnTo>
                  <a:cubicBezTo>
                    <a:pt x="46" y="150276"/>
                    <a:pt x="-326" y="152025"/>
                    <a:pt x="306" y="153550"/>
                  </a:cubicBezTo>
                  <a:cubicBezTo>
                    <a:pt x="939" y="155076"/>
                    <a:pt x="2427" y="156080"/>
                    <a:pt x="4101" y="1560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1" name="Forma Livre: Forma 160">
              <a:extLst>
                <a:ext uri="{FF2B5EF4-FFF2-40B4-BE49-F238E27FC236}">
                  <a16:creationId xmlns:a16="http://schemas.microsoft.com/office/drawing/2014/main" id="{5EAD09BD-A4D9-D33B-8F65-5DA689710F41}"/>
                </a:ext>
              </a:extLst>
            </p:cNvPr>
            <p:cNvSpPr/>
            <p:nvPr/>
          </p:nvSpPr>
          <p:spPr>
            <a:xfrm>
              <a:off x="10263679" y="572768"/>
              <a:ext cx="156495" cy="246218"/>
            </a:xfrm>
            <a:custGeom>
              <a:avLst/>
              <a:gdLst>
                <a:gd name="connsiteX0" fmla="*/ 6964 w 156495"/>
                <a:gd name="connsiteY0" fmla="*/ 245043 h 246218"/>
                <a:gd name="connsiteX1" fmla="*/ 150505 w 156495"/>
                <a:gd name="connsiteY1" fmla="*/ 101873 h 246218"/>
                <a:gd name="connsiteX2" fmla="*/ 156496 w 156495"/>
                <a:gd name="connsiteY2" fmla="*/ 87437 h 246218"/>
                <a:gd name="connsiteX3" fmla="*/ 156496 w 156495"/>
                <a:gd name="connsiteY3" fmla="*/ 0 h 246218"/>
                <a:gd name="connsiteX4" fmla="*/ 0 w 156495"/>
                <a:gd name="connsiteY4" fmla="*/ 130597 h 246218"/>
                <a:gd name="connsiteX5" fmla="*/ 0 w 156495"/>
                <a:gd name="connsiteY5" fmla="*/ 242145 h 246218"/>
                <a:gd name="connsiteX6" fmla="*/ 2530 w 156495"/>
                <a:gd name="connsiteY6" fmla="*/ 245902 h 246218"/>
                <a:gd name="connsiteX7" fmla="*/ 6958 w 156495"/>
                <a:gd name="connsiteY7" fmla="*/ 245047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6495" h="246218">
                  <a:moveTo>
                    <a:pt x="6964" y="245043"/>
                  </a:moveTo>
                  <a:lnTo>
                    <a:pt x="150505" y="101873"/>
                  </a:lnTo>
                  <a:cubicBezTo>
                    <a:pt x="154338" y="98040"/>
                    <a:pt x="156496" y="92869"/>
                    <a:pt x="156496" y="87437"/>
                  </a:cubicBezTo>
                  <a:lnTo>
                    <a:pt x="156496" y="0"/>
                  </a:lnTo>
                  <a:cubicBezTo>
                    <a:pt x="111884" y="51866"/>
                    <a:pt x="59017" y="95993"/>
                    <a:pt x="0" y="130597"/>
                  </a:cubicBezTo>
                  <a:lnTo>
                    <a:pt x="0" y="242145"/>
                  </a:lnTo>
                  <a:cubicBezTo>
                    <a:pt x="0" y="243782"/>
                    <a:pt x="1005" y="245270"/>
                    <a:pt x="2530" y="245902"/>
                  </a:cubicBezTo>
                  <a:cubicBezTo>
                    <a:pt x="4056" y="246535"/>
                    <a:pt x="5804" y="246200"/>
                    <a:pt x="6958" y="2450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2" name="Forma Livre: Forma 161">
              <a:extLst>
                <a:ext uri="{FF2B5EF4-FFF2-40B4-BE49-F238E27FC236}">
                  <a16:creationId xmlns:a16="http://schemas.microsoft.com/office/drawing/2014/main" id="{61E47212-CEC0-BAE4-6AD4-36F81DAD95A5}"/>
                </a:ext>
              </a:extLst>
            </p:cNvPr>
            <p:cNvSpPr/>
            <p:nvPr/>
          </p:nvSpPr>
          <p:spPr>
            <a:xfrm>
              <a:off x="10032204" y="247487"/>
              <a:ext cx="469268" cy="469474"/>
            </a:xfrm>
            <a:custGeom>
              <a:avLst/>
              <a:gdLst>
                <a:gd name="connsiteX0" fmla="*/ 468744 w 469268"/>
                <a:gd name="connsiteY0" fmla="*/ 17388 h 469474"/>
                <a:gd name="connsiteX1" fmla="*/ 463795 w 469268"/>
                <a:gd name="connsiteY1" fmla="*/ 5296 h 469474"/>
                <a:gd name="connsiteX2" fmla="*/ 451629 w 469268"/>
                <a:gd name="connsiteY2" fmla="*/ 459 h 469474"/>
                <a:gd name="connsiteX3" fmla="*/ 25385 w 469268"/>
                <a:gd name="connsiteY3" fmla="*/ 258787 h 469474"/>
                <a:gd name="connsiteX4" fmla="*/ 25385 w 469268"/>
                <a:gd name="connsiteY4" fmla="*/ 259196 h 469474"/>
                <a:gd name="connsiteX5" fmla="*/ 25199 w 469268"/>
                <a:gd name="connsiteY5" fmla="*/ 259196 h 469474"/>
                <a:gd name="connsiteX6" fmla="*/ 2280 w 469268"/>
                <a:gd name="connsiteY6" fmla="*/ 300310 h 469474"/>
                <a:gd name="connsiteX7" fmla="*/ 2317 w 469268"/>
                <a:gd name="connsiteY7" fmla="*/ 300273 h 469474"/>
                <a:gd name="connsiteX8" fmla="*/ 6001 w 469268"/>
                <a:gd name="connsiteY8" fmla="*/ 324234 h 469474"/>
                <a:gd name="connsiteX9" fmla="*/ 145637 w 469268"/>
                <a:gd name="connsiteY9" fmla="*/ 463537 h 469474"/>
                <a:gd name="connsiteX10" fmla="*/ 145637 w 469268"/>
                <a:gd name="connsiteY10" fmla="*/ 463500 h 469474"/>
                <a:gd name="connsiteX11" fmla="*/ 169487 w 469268"/>
                <a:gd name="connsiteY11" fmla="*/ 467183 h 469474"/>
                <a:gd name="connsiteX12" fmla="*/ 211047 w 469268"/>
                <a:gd name="connsiteY12" fmla="*/ 444413 h 469474"/>
                <a:gd name="connsiteX13" fmla="*/ 211047 w 469268"/>
                <a:gd name="connsiteY13" fmla="*/ 444227 h 469474"/>
                <a:gd name="connsiteX14" fmla="*/ 211457 w 469268"/>
                <a:gd name="connsiteY14" fmla="*/ 444227 h 469474"/>
                <a:gd name="connsiteX15" fmla="*/ 468746 w 469268"/>
                <a:gd name="connsiteY15" fmla="*/ 17392 h 469474"/>
                <a:gd name="connsiteX16" fmla="*/ 306152 w 469268"/>
                <a:gd name="connsiteY16" fmla="*/ 255704 h 469474"/>
                <a:gd name="connsiteX17" fmla="*/ 214325 w 469268"/>
                <a:gd name="connsiteY17" fmla="*/ 255704 h 469474"/>
                <a:gd name="connsiteX18" fmla="*/ 200373 w 469268"/>
                <a:gd name="connsiteY18" fmla="*/ 185160 h 469474"/>
                <a:gd name="connsiteX19" fmla="*/ 260240 w 469268"/>
                <a:gd name="connsiteY19" fmla="*/ 145348 h 469474"/>
                <a:gd name="connsiteX20" fmla="*/ 306153 w 469268"/>
                <a:gd name="connsiteY20" fmla="*/ 164324 h 469474"/>
                <a:gd name="connsiteX21" fmla="*/ 325129 w 469268"/>
                <a:gd name="connsiteY21" fmla="*/ 210014 h 469474"/>
                <a:gd name="connsiteX22" fmla="*/ 306153 w 469268"/>
                <a:gd name="connsiteY22" fmla="*/ 255705 h 469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69268" h="469474">
                  <a:moveTo>
                    <a:pt x="468744" y="17388"/>
                  </a:moveTo>
                  <a:cubicBezTo>
                    <a:pt x="468818" y="12849"/>
                    <a:pt x="467032" y="8496"/>
                    <a:pt x="463795" y="5296"/>
                  </a:cubicBezTo>
                  <a:cubicBezTo>
                    <a:pt x="460558" y="2096"/>
                    <a:pt x="456168" y="348"/>
                    <a:pt x="451629" y="459"/>
                  </a:cubicBezTo>
                  <a:cubicBezTo>
                    <a:pt x="383279" y="-1587"/>
                    <a:pt x="183738" y="-7689"/>
                    <a:pt x="25385" y="258787"/>
                  </a:cubicBezTo>
                  <a:lnTo>
                    <a:pt x="25385" y="259196"/>
                  </a:lnTo>
                  <a:lnTo>
                    <a:pt x="25199" y="259196"/>
                  </a:lnTo>
                  <a:cubicBezTo>
                    <a:pt x="17534" y="272181"/>
                    <a:pt x="9907" y="285874"/>
                    <a:pt x="2280" y="300310"/>
                  </a:cubicBezTo>
                  <a:lnTo>
                    <a:pt x="2317" y="300273"/>
                  </a:lnTo>
                  <a:cubicBezTo>
                    <a:pt x="-1813" y="308235"/>
                    <a:pt x="-324" y="317909"/>
                    <a:pt x="6001" y="324234"/>
                  </a:cubicBezTo>
                  <a:lnTo>
                    <a:pt x="145637" y="463537"/>
                  </a:lnTo>
                  <a:lnTo>
                    <a:pt x="145637" y="463500"/>
                  </a:lnTo>
                  <a:cubicBezTo>
                    <a:pt x="151962" y="469788"/>
                    <a:pt x="161599" y="471276"/>
                    <a:pt x="169487" y="467183"/>
                  </a:cubicBezTo>
                  <a:cubicBezTo>
                    <a:pt x="183960" y="459667"/>
                    <a:pt x="197765" y="452115"/>
                    <a:pt x="211047" y="444413"/>
                  </a:cubicBezTo>
                  <a:lnTo>
                    <a:pt x="211047" y="444227"/>
                  </a:lnTo>
                  <a:lnTo>
                    <a:pt x="211457" y="444227"/>
                  </a:lnTo>
                  <a:cubicBezTo>
                    <a:pt x="477118" y="288140"/>
                    <a:pt x="471013" y="86782"/>
                    <a:pt x="468746" y="17392"/>
                  </a:cubicBezTo>
                  <a:close/>
                  <a:moveTo>
                    <a:pt x="306152" y="255704"/>
                  </a:moveTo>
                  <a:cubicBezTo>
                    <a:pt x="280776" y="281004"/>
                    <a:pt x="239700" y="281004"/>
                    <a:pt x="214325" y="255704"/>
                  </a:cubicBezTo>
                  <a:cubicBezTo>
                    <a:pt x="195833" y="237175"/>
                    <a:pt x="190327" y="209343"/>
                    <a:pt x="200373" y="185160"/>
                  </a:cubicBezTo>
                  <a:cubicBezTo>
                    <a:pt x="210419" y="161012"/>
                    <a:pt x="234083" y="145274"/>
                    <a:pt x="260240" y="145348"/>
                  </a:cubicBezTo>
                  <a:cubicBezTo>
                    <a:pt x="277467" y="145311"/>
                    <a:pt x="293987" y="152157"/>
                    <a:pt x="306153" y="164324"/>
                  </a:cubicBezTo>
                  <a:cubicBezTo>
                    <a:pt x="318282" y="176416"/>
                    <a:pt x="325129" y="192861"/>
                    <a:pt x="325129" y="210014"/>
                  </a:cubicBezTo>
                  <a:cubicBezTo>
                    <a:pt x="325129" y="227167"/>
                    <a:pt x="318283" y="243612"/>
                    <a:pt x="306153" y="2557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3" name="Forma Livre: Forma 162">
              <a:extLst>
                <a:ext uri="{FF2B5EF4-FFF2-40B4-BE49-F238E27FC236}">
                  <a16:creationId xmlns:a16="http://schemas.microsoft.com/office/drawing/2014/main" id="{C3146730-06B4-DC54-942F-C6AA68D2F532}"/>
                </a:ext>
              </a:extLst>
            </p:cNvPr>
            <p:cNvSpPr/>
            <p:nvPr/>
          </p:nvSpPr>
          <p:spPr>
            <a:xfrm>
              <a:off x="9962965" y="677494"/>
              <a:ext cx="108881" cy="108662"/>
            </a:xfrm>
            <a:custGeom>
              <a:avLst/>
              <a:gdLst>
                <a:gd name="connsiteX0" fmla="*/ 91460 w 108881"/>
                <a:gd name="connsiteY0" fmla="*/ 2986 h 108662"/>
                <a:gd name="connsiteX1" fmla="*/ 3018 w 108881"/>
                <a:gd name="connsiteY1" fmla="*/ 91240 h 108662"/>
                <a:gd name="connsiteX2" fmla="*/ 2981 w 108881"/>
                <a:gd name="connsiteY2" fmla="*/ 105677 h 108662"/>
                <a:gd name="connsiteX3" fmla="*/ 17417 w 108881"/>
                <a:gd name="connsiteY3" fmla="*/ 105677 h 108662"/>
                <a:gd name="connsiteX4" fmla="*/ 105896 w 108881"/>
                <a:gd name="connsiteY4" fmla="*/ 17422 h 108662"/>
                <a:gd name="connsiteX5" fmla="*/ 105896 w 108881"/>
                <a:gd name="connsiteY5" fmla="*/ 2986 h 108662"/>
                <a:gd name="connsiteX6" fmla="*/ 91460 w 108881"/>
                <a:gd name="connsiteY6" fmla="*/ 2986 h 108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881" h="108662">
                  <a:moveTo>
                    <a:pt x="91460" y="2986"/>
                  </a:moveTo>
                  <a:lnTo>
                    <a:pt x="3018" y="91240"/>
                  </a:lnTo>
                  <a:cubicBezTo>
                    <a:pt x="-1000" y="95222"/>
                    <a:pt x="-1000" y="101696"/>
                    <a:pt x="2981" y="105677"/>
                  </a:cubicBezTo>
                  <a:cubicBezTo>
                    <a:pt x="6962" y="109658"/>
                    <a:pt x="13437" y="109658"/>
                    <a:pt x="17417" y="105677"/>
                  </a:cubicBezTo>
                  <a:lnTo>
                    <a:pt x="105896" y="17422"/>
                  </a:lnTo>
                  <a:cubicBezTo>
                    <a:pt x="109877" y="13441"/>
                    <a:pt x="109877" y="6966"/>
                    <a:pt x="105896" y="2986"/>
                  </a:cubicBezTo>
                  <a:cubicBezTo>
                    <a:pt x="101915" y="-995"/>
                    <a:pt x="95478" y="-996"/>
                    <a:pt x="91460" y="29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4" name="Forma Livre: Forma 163">
              <a:extLst>
                <a:ext uri="{FF2B5EF4-FFF2-40B4-BE49-F238E27FC236}">
                  <a16:creationId xmlns:a16="http://schemas.microsoft.com/office/drawing/2014/main" id="{00DDB42A-D289-8CBC-ACA5-8D22CFA852FD}"/>
                </a:ext>
              </a:extLst>
            </p:cNvPr>
            <p:cNvSpPr/>
            <p:nvPr/>
          </p:nvSpPr>
          <p:spPr>
            <a:xfrm>
              <a:off x="10057397" y="727576"/>
              <a:ext cx="64646" cy="64535"/>
            </a:xfrm>
            <a:custGeom>
              <a:avLst/>
              <a:gdLst>
                <a:gd name="connsiteX0" fmla="*/ 47225 w 64646"/>
                <a:gd name="connsiteY0" fmla="*/ 2986 h 64535"/>
                <a:gd name="connsiteX1" fmla="*/ 2986 w 64646"/>
                <a:gd name="connsiteY1" fmla="*/ 47113 h 64535"/>
                <a:gd name="connsiteX2" fmla="*/ 2986 w 64646"/>
                <a:gd name="connsiteY2" fmla="*/ 61549 h 64535"/>
                <a:gd name="connsiteX3" fmla="*/ 17422 w 64646"/>
                <a:gd name="connsiteY3" fmla="*/ 61549 h 64535"/>
                <a:gd name="connsiteX4" fmla="*/ 61661 w 64646"/>
                <a:gd name="connsiteY4" fmla="*/ 17422 h 64535"/>
                <a:gd name="connsiteX5" fmla="*/ 61661 w 64646"/>
                <a:gd name="connsiteY5" fmla="*/ 2986 h 64535"/>
                <a:gd name="connsiteX6" fmla="*/ 47225 w 64646"/>
                <a:gd name="connsiteY6" fmla="*/ 2986 h 64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646" h="64535">
                  <a:moveTo>
                    <a:pt x="47225" y="2986"/>
                  </a:moveTo>
                  <a:lnTo>
                    <a:pt x="2986" y="47113"/>
                  </a:lnTo>
                  <a:cubicBezTo>
                    <a:pt x="-995" y="51094"/>
                    <a:pt x="-995" y="57532"/>
                    <a:pt x="2986" y="61549"/>
                  </a:cubicBezTo>
                  <a:cubicBezTo>
                    <a:pt x="6967" y="65531"/>
                    <a:pt x="13441" y="65531"/>
                    <a:pt x="17422" y="61549"/>
                  </a:cubicBezTo>
                  <a:lnTo>
                    <a:pt x="61661" y="17422"/>
                  </a:lnTo>
                  <a:cubicBezTo>
                    <a:pt x="65642" y="13441"/>
                    <a:pt x="65642" y="6966"/>
                    <a:pt x="61661" y="2986"/>
                  </a:cubicBezTo>
                  <a:cubicBezTo>
                    <a:pt x="57680" y="-995"/>
                    <a:pt x="51205" y="-995"/>
                    <a:pt x="47225" y="29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5" name="Forma Livre: Forma 164">
              <a:extLst>
                <a:ext uri="{FF2B5EF4-FFF2-40B4-BE49-F238E27FC236}">
                  <a16:creationId xmlns:a16="http://schemas.microsoft.com/office/drawing/2014/main" id="{6C087B72-C78D-1247-DA47-22DD762E8910}"/>
                </a:ext>
              </a:extLst>
            </p:cNvPr>
            <p:cNvSpPr/>
            <p:nvPr/>
          </p:nvSpPr>
          <p:spPr>
            <a:xfrm>
              <a:off x="9957052" y="627411"/>
              <a:ext cx="64679" cy="64535"/>
            </a:xfrm>
            <a:custGeom>
              <a:avLst/>
              <a:gdLst>
                <a:gd name="connsiteX0" fmla="*/ 47262 w 64679"/>
                <a:gd name="connsiteY0" fmla="*/ 2986 h 64535"/>
                <a:gd name="connsiteX1" fmla="*/ 3023 w 64679"/>
                <a:gd name="connsiteY1" fmla="*/ 47113 h 64535"/>
                <a:gd name="connsiteX2" fmla="*/ 2986 w 64679"/>
                <a:gd name="connsiteY2" fmla="*/ 47113 h 64535"/>
                <a:gd name="connsiteX3" fmla="*/ 2986 w 64679"/>
                <a:gd name="connsiteY3" fmla="*/ 61549 h 64535"/>
                <a:gd name="connsiteX4" fmla="*/ 17422 w 64679"/>
                <a:gd name="connsiteY4" fmla="*/ 61549 h 64535"/>
                <a:gd name="connsiteX5" fmla="*/ 61661 w 64679"/>
                <a:gd name="connsiteY5" fmla="*/ 17422 h 64535"/>
                <a:gd name="connsiteX6" fmla="*/ 61698 w 64679"/>
                <a:gd name="connsiteY6" fmla="*/ 2986 h 64535"/>
                <a:gd name="connsiteX7" fmla="*/ 47262 w 64679"/>
                <a:gd name="connsiteY7" fmla="*/ 2986 h 64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679" h="64535">
                  <a:moveTo>
                    <a:pt x="47262" y="2986"/>
                  </a:moveTo>
                  <a:lnTo>
                    <a:pt x="3023" y="47113"/>
                  </a:lnTo>
                  <a:lnTo>
                    <a:pt x="2986" y="47113"/>
                  </a:lnTo>
                  <a:cubicBezTo>
                    <a:pt x="-995" y="51094"/>
                    <a:pt x="-995" y="57569"/>
                    <a:pt x="2986" y="61549"/>
                  </a:cubicBezTo>
                  <a:cubicBezTo>
                    <a:pt x="6967" y="65531"/>
                    <a:pt x="13441" y="65531"/>
                    <a:pt x="17422" y="61549"/>
                  </a:cubicBezTo>
                  <a:lnTo>
                    <a:pt x="61661" y="17422"/>
                  </a:lnTo>
                  <a:cubicBezTo>
                    <a:pt x="65679" y="13441"/>
                    <a:pt x="65679" y="7004"/>
                    <a:pt x="61698" y="2986"/>
                  </a:cubicBezTo>
                  <a:cubicBezTo>
                    <a:pt x="57717" y="-995"/>
                    <a:pt x="51242" y="-995"/>
                    <a:pt x="47262" y="29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7155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4CF31-36C4-C176-7487-37442953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932A624E-CF92-0FA1-31EC-9B499C733250}"/>
              </a:ext>
            </a:extLst>
          </p:cNvPr>
          <p:cNvSpPr/>
          <p:nvPr/>
        </p:nvSpPr>
        <p:spPr>
          <a:xfrm>
            <a:off x="335882" y="4581625"/>
            <a:ext cx="11520236" cy="1608087"/>
          </a:xfrm>
          <a:prstGeom prst="roundRect">
            <a:avLst>
              <a:gd name="adj" fmla="val 8287"/>
            </a:avLst>
          </a:prstGeom>
          <a:solidFill>
            <a:srgbClr val="F6F8FB"/>
          </a:solidFill>
          <a:ln>
            <a:noFill/>
          </a:ln>
          <a:effectLst>
            <a:outerShdw blurRad="63500" algn="c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2A65B-0A94-8F57-6579-BA0AF5645C56}"/>
              </a:ext>
            </a:extLst>
          </p:cNvPr>
          <p:cNvSpPr txBox="1"/>
          <p:nvPr/>
        </p:nvSpPr>
        <p:spPr>
          <a:xfrm>
            <a:off x="342899" y="502920"/>
            <a:ext cx="9580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Pipeline Completo de </a:t>
            </a:r>
            <a:r>
              <a:rPr lang="pt-BR" sz="4000" b="1" dirty="0">
                <a:solidFill>
                  <a:srgbClr val="1D4ED8"/>
                </a:solidFill>
              </a:rPr>
              <a:t>Ciência de Dados</a:t>
            </a:r>
            <a:endParaRPr lang="en-US" sz="4000" b="1" dirty="0">
              <a:solidFill>
                <a:srgbClr val="1D4ED8"/>
              </a:solidFill>
            </a:endParaRPr>
          </a:p>
        </p:txBody>
      </p: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6ADCA417-9CCF-AD78-CD78-F77DD24F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4</a:t>
            </a:fld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8E2599F-990E-70C5-ECF1-118EAFC8C594}"/>
              </a:ext>
            </a:extLst>
          </p:cNvPr>
          <p:cNvCxnSpPr>
            <a:cxnSpLocks/>
          </p:cNvCxnSpPr>
          <p:nvPr/>
        </p:nvCxnSpPr>
        <p:spPr>
          <a:xfrm>
            <a:off x="335882" y="6329054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AA23F46-6FF2-AADC-7D2A-A970FC203480}"/>
              </a:ext>
            </a:extLst>
          </p:cNvPr>
          <p:cNvGrpSpPr/>
          <p:nvPr/>
        </p:nvGrpSpPr>
        <p:grpSpPr>
          <a:xfrm>
            <a:off x="342900" y="319474"/>
            <a:ext cx="3919218" cy="261610"/>
            <a:chOff x="169442" y="265597"/>
            <a:chExt cx="3919218" cy="26161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39530D31-B200-A8AF-6E8B-AC3026B8F319}"/>
                </a:ext>
              </a:extLst>
            </p:cNvPr>
            <p:cNvGrpSpPr/>
            <p:nvPr/>
          </p:nvGrpSpPr>
          <p:grpSpPr>
            <a:xfrm>
              <a:off x="169442" y="265597"/>
              <a:ext cx="1769954" cy="261610"/>
              <a:chOff x="169442" y="262209"/>
              <a:chExt cx="1769954" cy="261610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FA2C5CAA-6C00-9E12-3D77-2C6EFCEABC10}"/>
                  </a:ext>
                </a:extLst>
              </p:cNvPr>
              <p:cNvSpPr/>
              <p:nvPr/>
            </p:nvSpPr>
            <p:spPr>
              <a:xfrm>
                <a:off x="216009" y="262209"/>
                <a:ext cx="1676821" cy="261610"/>
              </a:xfrm>
              <a:prstGeom prst="roundRect">
                <a:avLst>
                  <a:gd name="adj" fmla="val 49435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FBD0C15-F850-0A5D-DDB2-890969E0AD0E}"/>
                  </a:ext>
                </a:extLst>
              </p:cNvPr>
              <p:cNvSpPr txBox="1"/>
              <p:nvPr/>
            </p:nvSpPr>
            <p:spPr>
              <a:xfrm>
                <a:off x="169442" y="262209"/>
                <a:ext cx="17699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ctr"/>
                <a:r>
                  <a:rPr lang="pt-BR" sz="1100" b="1" dirty="0">
                    <a:solidFill>
                      <a:srgbClr val="223DB0"/>
                    </a:solidFill>
                  </a:rPr>
                  <a:t>METODOLOGIA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335020F-6BB9-FAFA-9E0C-6EED6755B1CB}"/>
                </a:ext>
              </a:extLst>
            </p:cNvPr>
            <p:cNvSpPr txBox="1"/>
            <p:nvPr/>
          </p:nvSpPr>
          <p:spPr>
            <a:xfrm>
              <a:off x="1897910" y="265597"/>
              <a:ext cx="21907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|   VISÃO END-TO-END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2849BC-58BE-A882-2578-8F35912F91FA}"/>
              </a:ext>
            </a:extLst>
          </p:cNvPr>
          <p:cNvCxnSpPr>
            <a:cxnSpLocks/>
          </p:cNvCxnSpPr>
          <p:nvPr/>
        </p:nvCxnSpPr>
        <p:spPr>
          <a:xfrm>
            <a:off x="335882" y="1280146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E9BFC4E-C08E-1985-3624-0AC5FD701EF2}"/>
              </a:ext>
            </a:extLst>
          </p:cNvPr>
          <p:cNvGrpSpPr/>
          <p:nvPr/>
        </p:nvGrpSpPr>
        <p:grpSpPr>
          <a:xfrm>
            <a:off x="342899" y="1491915"/>
            <a:ext cx="2574816" cy="1360248"/>
            <a:chOff x="4808592" y="3432346"/>
            <a:chExt cx="2574816" cy="1497369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EAFCDF49-41F2-96A4-2DD4-A82EE4519CD8}"/>
                </a:ext>
              </a:extLst>
            </p:cNvPr>
            <p:cNvSpPr/>
            <p:nvPr/>
          </p:nvSpPr>
          <p:spPr>
            <a:xfrm>
              <a:off x="4808592" y="3432346"/>
              <a:ext cx="2574816" cy="1497369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>
              <a:solidFill>
                <a:srgbClr val="E5E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B29DCD6-810A-6999-DB5F-3FE48212C33D}"/>
                </a:ext>
              </a:extLst>
            </p:cNvPr>
            <p:cNvGrpSpPr/>
            <p:nvPr/>
          </p:nvGrpSpPr>
          <p:grpSpPr>
            <a:xfrm>
              <a:off x="4894000" y="4140635"/>
              <a:ext cx="2404000" cy="697893"/>
              <a:chOff x="5965986" y="2963657"/>
              <a:chExt cx="3546156" cy="697893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81D0240-8FE7-E9B2-7F9A-2D9600F3969B}"/>
                  </a:ext>
                </a:extLst>
              </p:cNvPr>
              <p:cNvSpPr txBox="1"/>
              <p:nvPr/>
            </p:nvSpPr>
            <p:spPr>
              <a:xfrm>
                <a:off x="6064569" y="2963657"/>
                <a:ext cx="33489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Entendimento</a:t>
                </a:r>
                <a:endParaRPr lang="en-US" sz="1400" b="1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5391F6F-FBAD-4A64-B58C-CDC5C4ABE4F8}"/>
                  </a:ext>
                </a:extLst>
              </p:cNvPr>
              <p:cNvSpPr txBox="1"/>
              <p:nvPr/>
            </p:nvSpPr>
            <p:spPr>
              <a:xfrm>
                <a:off x="5965986" y="3246052"/>
                <a:ext cx="3546156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>
                    <a:solidFill>
                      <a:schemeClr val="bg1">
                        <a:lumMod val="75000"/>
                      </a:schemeClr>
                    </a:solidFill>
                  </a:defRPr>
                </a:lvl1pPr>
              </a:lstStyle>
              <a:p>
                <a:pPr algn="ctr"/>
                <a:r>
                  <a:rPr lang="pt-BR" sz="1050" dirty="0">
                    <a:solidFill>
                      <a:schemeClr val="bg1">
                        <a:lumMod val="50000"/>
                      </a:schemeClr>
                    </a:solidFill>
                  </a:rPr>
                  <a:t>Identificação da dor e alinhamento com stakeholders</a:t>
                </a:r>
              </a:p>
            </p:txBody>
          </p:sp>
        </p:grp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20841CA-DA0B-0F5A-DC68-0B5DD2F3DACD}"/>
              </a:ext>
            </a:extLst>
          </p:cNvPr>
          <p:cNvSpPr/>
          <p:nvPr/>
        </p:nvSpPr>
        <p:spPr>
          <a:xfrm>
            <a:off x="9274285" y="1491915"/>
            <a:ext cx="2574816" cy="1360248"/>
          </a:xfrm>
          <a:prstGeom prst="roundRect">
            <a:avLst>
              <a:gd name="adj" fmla="val 6964"/>
            </a:avLst>
          </a:prstGeom>
          <a:solidFill>
            <a:srgbClr val="F6F8FB"/>
          </a:solidFill>
          <a:ln>
            <a:noFill/>
          </a:ln>
          <a:effectLst>
            <a:outerShdw blurRad="63500" algn="c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ACE7D6-E569-0BDF-E323-7D03B1FC957C}"/>
              </a:ext>
            </a:extLst>
          </p:cNvPr>
          <p:cNvSpPr txBox="1"/>
          <p:nvPr/>
        </p:nvSpPr>
        <p:spPr>
          <a:xfrm>
            <a:off x="9426524" y="2135343"/>
            <a:ext cx="2270336" cy="279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Modelagem</a:t>
            </a:r>
            <a:endParaRPr lang="en-US" sz="14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14D013-54C0-6AE5-467B-7593D4B7B55B}"/>
              </a:ext>
            </a:extLst>
          </p:cNvPr>
          <p:cNvSpPr txBox="1"/>
          <p:nvPr/>
        </p:nvSpPr>
        <p:spPr>
          <a:xfrm>
            <a:off x="9359693" y="2391878"/>
            <a:ext cx="2404000" cy="419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Baselines → Modelos de Grafos Avançados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EE38561-8EF1-5111-26CA-5D468C13AA09}"/>
              </a:ext>
            </a:extLst>
          </p:cNvPr>
          <p:cNvGrpSpPr/>
          <p:nvPr/>
        </p:nvGrpSpPr>
        <p:grpSpPr>
          <a:xfrm>
            <a:off x="3320028" y="1491915"/>
            <a:ext cx="2574816" cy="1360248"/>
            <a:chOff x="4808592" y="3432346"/>
            <a:chExt cx="2574816" cy="1497369"/>
          </a:xfrm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D7F5A39F-E4C4-E829-2B1D-41EC72FE19D1}"/>
                </a:ext>
              </a:extLst>
            </p:cNvPr>
            <p:cNvSpPr/>
            <p:nvPr/>
          </p:nvSpPr>
          <p:spPr>
            <a:xfrm>
              <a:off x="4808592" y="3432346"/>
              <a:ext cx="2574816" cy="1497369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>
              <a:solidFill>
                <a:srgbClr val="E5E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A800A701-622C-C148-6D90-1F9CA6519FDC}"/>
                </a:ext>
              </a:extLst>
            </p:cNvPr>
            <p:cNvGrpSpPr/>
            <p:nvPr/>
          </p:nvGrpSpPr>
          <p:grpSpPr>
            <a:xfrm>
              <a:off x="4894000" y="4140635"/>
              <a:ext cx="2404000" cy="697893"/>
              <a:chOff x="5965986" y="2963657"/>
              <a:chExt cx="3546156" cy="697893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C373EA3-FE5F-452F-3754-E7E9A9D2D8B8}"/>
                  </a:ext>
                </a:extLst>
              </p:cNvPr>
              <p:cNvSpPr txBox="1"/>
              <p:nvPr/>
            </p:nvSpPr>
            <p:spPr>
              <a:xfrm>
                <a:off x="6064569" y="2963657"/>
                <a:ext cx="33489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Coleta &amp; EDA</a:t>
                </a:r>
                <a:endParaRPr lang="en-US" sz="1400" b="1" dirty="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79DEAA4-1317-DD6D-18A2-EF1E98715136}"/>
                  </a:ext>
                </a:extLst>
              </p:cNvPr>
              <p:cNvSpPr txBox="1"/>
              <p:nvPr/>
            </p:nvSpPr>
            <p:spPr>
              <a:xfrm>
                <a:off x="5965986" y="3246052"/>
                <a:ext cx="35461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05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pt-BR" dirty="0"/>
                  <a:t>Análise exploratória e extração de insights iniciais</a:t>
                </a: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31829F6-DC0F-6B10-93F5-24C208D82172}"/>
              </a:ext>
            </a:extLst>
          </p:cNvPr>
          <p:cNvGrpSpPr/>
          <p:nvPr/>
        </p:nvGrpSpPr>
        <p:grpSpPr>
          <a:xfrm>
            <a:off x="6297157" y="1491915"/>
            <a:ext cx="2574816" cy="1360248"/>
            <a:chOff x="4808592" y="3432346"/>
            <a:chExt cx="2574816" cy="1497369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D33AC043-B9F2-D910-C3BE-1ECAAD96BBC6}"/>
                </a:ext>
              </a:extLst>
            </p:cNvPr>
            <p:cNvSpPr/>
            <p:nvPr/>
          </p:nvSpPr>
          <p:spPr>
            <a:xfrm>
              <a:off x="4808592" y="3432346"/>
              <a:ext cx="2574816" cy="1497369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>
              <a:solidFill>
                <a:srgbClr val="E5E7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01D4980-C4D3-2574-3884-BB126CB32E86}"/>
                </a:ext>
              </a:extLst>
            </p:cNvPr>
            <p:cNvGrpSpPr/>
            <p:nvPr/>
          </p:nvGrpSpPr>
          <p:grpSpPr>
            <a:xfrm>
              <a:off x="4894000" y="4140635"/>
              <a:ext cx="2404000" cy="697893"/>
              <a:chOff x="5965986" y="2963657"/>
              <a:chExt cx="3546156" cy="697893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8431A79-9BFA-D69E-44B6-A4BC7D638374}"/>
                  </a:ext>
                </a:extLst>
              </p:cNvPr>
              <p:cNvSpPr txBox="1"/>
              <p:nvPr/>
            </p:nvSpPr>
            <p:spPr>
              <a:xfrm>
                <a:off x="6064569" y="2963657"/>
                <a:ext cx="33489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Dados</a:t>
                </a:r>
                <a:endParaRPr lang="en-US" sz="1400" b="1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39E7AB3-DC2C-FFC9-FF34-A86F35479EFE}"/>
                  </a:ext>
                </a:extLst>
              </p:cNvPr>
              <p:cNvSpPr txBox="1"/>
              <p:nvPr/>
            </p:nvSpPr>
            <p:spPr>
              <a:xfrm>
                <a:off x="5965986" y="3246052"/>
                <a:ext cx="35461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05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pt-BR" dirty="0"/>
                  <a:t>Limpeza, Feature </a:t>
                </a:r>
                <a:r>
                  <a:rPr lang="pt-BR" dirty="0" err="1"/>
                  <a:t>Engineering</a:t>
                </a:r>
                <a:r>
                  <a:rPr lang="pt-BR" dirty="0"/>
                  <a:t> e Estratégia</a:t>
                </a: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60B3E9A-3222-E26E-1229-A79B9FDEE0F6}"/>
              </a:ext>
            </a:extLst>
          </p:cNvPr>
          <p:cNvGrpSpPr/>
          <p:nvPr/>
        </p:nvGrpSpPr>
        <p:grpSpPr>
          <a:xfrm>
            <a:off x="934249" y="3067485"/>
            <a:ext cx="3271592" cy="1226033"/>
            <a:chOff x="934249" y="3269610"/>
            <a:chExt cx="3271592" cy="1226033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5087F7C-C5EA-B284-8632-81A949171C2F}"/>
                </a:ext>
              </a:extLst>
            </p:cNvPr>
            <p:cNvGrpSpPr/>
            <p:nvPr/>
          </p:nvGrpSpPr>
          <p:grpSpPr>
            <a:xfrm>
              <a:off x="934249" y="3378467"/>
              <a:ext cx="3156488" cy="1117176"/>
              <a:chOff x="4808592" y="3432346"/>
              <a:chExt cx="2574816" cy="1497369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2B094533-BB0F-92B8-82D0-27250411E879}"/>
                  </a:ext>
                </a:extLst>
              </p:cNvPr>
              <p:cNvSpPr/>
              <p:nvPr/>
            </p:nvSpPr>
            <p:spPr>
              <a:xfrm>
                <a:off x="4808592" y="3432346"/>
                <a:ext cx="2574816" cy="1497369"/>
              </a:xfrm>
              <a:prstGeom prst="roundRect">
                <a:avLst>
                  <a:gd name="adj" fmla="val 6964"/>
                </a:avLst>
              </a:prstGeom>
              <a:solidFill>
                <a:schemeClr val="bg1"/>
              </a:solidFill>
              <a:ln>
                <a:solidFill>
                  <a:srgbClr val="E5E7E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E777A0A3-8380-2651-FA65-AEA0EB07DDF5}"/>
                  </a:ext>
                </a:extLst>
              </p:cNvPr>
              <p:cNvGrpSpPr/>
              <p:nvPr/>
            </p:nvGrpSpPr>
            <p:grpSpPr>
              <a:xfrm>
                <a:off x="4894000" y="4089031"/>
                <a:ext cx="2404000" cy="674327"/>
                <a:chOff x="5965986" y="2912053"/>
                <a:chExt cx="3546156" cy="674327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34C7330-F3BB-7EFB-FE54-7359757AC0BD}"/>
                    </a:ext>
                  </a:extLst>
                </p:cNvPr>
                <p:cNvSpPr txBox="1"/>
                <p:nvPr/>
              </p:nvSpPr>
              <p:spPr>
                <a:xfrm>
                  <a:off x="6064569" y="2912053"/>
                  <a:ext cx="3348987" cy="4125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/>
                    <a:t>Avaliação</a:t>
                  </a:r>
                  <a:endParaRPr lang="en-US" sz="1400" b="1" dirty="0"/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DA16FCC-5C36-7E2B-B667-2A06B4F3BA0A}"/>
                    </a:ext>
                  </a:extLst>
                </p:cNvPr>
                <p:cNvSpPr txBox="1"/>
                <p:nvPr/>
              </p:nvSpPr>
              <p:spPr>
                <a:xfrm>
                  <a:off x="5965986" y="3246052"/>
                  <a:ext cx="3546156" cy="340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1050">
                      <a:solidFill>
                        <a:schemeClr val="bg1">
                          <a:lumMod val="50000"/>
                        </a:schemeClr>
                      </a:solidFill>
                    </a:defRPr>
                  </a:lvl1pPr>
                </a:lstStyle>
                <a:p>
                  <a:r>
                    <a:rPr lang="pt-BR" dirty="0"/>
                    <a:t>Métricas de performance e validação técnica</a:t>
                  </a:r>
                </a:p>
              </p:txBody>
            </p:sp>
          </p:grpSp>
        </p:grp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BBE2D20-6E3E-9FAE-D90E-C47DD5C49CD9}"/>
                </a:ext>
              </a:extLst>
            </p:cNvPr>
            <p:cNvSpPr/>
            <p:nvPr/>
          </p:nvSpPr>
          <p:spPr>
            <a:xfrm>
              <a:off x="3968321" y="3269610"/>
              <a:ext cx="237520" cy="23752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5</a:t>
              </a:r>
              <a:endParaRPr lang="en-US" sz="1400" dirty="0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1597971-C74C-330E-B425-EE061DEBE91C}"/>
              </a:ext>
            </a:extLst>
          </p:cNvPr>
          <p:cNvGrpSpPr/>
          <p:nvPr/>
        </p:nvGrpSpPr>
        <p:grpSpPr>
          <a:xfrm>
            <a:off x="4517756" y="3067485"/>
            <a:ext cx="3277905" cy="1229379"/>
            <a:chOff x="4517756" y="3269610"/>
            <a:chExt cx="3277905" cy="122937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81F3CCA-80C1-DBCB-E2ED-BE1192F24B86}"/>
                </a:ext>
              </a:extLst>
            </p:cNvPr>
            <p:cNvGrpSpPr/>
            <p:nvPr/>
          </p:nvGrpSpPr>
          <p:grpSpPr>
            <a:xfrm>
              <a:off x="4517756" y="3381813"/>
              <a:ext cx="3156488" cy="1117176"/>
              <a:chOff x="4808592" y="3432346"/>
              <a:chExt cx="2574816" cy="1497369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0B07D891-2DF5-0138-517D-C5791DD85048}"/>
                  </a:ext>
                </a:extLst>
              </p:cNvPr>
              <p:cNvSpPr/>
              <p:nvPr/>
            </p:nvSpPr>
            <p:spPr>
              <a:xfrm>
                <a:off x="4808592" y="3432346"/>
                <a:ext cx="2574816" cy="1497369"/>
              </a:xfrm>
              <a:prstGeom prst="roundRect">
                <a:avLst>
                  <a:gd name="adj" fmla="val 6964"/>
                </a:avLst>
              </a:prstGeom>
              <a:solidFill>
                <a:schemeClr val="bg1"/>
              </a:solidFill>
              <a:ln>
                <a:solidFill>
                  <a:srgbClr val="E5E7E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008C8CD8-9FF5-4A71-1718-E8251D86F594}"/>
                  </a:ext>
                </a:extLst>
              </p:cNvPr>
              <p:cNvGrpSpPr/>
              <p:nvPr/>
            </p:nvGrpSpPr>
            <p:grpSpPr>
              <a:xfrm>
                <a:off x="4894000" y="4089031"/>
                <a:ext cx="2404000" cy="674327"/>
                <a:chOff x="5965986" y="2912053"/>
                <a:chExt cx="3546156" cy="674327"/>
              </a:xfrm>
            </p:grpSpPr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1838D8A-D209-F722-6360-56429334CC34}"/>
                    </a:ext>
                  </a:extLst>
                </p:cNvPr>
                <p:cNvSpPr txBox="1"/>
                <p:nvPr/>
              </p:nvSpPr>
              <p:spPr>
                <a:xfrm>
                  <a:off x="6064569" y="2912053"/>
                  <a:ext cx="3348987" cy="4125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/>
                    <a:t>Implementação</a:t>
                  </a:r>
                  <a:endParaRPr lang="en-US" sz="1400" b="1" dirty="0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7DDF1FF-C42E-FD00-B68F-C159666F7964}"/>
                    </a:ext>
                  </a:extLst>
                </p:cNvPr>
                <p:cNvSpPr txBox="1"/>
                <p:nvPr/>
              </p:nvSpPr>
              <p:spPr>
                <a:xfrm>
                  <a:off x="5965986" y="3246052"/>
                  <a:ext cx="3546156" cy="618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1050">
                      <a:solidFill>
                        <a:schemeClr val="bg1">
                          <a:lumMod val="50000"/>
                        </a:schemeClr>
                      </a:solidFill>
                    </a:defRPr>
                  </a:lvl1pPr>
                </a:lstStyle>
                <a:p>
                  <a:r>
                    <a:rPr lang="pt-BR" dirty="0"/>
                    <a:t>Arquitetura, </a:t>
                  </a:r>
                  <a:r>
                    <a:rPr lang="pt-BR" dirty="0" err="1"/>
                    <a:t>MLOps</a:t>
                  </a:r>
                  <a:r>
                    <a:rPr lang="pt-BR" dirty="0"/>
                    <a:t> e desenvolvimento da API</a:t>
                  </a:r>
                </a:p>
              </p:txBody>
            </p:sp>
          </p:grpSp>
        </p:grp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F634AF5-9B48-F531-C9F4-F91FAF637BFF}"/>
                </a:ext>
              </a:extLst>
            </p:cNvPr>
            <p:cNvSpPr/>
            <p:nvPr/>
          </p:nvSpPr>
          <p:spPr>
            <a:xfrm>
              <a:off x="7558141" y="3269610"/>
              <a:ext cx="237520" cy="23752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6</a:t>
              </a:r>
              <a:endParaRPr lang="en-US" sz="1400" dirty="0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28B16B2-DFED-865B-BEA2-15F229411BD1}"/>
              </a:ext>
            </a:extLst>
          </p:cNvPr>
          <p:cNvGrpSpPr/>
          <p:nvPr/>
        </p:nvGrpSpPr>
        <p:grpSpPr>
          <a:xfrm>
            <a:off x="8101263" y="3067485"/>
            <a:ext cx="3275248" cy="1226033"/>
            <a:chOff x="8101263" y="3269610"/>
            <a:chExt cx="3275248" cy="122603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3A1F11B-21FA-20A7-A1C6-B1911E346C6A}"/>
                </a:ext>
              </a:extLst>
            </p:cNvPr>
            <p:cNvGrpSpPr/>
            <p:nvPr/>
          </p:nvGrpSpPr>
          <p:grpSpPr>
            <a:xfrm>
              <a:off x="8101263" y="3378467"/>
              <a:ext cx="3156488" cy="1117176"/>
              <a:chOff x="4808592" y="3432346"/>
              <a:chExt cx="2574816" cy="1497369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BC1377E8-81D5-5702-399C-BA1895529837}"/>
                  </a:ext>
                </a:extLst>
              </p:cNvPr>
              <p:cNvSpPr/>
              <p:nvPr/>
            </p:nvSpPr>
            <p:spPr>
              <a:xfrm>
                <a:off x="4808592" y="3432346"/>
                <a:ext cx="2574816" cy="1497369"/>
              </a:xfrm>
              <a:prstGeom prst="roundRect">
                <a:avLst>
                  <a:gd name="adj" fmla="val 6964"/>
                </a:avLst>
              </a:prstGeom>
              <a:solidFill>
                <a:schemeClr val="bg1"/>
              </a:solidFill>
              <a:ln>
                <a:solidFill>
                  <a:srgbClr val="E5E7E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7F53EC4-77B6-FA71-F70C-411F2381E54E}"/>
                  </a:ext>
                </a:extLst>
              </p:cNvPr>
              <p:cNvGrpSpPr/>
              <p:nvPr/>
            </p:nvGrpSpPr>
            <p:grpSpPr>
              <a:xfrm>
                <a:off x="4894000" y="4089031"/>
                <a:ext cx="2404000" cy="674327"/>
                <a:chOff x="5965986" y="2912053"/>
                <a:chExt cx="3546156" cy="674327"/>
              </a:xfrm>
            </p:grpSpPr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96184C7-D08C-BBBC-1473-1E9FC725E736}"/>
                    </a:ext>
                  </a:extLst>
                </p:cNvPr>
                <p:cNvSpPr txBox="1"/>
                <p:nvPr/>
              </p:nvSpPr>
              <p:spPr>
                <a:xfrm>
                  <a:off x="6064569" y="2912053"/>
                  <a:ext cx="3348987" cy="4125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/>
                    <a:t>Monitoramento</a:t>
                  </a:r>
                  <a:endParaRPr lang="en-US" sz="1400" b="1" dirty="0"/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786F0B8C-F70A-F758-8473-1F021DE98247}"/>
                    </a:ext>
                  </a:extLst>
                </p:cNvPr>
                <p:cNvSpPr txBox="1"/>
                <p:nvPr/>
              </p:nvSpPr>
              <p:spPr>
                <a:xfrm>
                  <a:off x="5965986" y="3246052"/>
                  <a:ext cx="3546156" cy="618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1050">
                      <a:solidFill>
                        <a:schemeClr val="bg1">
                          <a:lumMod val="50000"/>
                        </a:schemeClr>
                      </a:solidFill>
                    </a:defRPr>
                  </a:lvl1pPr>
                </a:lstStyle>
                <a:p>
                  <a:r>
                    <a:rPr lang="pt-BR" dirty="0"/>
                    <a:t>Feedback, </a:t>
                  </a:r>
                  <a:r>
                    <a:rPr lang="pt-BR" dirty="0" err="1"/>
                    <a:t>Drift</a:t>
                  </a:r>
                  <a:r>
                    <a:rPr lang="pt-BR" dirty="0"/>
                    <a:t> </a:t>
                  </a:r>
                  <a:r>
                    <a:rPr lang="pt-BR" dirty="0" err="1"/>
                    <a:t>detection</a:t>
                  </a:r>
                  <a:r>
                    <a:rPr lang="pt-BR" dirty="0"/>
                    <a:t> e próximos passos</a:t>
                  </a:r>
                </a:p>
              </p:txBody>
            </p:sp>
          </p:grpSp>
        </p:grp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32862635-23BC-FBB7-0EED-35CDB2859C8C}"/>
                </a:ext>
              </a:extLst>
            </p:cNvPr>
            <p:cNvSpPr/>
            <p:nvPr/>
          </p:nvSpPr>
          <p:spPr>
            <a:xfrm>
              <a:off x="11138991" y="3269610"/>
              <a:ext cx="237520" cy="23752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7</a:t>
              </a:r>
              <a:endParaRPr lang="en-US" sz="1400" dirty="0"/>
            </a:p>
          </p:txBody>
        </p: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2976106A-5ECF-9B95-6E0D-D5AA7683DAF6}"/>
              </a:ext>
            </a:extLst>
          </p:cNvPr>
          <p:cNvSpPr/>
          <p:nvPr/>
        </p:nvSpPr>
        <p:spPr>
          <a:xfrm>
            <a:off x="2798955" y="1397780"/>
            <a:ext cx="237520" cy="2375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1</a:t>
            </a:r>
            <a:endParaRPr lang="en-US" sz="1400" dirty="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210F575D-9E0D-8BDA-0E11-9A2D7655A1A0}"/>
              </a:ext>
            </a:extLst>
          </p:cNvPr>
          <p:cNvSpPr/>
          <p:nvPr/>
        </p:nvSpPr>
        <p:spPr>
          <a:xfrm>
            <a:off x="5776084" y="1397780"/>
            <a:ext cx="237520" cy="2375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2</a:t>
            </a:r>
            <a:endParaRPr lang="en-US" sz="1400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E7123C7-3763-C63E-80C1-73FAF5892F30}"/>
              </a:ext>
            </a:extLst>
          </p:cNvPr>
          <p:cNvSpPr/>
          <p:nvPr/>
        </p:nvSpPr>
        <p:spPr>
          <a:xfrm>
            <a:off x="8753213" y="1397780"/>
            <a:ext cx="237520" cy="2375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3</a:t>
            </a:r>
            <a:endParaRPr lang="en-US" sz="1400" dirty="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5BE5E76E-9F40-76E4-1041-86D2E88325E5}"/>
              </a:ext>
            </a:extLst>
          </p:cNvPr>
          <p:cNvSpPr/>
          <p:nvPr/>
        </p:nvSpPr>
        <p:spPr>
          <a:xfrm>
            <a:off x="11752084" y="1397780"/>
            <a:ext cx="237520" cy="2375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4</a:t>
            </a:r>
            <a:endParaRPr lang="en-US" sz="14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5E44107-48FC-3FAF-4ED9-FCDBD6F212D5}"/>
              </a:ext>
            </a:extLst>
          </p:cNvPr>
          <p:cNvSpPr txBox="1"/>
          <p:nvPr/>
        </p:nvSpPr>
        <p:spPr>
          <a:xfrm>
            <a:off x="856068" y="4748358"/>
            <a:ext cx="512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Competências Demonstradas</a:t>
            </a:r>
            <a:endParaRPr lang="en-US" sz="16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15F234F-D692-DC8B-C3DA-9D39353FE1E8}"/>
              </a:ext>
            </a:extLst>
          </p:cNvPr>
          <p:cNvSpPr txBox="1"/>
          <p:nvPr/>
        </p:nvSpPr>
        <p:spPr>
          <a:xfrm>
            <a:off x="3749522" y="4786830"/>
            <a:ext cx="2190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pt-BR" sz="1100" dirty="0">
                <a:solidFill>
                  <a:schemeClr val="bg1">
                    <a:lumMod val="50000"/>
                  </a:schemeClr>
                </a:solidFill>
              </a:rPr>
              <a:t>|   VISÃO END-TO-END</a:t>
            </a:r>
          </a:p>
        </p:txBody>
      </p:sp>
      <p:pic>
        <p:nvPicPr>
          <p:cNvPr id="147" name="Graphic 146" descr="Caret Right with solid fill">
            <a:extLst>
              <a:ext uri="{FF2B5EF4-FFF2-40B4-BE49-F238E27FC236}">
                <a16:creationId xmlns:a16="http://schemas.microsoft.com/office/drawing/2014/main" id="{733DBFF7-6135-2D0C-B0D5-B9534FCC6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44252" y="2002064"/>
            <a:ext cx="338786" cy="338786"/>
          </a:xfrm>
          <a:prstGeom prst="rect">
            <a:avLst/>
          </a:prstGeom>
        </p:spPr>
      </p:pic>
      <p:pic>
        <p:nvPicPr>
          <p:cNvPr id="148" name="Graphic 147" descr="Caret Right with solid fill">
            <a:extLst>
              <a:ext uri="{FF2B5EF4-FFF2-40B4-BE49-F238E27FC236}">
                <a16:creationId xmlns:a16="http://schemas.microsoft.com/office/drawing/2014/main" id="{1115B3CB-84FE-4D54-70B2-73D4FE692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6607" y="2002064"/>
            <a:ext cx="338786" cy="338786"/>
          </a:xfrm>
          <a:prstGeom prst="rect">
            <a:avLst/>
          </a:prstGeom>
        </p:spPr>
      </p:pic>
      <p:pic>
        <p:nvPicPr>
          <p:cNvPr id="149" name="Graphic 148" descr="Caret Right with solid fill">
            <a:extLst>
              <a:ext uri="{FF2B5EF4-FFF2-40B4-BE49-F238E27FC236}">
                <a16:creationId xmlns:a16="http://schemas.microsoft.com/office/drawing/2014/main" id="{8FAF1036-AE83-697D-91DB-E43C0E999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3736" y="2002064"/>
            <a:ext cx="338786" cy="338786"/>
          </a:xfrm>
          <a:prstGeom prst="rect">
            <a:avLst/>
          </a:prstGeom>
        </p:spPr>
      </p:pic>
      <p:pic>
        <p:nvPicPr>
          <p:cNvPr id="150" name="Graphic 149" descr="Caret Right with solid fill">
            <a:extLst>
              <a:ext uri="{FF2B5EF4-FFF2-40B4-BE49-F238E27FC236}">
                <a16:creationId xmlns:a16="http://schemas.microsoft.com/office/drawing/2014/main" id="{2E0916DA-7C8B-4493-9F39-89DBB3899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34853" y="3650785"/>
            <a:ext cx="338786" cy="338786"/>
          </a:xfrm>
          <a:prstGeom prst="rect">
            <a:avLst/>
          </a:prstGeom>
        </p:spPr>
      </p:pic>
      <p:pic>
        <p:nvPicPr>
          <p:cNvPr id="151" name="Graphic 150" descr="Caret Right with solid fill">
            <a:extLst>
              <a:ext uri="{FF2B5EF4-FFF2-40B4-BE49-F238E27FC236}">
                <a16:creationId xmlns:a16="http://schemas.microsoft.com/office/drawing/2014/main" id="{3F6D8BBA-EE5F-6952-2248-A79CF0185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4185" y="3647705"/>
            <a:ext cx="338786" cy="338786"/>
          </a:xfrm>
          <a:prstGeom prst="rect">
            <a:avLst/>
          </a:prstGeom>
        </p:spPr>
      </p:pic>
      <p:grpSp>
        <p:nvGrpSpPr>
          <p:cNvPr id="65" name="Agrupar 64">
            <a:extLst>
              <a:ext uri="{FF2B5EF4-FFF2-40B4-BE49-F238E27FC236}">
                <a16:creationId xmlns:a16="http://schemas.microsoft.com/office/drawing/2014/main" id="{731EBA3B-6CA3-7B0A-A172-63C37902C820}"/>
              </a:ext>
            </a:extLst>
          </p:cNvPr>
          <p:cNvGrpSpPr/>
          <p:nvPr/>
        </p:nvGrpSpPr>
        <p:grpSpPr>
          <a:xfrm>
            <a:off x="1388985" y="1593903"/>
            <a:ext cx="482645" cy="434778"/>
            <a:chOff x="1405693" y="1665929"/>
            <a:chExt cx="482645" cy="434778"/>
          </a:xfrm>
        </p:grpSpPr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F35BA955-191F-B1F1-1E02-A9DF3E7E5A0E}"/>
                </a:ext>
              </a:extLst>
            </p:cNvPr>
            <p:cNvSpPr/>
            <p:nvPr/>
          </p:nvSpPr>
          <p:spPr>
            <a:xfrm>
              <a:off x="1405693" y="1665929"/>
              <a:ext cx="482645" cy="434778"/>
            </a:xfrm>
            <a:prstGeom prst="flowChartConnector">
              <a:avLst/>
            </a:prstGeom>
            <a:solidFill>
              <a:srgbClr val="1D4ED8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50" name="Gráfico 29">
              <a:extLst>
                <a:ext uri="{FF2B5EF4-FFF2-40B4-BE49-F238E27FC236}">
                  <a16:creationId xmlns:a16="http://schemas.microsoft.com/office/drawing/2014/main" id="{00586A90-A075-5DFD-7813-916FCF18B832}"/>
                </a:ext>
              </a:extLst>
            </p:cNvPr>
            <p:cNvGrpSpPr/>
            <p:nvPr/>
          </p:nvGrpSpPr>
          <p:grpSpPr>
            <a:xfrm>
              <a:off x="1464799" y="1766167"/>
              <a:ext cx="364433" cy="234303"/>
              <a:chOff x="10579553" y="528652"/>
              <a:chExt cx="521359" cy="335195"/>
            </a:xfrm>
            <a:solidFill>
              <a:srgbClr val="1D4ED8"/>
            </a:solidFill>
          </p:grpSpPr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6E0074D8-7A8C-1252-6008-E1132D88A244}"/>
                  </a:ext>
                </a:extLst>
              </p:cNvPr>
              <p:cNvSpPr/>
              <p:nvPr/>
            </p:nvSpPr>
            <p:spPr>
              <a:xfrm>
                <a:off x="10766080" y="804304"/>
                <a:ext cx="52531" cy="52137"/>
              </a:xfrm>
              <a:custGeom>
                <a:avLst/>
                <a:gdLst>
                  <a:gd name="connsiteX0" fmla="*/ 12913 w 52531"/>
                  <a:gd name="connsiteY0" fmla="*/ 52137 h 52137"/>
                  <a:gd name="connsiteX1" fmla="*/ 15948 w 52531"/>
                  <a:gd name="connsiteY1" fmla="*/ 52137 h 52137"/>
                  <a:gd name="connsiteX2" fmla="*/ 23442 w 52531"/>
                  <a:gd name="connsiteY2" fmla="*/ 49470 h 52137"/>
                  <a:gd name="connsiteX3" fmla="*/ 29063 w 52531"/>
                  <a:gd name="connsiteY3" fmla="*/ 44337 h 52137"/>
                  <a:gd name="connsiteX4" fmla="*/ 37270 w 52531"/>
                  <a:gd name="connsiteY4" fmla="*/ 36171 h 52137"/>
                  <a:gd name="connsiteX5" fmla="*/ 49469 w 52531"/>
                  <a:gd name="connsiteY5" fmla="*/ 23789 h 52137"/>
                  <a:gd name="connsiteX6" fmla="*/ 52055 w 52531"/>
                  <a:gd name="connsiteY6" fmla="*/ 18860 h 52137"/>
                  <a:gd name="connsiteX7" fmla="*/ 52055 w 52531"/>
                  <a:gd name="connsiteY7" fmla="*/ 18432 h 52137"/>
                  <a:gd name="connsiteX8" fmla="*/ 52055 w 52531"/>
                  <a:gd name="connsiteY8" fmla="*/ 18453 h 52137"/>
                  <a:gd name="connsiteX9" fmla="*/ 41567 w 52531"/>
                  <a:gd name="connsiteY9" fmla="*/ 450 h 52137"/>
                  <a:gd name="connsiteX10" fmla="*/ 37087 w 52531"/>
                  <a:gd name="connsiteY10" fmla="*/ 2 h 52137"/>
                  <a:gd name="connsiteX11" fmla="*/ 29226 w 52531"/>
                  <a:gd name="connsiteY11" fmla="*/ 2446 h 52137"/>
                  <a:gd name="connsiteX12" fmla="*/ 24277 w 52531"/>
                  <a:gd name="connsiteY12" fmla="*/ 6987 h 52137"/>
                  <a:gd name="connsiteX13" fmla="*/ 17292 w 52531"/>
                  <a:gd name="connsiteY13" fmla="*/ 13972 h 52137"/>
                  <a:gd name="connsiteX14" fmla="*/ 3667 w 52531"/>
                  <a:gd name="connsiteY14" fmla="*/ 27434 h 52137"/>
                  <a:gd name="connsiteX15" fmla="*/ 164 w 52531"/>
                  <a:gd name="connsiteY15" fmla="*/ 34419 h 52137"/>
                  <a:gd name="connsiteX16" fmla="*/ 164 w 52531"/>
                  <a:gd name="connsiteY16" fmla="*/ 34847 h 52137"/>
                  <a:gd name="connsiteX17" fmla="*/ 164 w 52531"/>
                  <a:gd name="connsiteY17" fmla="*/ 34826 h 52137"/>
                  <a:gd name="connsiteX18" fmla="*/ 2995 w 52531"/>
                  <a:gd name="connsiteY18" fmla="*/ 46007 h 52137"/>
                  <a:gd name="connsiteX19" fmla="*/ 12913 w 52531"/>
                  <a:gd name="connsiteY19" fmla="*/ 52137 h 52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2531" h="52137">
                    <a:moveTo>
                      <a:pt x="12913" y="52137"/>
                    </a:moveTo>
                    <a:lnTo>
                      <a:pt x="15948" y="52137"/>
                    </a:lnTo>
                    <a:cubicBezTo>
                      <a:pt x="18636" y="51873"/>
                      <a:pt x="21202" y="50977"/>
                      <a:pt x="23442" y="49470"/>
                    </a:cubicBezTo>
                    <a:cubicBezTo>
                      <a:pt x="25458" y="47942"/>
                      <a:pt x="27352" y="46211"/>
                      <a:pt x="29063" y="44337"/>
                    </a:cubicBezTo>
                    <a:lnTo>
                      <a:pt x="37270" y="36171"/>
                    </a:lnTo>
                    <a:cubicBezTo>
                      <a:pt x="41588" y="32301"/>
                      <a:pt x="45661" y="28167"/>
                      <a:pt x="49469" y="23789"/>
                    </a:cubicBezTo>
                    <a:cubicBezTo>
                      <a:pt x="50609" y="22322"/>
                      <a:pt x="51485" y="20652"/>
                      <a:pt x="52055" y="18860"/>
                    </a:cubicBezTo>
                    <a:lnTo>
                      <a:pt x="52055" y="18432"/>
                    </a:lnTo>
                    <a:lnTo>
                      <a:pt x="52055" y="18453"/>
                    </a:lnTo>
                    <a:cubicBezTo>
                      <a:pt x="54092" y="10592"/>
                      <a:pt x="49408" y="2547"/>
                      <a:pt x="41567" y="450"/>
                    </a:cubicBezTo>
                    <a:cubicBezTo>
                      <a:pt x="40101" y="144"/>
                      <a:pt x="38594" y="-19"/>
                      <a:pt x="37087" y="2"/>
                    </a:cubicBezTo>
                    <a:cubicBezTo>
                      <a:pt x="34297" y="22"/>
                      <a:pt x="31568" y="877"/>
                      <a:pt x="29226" y="2446"/>
                    </a:cubicBezTo>
                    <a:cubicBezTo>
                      <a:pt x="27433" y="3790"/>
                      <a:pt x="25763" y="5317"/>
                      <a:pt x="24277" y="6987"/>
                    </a:cubicBezTo>
                    <a:lnTo>
                      <a:pt x="17292" y="13972"/>
                    </a:lnTo>
                    <a:cubicBezTo>
                      <a:pt x="12791" y="18453"/>
                      <a:pt x="7862" y="22709"/>
                      <a:pt x="3667" y="27434"/>
                    </a:cubicBezTo>
                    <a:cubicBezTo>
                      <a:pt x="1875" y="29389"/>
                      <a:pt x="673" y="31812"/>
                      <a:pt x="164" y="34419"/>
                    </a:cubicBezTo>
                    <a:lnTo>
                      <a:pt x="164" y="34847"/>
                    </a:lnTo>
                    <a:lnTo>
                      <a:pt x="164" y="34826"/>
                    </a:lnTo>
                    <a:cubicBezTo>
                      <a:pt x="-427" y="38798"/>
                      <a:pt x="592" y="42809"/>
                      <a:pt x="2995" y="46007"/>
                    </a:cubicBezTo>
                    <a:cubicBezTo>
                      <a:pt x="5398" y="49265"/>
                      <a:pt x="8941" y="51445"/>
                      <a:pt x="12913" y="52137"/>
                    </a:cubicBezTo>
                    <a:close/>
                  </a:path>
                </a:pathLst>
              </a:custGeom>
              <a:grpFill/>
              <a:ln w="51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41C399B7-5F31-AC92-1DC9-3ADC66403A30}"/>
                  </a:ext>
                </a:extLst>
              </p:cNvPr>
              <p:cNvSpPr/>
              <p:nvPr/>
            </p:nvSpPr>
            <p:spPr>
              <a:xfrm>
                <a:off x="10707640" y="753557"/>
                <a:ext cx="53084" cy="53047"/>
              </a:xfrm>
              <a:custGeom>
                <a:avLst/>
                <a:gdLst>
                  <a:gd name="connsiteX0" fmla="*/ 24717 w 53084"/>
                  <a:gd name="connsiteY0" fmla="*/ 50889 h 53047"/>
                  <a:gd name="connsiteX1" fmla="*/ 29544 w 53084"/>
                  <a:gd name="connsiteY1" fmla="*/ 46368 h 53047"/>
                  <a:gd name="connsiteX2" fmla="*/ 37405 w 53084"/>
                  <a:gd name="connsiteY2" fmla="*/ 38567 h 53047"/>
                  <a:gd name="connsiteX3" fmla="*/ 45551 w 53084"/>
                  <a:gd name="connsiteY3" fmla="*/ 30503 h 53047"/>
                  <a:gd name="connsiteX4" fmla="*/ 45531 w 53084"/>
                  <a:gd name="connsiteY4" fmla="*/ 30503 h 53047"/>
                  <a:gd name="connsiteX5" fmla="*/ 50113 w 53084"/>
                  <a:gd name="connsiteY5" fmla="*/ 25717 h 53047"/>
                  <a:gd name="connsiteX6" fmla="*/ 52801 w 53084"/>
                  <a:gd name="connsiteY6" fmla="*/ 13395 h 53047"/>
                  <a:gd name="connsiteX7" fmla="*/ 46162 w 53084"/>
                  <a:gd name="connsiteY7" fmla="*/ 2907 h 53047"/>
                  <a:gd name="connsiteX8" fmla="*/ 35674 w 53084"/>
                  <a:gd name="connsiteY8" fmla="*/ 36 h 53047"/>
                  <a:gd name="connsiteX9" fmla="*/ 28485 w 53084"/>
                  <a:gd name="connsiteY9" fmla="*/ 2215 h 53047"/>
                  <a:gd name="connsiteX10" fmla="*/ 21500 w 53084"/>
                  <a:gd name="connsiteY10" fmla="*/ 8528 h 53047"/>
                  <a:gd name="connsiteX11" fmla="*/ 11338 w 53084"/>
                  <a:gd name="connsiteY11" fmla="*/ 18772 h 53047"/>
                  <a:gd name="connsiteX12" fmla="*/ 2947 w 53084"/>
                  <a:gd name="connsiteY12" fmla="*/ 27183 h 53047"/>
                  <a:gd name="connsiteX13" fmla="*/ 75 w 53084"/>
                  <a:gd name="connsiteY13" fmla="*/ 34189 h 53047"/>
                  <a:gd name="connsiteX14" fmla="*/ 75 w 53084"/>
                  <a:gd name="connsiteY14" fmla="*/ 34677 h 53047"/>
                  <a:gd name="connsiteX15" fmla="*/ 3986 w 53084"/>
                  <a:gd name="connsiteY15" fmla="*/ 46978 h 53047"/>
                  <a:gd name="connsiteX16" fmla="*/ 15166 w 53084"/>
                  <a:gd name="connsiteY16" fmla="*/ 53048 h 53047"/>
                  <a:gd name="connsiteX17" fmla="*/ 17854 w 53084"/>
                  <a:gd name="connsiteY17" fmla="*/ 53048 h 53047"/>
                  <a:gd name="connsiteX18" fmla="*/ 24718 w 53084"/>
                  <a:gd name="connsiteY18" fmla="*/ 50889 h 53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084" h="53047">
                    <a:moveTo>
                      <a:pt x="24717" y="50889"/>
                    </a:moveTo>
                    <a:cubicBezTo>
                      <a:pt x="26428" y="49504"/>
                      <a:pt x="28037" y="47997"/>
                      <a:pt x="29544" y="46368"/>
                    </a:cubicBezTo>
                    <a:lnTo>
                      <a:pt x="37405" y="38567"/>
                    </a:lnTo>
                    <a:lnTo>
                      <a:pt x="45551" y="30503"/>
                    </a:lnTo>
                    <a:lnTo>
                      <a:pt x="45531" y="30503"/>
                    </a:lnTo>
                    <a:cubicBezTo>
                      <a:pt x="47180" y="29036"/>
                      <a:pt x="48708" y="27427"/>
                      <a:pt x="50113" y="25717"/>
                    </a:cubicBezTo>
                    <a:cubicBezTo>
                      <a:pt x="52659" y="22153"/>
                      <a:pt x="53616" y="17692"/>
                      <a:pt x="52801" y="13395"/>
                    </a:cubicBezTo>
                    <a:cubicBezTo>
                      <a:pt x="52007" y="9180"/>
                      <a:pt x="49624" y="5433"/>
                      <a:pt x="46162" y="2907"/>
                    </a:cubicBezTo>
                    <a:cubicBezTo>
                      <a:pt x="43087" y="810"/>
                      <a:pt x="39401" y="-209"/>
                      <a:pt x="35674" y="36"/>
                    </a:cubicBezTo>
                    <a:cubicBezTo>
                      <a:pt x="33149" y="219"/>
                      <a:pt x="30705" y="972"/>
                      <a:pt x="28485" y="2215"/>
                    </a:cubicBezTo>
                    <a:cubicBezTo>
                      <a:pt x="25939" y="4048"/>
                      <a:pt x="23597" y="6186"/>
                      <a:pt x="21500" y="8528"/>
                    </a:cubicBezTo>
                    <a:lnTo>
                      <a:pt x="11338" y="18772"/>
                    </a:lnTo>
                    <a:cubicBezTo>
                      <a:pt x="8344" y="21378"/>
                      <a:pt x="5533" y="24189"/>
                      <a:pt x="2947" y="27183"/>
                    </a:cubicBezTo>
                    <a:cubicBezTo>
                      <a:pt x="1399" y="29240"/>
                      <a:pt x="401" y="31643"/>
                      <a:pt x="75" y="34189"/>
                    </a:cubicBezTo>
                    <a:lnTo>
                      <a:pt x="75" y="34677"/>
                    </a:lnTo>
                    <a:cubicBezTo>
                      <a:pt x="-352" y="39138"/>
                      <a:pt x="1053" y="43577"/>
                      <a:pt x="3986" y="46978"/>
                    </a:cubicBezTo>
                    <a:cubicBezTo>
                      <a:pt x="6816" y="50339"/>
                      <a:pt x="10808" y="52498"/>
                      <a:pt x="15166" y="53048"/>
                    </a:cubicBezTo>
                    <a:lnTo>
                      <a:pt x="17854" y="53048"/>
                    </a:lnTo>
                    <a:cubicBezTo>
                      <a:pt x="20278" y="52885"/>
                      <a:pt x="22640" y="52131"/>
                      <a:pt x="24718" y="50889"/>
                    </a:cubicBezTo>
                    <a:close/>
                  </a:path>
                </a:pathLst>
              </a:custGeom>
              <a:grpFill/>
              <a:ln w="51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0219E4F6-5B62-6905-750F-6D8D174D77B1}"/>
                  </a:ext>
                </a:extLst>
              </p:cNvPr>
              <p:cNvSpPr/>
              <p:nvPr/>
            </p:nvSpPr>
            <p:spPr>
              <a:xfrm>
                <a:off x="10735540" y="775956"/>
                <a:ext cx="59143" cy="58198"/>
              </a:xfrm>
              <a:custGeom>
                <a:avLst/>
                <a:gdLst>
                  <a:gd name="connsiteX0" fmla="*/ 42557 w 59143"/>
                  <a:gd name="connsiteY0" fmla="*/ 38021 h 58198"/>
                  <a:gd name="connsiteX1" fmla="*/ 51721 w 59143"/>
                  <a:gd name="connsiteY1" fmla="*/ 29080 h 58198"/>
                  <a:gd name="connsiteX2" fmla="*/ 51701 w 59143"/>
                  <a:gd name="connsiteY2" fmla="*/ 29080 h 58198"/>
                  <a:gd name="connsiteX3" fmla="*/ 57159 w 59143"/>
                  <a:gd name="connsiteY3" fmla="*/ 22991 h 58198"/>
                  <a:gd name="connsiteX4" fmla="*/ 58483 w 59143"/>
                  <a:gd name="connsiteY4" fmla="*/ 10873 h 58198"/>
                  <a:gd name="connsiteX5" fmla="*/ 50520 w 59143"/>
                  <a:gd name="connsiteY5" fmla="*/ 1709 h 58198"/>
                  <a:gd name="connsiteX6" fmla="*/ 40948 w 59143"/>
                  <a:gd name="connsiteY6" fmla="*/ 120 h 58198"/>
                  <a:gd name="connsiteX7" fmla="*/ 34227 w 59143"/>
                  <a:gd name="connsiteY7" fmla="*/ 2442 h 58198"/>
                  <a:gd name="connsiteX8" fmla="*/ 29727 w 59143"/>
                  <a:gd name="connsiteY8" fmla="*/ 6474 h 58198"/>
                  <a:gd name="connsiteX9" fmla="*/ 22741 w 59143"/>
                  <a:gd name="connsiteY9" fmla="*/ 13460 h 58198"/>
                  <a:gd name="connsiteX10" fmla="*/ 9382 w 59143"/>
                  <a:gd name="connsiteY10" fmla="*/ 26290 h 58198"/>
                  <a:gd name="connsiteX11" fmla="*/ 2681 w 59143"/>
                  <a:gd name="connsiteY11" fmla="*/ 33275 h 58198"/>
                  <a:gd name="connsiteX12" fmla="*/ 278 w 59143"/>
                  <a:gd name="connsiteY12" fmla="*/ 44843 h 58198"/>
                  <a:gd name="connsiteX13" fmla="*/ 7569 w 59143"/>
                  <a:gd name="connsiteY13" fmla="*/ 55311 h 58198"/>
                  <a:gd name="connsiteX14" fmla="*/ 18790 w 59143"/>
                  <a:gd name="connsiteY14" fmla="*/ 58040 h 58198"/>
                  <a:gd name="connsiteX15" fmla="*/ 24839 w 59143"/>
                  <a:gd name="connsiteY15" fmla="*/ 55066 h 58198"/>
                  <a:gd name="connsiteX16" fmla="*/ 32129 w 59143"/>
                  <a:gd name="connsiteY16" fmla="*/ 48285 h 58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143" h="58198">
                    <a:moveTo>
                      <a:pt x="42557" y="38021"/>
                    </a:moveTo>
                    <a:lnTo>
                      <a:pt x="51721" y="29080"/>
                    </a:lnTo>
                    <a:lnTo>
                      <a:pt x="51701" y="29080"/>
                    </a:lnTo>
                    <a:cubicBezTo>
                      <a:pt x="53798" y="27309"/>
                      <a:pt x="55631" y="25272"/>
                      <a:pt x="57159" y="22991"/>
                    </a:cubicBezTo>
                    <a:cubicBezTo>
                      <a:pt x="59216" y="19305"/>
                      <a:pt x="59704" y="14926"/>
                      <a:pt x="58483" y="10873"/>
                    </a:cubicBezTo>
                    <a:cubicBezTo>
                      <a:pt x="57138" y="6882"/>
                      <a:pt x="54267" y="3603"/>
                      <a:pt x="50520" y="1709"/>
                    </a:cubicBezTo>
                    <a:cubicBezTo>
                      <a:pt x="47546" y="283"/>
                      <a:pt x="44227" y="-267"/>
                      <a:pt x="40948" y="120"/>
                    </a:cubicBezTo>
                    <a:cubicBezTo>
                      <a:pt x="38565" y="365"/>
                      <a:pt x="36264" y="1179"/>
                      <a:pt x="34227" y="2442"/>
                    </a:cubicBezTo>
                    <a:cubicBezTo>
                      <a:pt x="32598" y="3644"/>
                      <a:pt x="31091" y="4988"/>
                      <a:pt x="29727" y="6474"/>
                    </a:cubicBezTo>
                    <a:lnTo>
                      <a:pt x="22741" y="13460"/>
                    </a:lnTo>
                    <a:lnTo>
                      <a:pt x="9382" y="26290"/>
                    </a:lnTo>
                    <a:cubicBezTo>
                      <a:pt x="6958" y="28408"/>
                      <a:pt x="4718" y="30750"/>
                      <a:pt x="2681" y="33275"/>
                    </a:cubicBezTo>
                    <a:cubicBezTo>
                      <a:pt x="359" y="36656"/>
                      <a:pt x="-496" y="40810"/>
                      <a:pt x="278" y="44843"/>
                    </a:cubicBezTo>
                    <a:cubicBezTo>
                      <a:pt x="1255" y="49140"/>
                      <a:pt x="3883" y="52887"/>
                      <a:pt x="7569" y="55311"/>
                    </a:cubicBezTo>
                    <a:cubicBezTo>
                      <a:pt x="10827" y="57632"/>
                      <a:pt x="14839" y="58610"/>
                      <a:pt x="18790" y="58040"/>
                    </a:cubicBezTo>
                    <a:cubicBezTo>
                      <a:pt x="20989" y="57490"/>
                      <a:pt x="23046" y="56472"/>
                      <a:pt x="24839" y="55066"/>
                    </a:cubicBezTo>
                    <a:cubicBezTo>
                      <a:pt x="27405" y="52969"/>
                      <a:pt x="29849" y="50708"/>
                      <a:pt x="32129" y="48285"/>
                    </a:cubicBezTo>
                    <a:close/>
                  </a:path>
                </a:pathLst>
              </a:custGeom>
              <a:grpFill/>
              <a:ln w="51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DF9F7C05-BAF5-F38C-7E06-60E185AFE699}"/>
                  </a:ext>
                </a:extLst>
              </p:cNvPr>
              <p:cNvSpPr/>
              <p:nvPr/>
            </p:nvSpPr>
            <p:spPr>
              <a:xfrm>
                <a:off x="10579553" y="528652"/>
                <a:ext cx="138688" cy="199238"/>
              </a:xfrm>
              <a:custGeom>
                <a:avLst/>
                <a:gdLst>
                  <a:gd name="connsiteX0" fmla="*/ 82114 w 138688"/>
                  <a:gd name="connsiteY0" fmla="*/ 0 h 199238"/>
                  <a:gd name="connsiteX1" fmla="*/ 0 w 138688"/>
                  <a:gd name="connsiteY1" fmla="*/ 170401 h 199238"/>
                  <a:gd name="connsiteX2" fmla="*/ 16292 w 138688"/>
                  <a:gd name="connsiteY2" fmla="*/ 179036 h 199238"/>
                  <a:gd name="connsiteX3" fmla="*/ 43765 w 138688"/>
                  <a:gd name="connsiteY3" fmla="*/ 193007 h 199238"/>
                  <a:gd name="connsiteX4" fmla="*/ 43745 w 138688"/>
                  <a:gd name="connsiteY4" fmla="*/ 193007 h 199238"/>
                  <a:gd name="connsiteX5" fmla="*/ 56392 w 138688"/>
                  <a:gd name="connsiteY5" fmla="*/ 199239 h 199238"/>
                  <a:gd name="connsiteX6" fmla="*/ 138689 w 138688"/>
                  <a:gd name="connsiteY6" fmla="*/ 31444 h 199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8688" h="199238">
                    <a:moveTo>
                      <a:pt x="82114" y="0"/>
                    </a:moveTo>
                    <a:lnTo>
                      <a:pt x="0" y="170401"/>
                    </a:lnTo>
                    <a:cubicBezTo>
                      <a:pt x="5234" y="173537"/>
                      <a:pt x="10875" y="176246"/>
                      <a:pt x="16292" y="179036"/>
                    </a:cubicBezTo>
                    <a:lnTo>
                      <a:pt x="43765" y="193007"/>
                    </a:lnTo>
                    <a:lnTo>
                      <a:pt x="43745" y="193007"/>
                    </a:lnTo>
                    <a:cubicBezTo>
                      <a:pt x="47798" y="195430"/>
                      <a:pt x="52013" y="197507"/>
                      <a:pt x="56392" y="199239"/>
                    </a:cubicBezTo>
                    <a:lnTo>
                      <a:pt x="138689" y="31444"/>
                    </a:lnTo>
                    <a:close/>
                  </a:path>
                </a:pathLst>
              </a:custGeom>
              <a:grpFill/>
              <a:ln w="51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C015D6E7-20AF-ED23-9D61-42E4DF7CA7DC}"/>
                  </a:ext>
                </a:extLst>
              </p:cNvPr>
              <p:cNvSpPr/>
              <p:nvPr/>
            </p:nvSpPr>
            <p:spPr>
              <a:xfrm>
                <a:off x="10962348" y="529408"/>
                <a:ext cx="138563" cy="199266"/>
              </a:xfrm>
              <a:custGeom>
                <a:avLst/>
                <a:gdLst>
                  <a:gd name="connsiteX0" fmla="*/ 82335 w 138563"/>
                  <a:gd name="connsiteY0" fmla="*/ 199175 h 199266"/>
                  <a:gd name="connsiteX1" fmla="*/ 138564 w 138563"/>
                  <a:gd name="connsiteY1" fmla="*/ 169401 h 199266"/>
                  <a:gd name="connsiteX2" fmla="*/ 75677 w 138563"/>
                  <a:gd name="connsiteY2" fmla="*/ 39937 h 199266"/>
                  <a:gd name="connsiteX3" fmla="*/ 60953 w 138563"/>
                  <a:gd name="connsiteY3" fmla="*/ 9226 h 199266"/>
                  <a:gd name="connsiteX4" fmla="*/ 58122 w 138563"/>
                  <a:gd name="connsiteY4" fmla="*/ 3503 h 199266"/>
                  <a:gd name="connsiteX5" fmla="*/ 56391 w 138563"/>
                  <a:gd name="connsiteY5" fmla="*/ 0 h 199266"/>
                  <a:gd name="connsiteX6" fmla="*/ 56004 w 138563"/>
                  <a:gd name="connsiteY6" fmla="*/ 0 h 199266"/>
                  <a:gd name="connsiteX7" fmla="*/ 0 w 138563"/>
                  <a:gd name="connsiteY7" fmla="*/ 30691 h 199266"/>
                  <a:gd name="connsiteX8" fmla="*/ 81582 w 138563"/>
                  <a:gd name="connsiteY8" fmla="*/ 199137 h 199266"/>
                  <a:gd name="connsiteX9" fmla="*/ 82336 w 138563"/>
                  <a:gd name="connsiteY9" fmla="*/ 199178 h 199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8563" h="199266">
                    <a:moveTo>
                      <a:pt x="82335" y="199175"/>
                    </a:moveTo>
                    <a:lnTo>
                      <a:pt x="138564" y="169401"/>
                    </a:lnTo>
                    <a:lnTo>
                      <a:pt x="75677" y="39937"/>
                    </a:lnTo>
                    <a:lnTo>
                      <a:pt x="60953" y="9226"/>
                    </a:lnTo>
                    <a:lnTo>
                      <a:pt x="58122" y="3503"/>
                    </a:lnTo>
                    <a:cubicBezTo>
                      <a:pt x="57756" y="2240"/>
                      <a:pt x="57165" y="1059"/>
                      <a:pt x="56391" y="0"/>
                    </a:cubicBezTo>
                    <a:lnTo>
                      <a:pt x="56004" y="0"/>
                    </a:lnTo>
                    <a:lnTo>
                      <a:pt x="0" y="30691"/>
                    </a:lnTo>
                    <a:lnTo>
                      <a:pt x="81582" y="199137"/>
                    </a:lnTo>
                    <a:cubicBezTo>
                      <a:pt x="82173" y="199279"/>
                      <a:pt x="81928" y="199320"/>
                      <a:pt x="82336" y="199178"/>
                    </a:cubicBezTo>
                    <a:close/>
                  </a:path>
                </a:pathLst>
              </a:custGeom>
              <a:grpFill/>
              <a:ln w="51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26A91BB3-DDE2-07E0-2BAB-5B473A747502}"/>
                  </a:ext>
                </a:extLst>
              </p:cNvPr>
              <p:cNvSpPr/>
              <p:nvPr/>
            </p:nvSpPr>
            <p:spPr>
              <a:xfrm>
                <a:off x="10772987" y="573336"/>
                <a:ext cx="245306" cy="160461"/>
              </a:xfrm>
              <a:custGeom>
                <a:avLst/>
                <a:gdLst>
                  <a:gd name="connsiteX0" fmla="*/ 34743 w 245306"/>
                  <a:gd name="connsiteY0" fmla="*/ 32993 h 160461"/>
                  <a:gd name="connsiteX1" fmla="*/ 26455 w 245306"/>
                  <a:gd name="connsiteY1" fmla="*/ 45844 h 160461"/>
                  <a:gd name="connsiteX2" fmla="*/ 0 w 245306"/>
                  <a:gd name="connsiteY2" fmla="*/ 92359 h 160461"/>
                  <a:gd name="connsiteX3" fmla="*/ 15193 w 245306"/>
                  <a:gd name="connsiteY3" fmla="*/ 103886 h 160461"/>
                  <a:gd name="connsiteX4" fmla="*/ 30182 w 245306"/>
                  <a:gd name="connsiteY4" fmla="*/ 99589 h 160461"/>
                  <a:gd name="connsiteX5" fmla="*/ 42137 w 245306"/>
                  <a:gd name="connsiteY5" fmla="*/ 88449 h 160461"/>
                  <a:gd name="connsiteX6" fmla="*/ 61647 w 245306"/>
                  <a:gd name="connsiteY6" fmla="*/ 69509 h 160461"/>
                  <a:gd name="connsiteX7" fmla="*/ 67105 w 245306"/>
                  <a:gd name="connsiteY7" fmla="*/ 64153 h 160461"/>
                  <a:gd name="connsiteX8" fmla="*/ 67085 w 245306"/>
                  <a:gd name="connsiteY8" fmla="*/ 64153 h 160461"/>
                  <a:gd name="connsiteX9" fmla="*/ 70588 w 245306"/>
                  <a:gd name="connsiteY9" fmla="*/ 60935 h 160461"/>
                  <a:gd name="connsiteX10" fmla="*/ 76534 w 245306"/>
                  <a:gd name="connsiteY10" fmla="*/ 59713 h 160461"/>
                  <a:gd name="connsiteX11" fmla="*/ 80445 w 245306"/>
                  <a:gd name="connsiteY11" fmla="*/ 61180 h 160461"/>
                  <a:gd name="connsiteX12" fmla="*/ 89955 w 245306"/>
                  <a:gd name="connsiteY12" fmla="*/ 67921 h 160461"/>
                  <a:gd name="connsiteX13" fmla="*/ 107429 w 245306"/>
                  <a:gd name="connsiteY13" fmla="*/ 80364 h 160461"/>
                  <a:gd name="connsiteX14" fmla="*/ 131012 w 245306"/>
                  <a:gd name="connsiteY14" fmla="*/ 96656 h 160461"/>
                  <a:gd name="connsiteX15" fmla="*/ 153190 w 245306"/>
                  <a:gd name="connsiteY15" fmla="*/ 112236 h 160461"/>
                  <a:gd name="connsiteX16" fmla="*/ 222375 w 245306"/>
                  <a:gd name="connsiteY16" fmla="*/ 160462 h 160461"/>
                  <a:gd name="connsiteX17" fmla="*/ 245306 w 245306"/>
                  <a:gd name="connsiteY17" fmla="*/ 144699 h 160461"/>
                  <a:gd name="connsiteX18" fmla="*/ 201927 w 245306"/>
                  <a:gd name="connsiteY18" fmla="*/ 54478 h 160461"/>
                  <a:gd name="connsiteX19" fmla="*/ 188343 w 245306"/>
                  <a:gd name="connsiteY19" fmla="*/ 26027 h 160461"/>
                  <a:gd name="connsiteX20" fmla="*/ 184596 w 245306"/>
                  <a:gd name="connsiteY20" fmla="*/ 18207 h 160461"/>
                  <a:gd name="connsiteX21" fmla="*/ 182723 w 245306"/>
                  <a:gd name="connsiteY21" fmla="*/ 14704 h 160461"/>
                  <a:gd name="connsiteX22" fmla="*/ 170911 w 245306"/>
                  <a:gd name="connsiteY22" fmla="*/ 16354 h 160461"/>
                  <a:gd name="connsiteX23" fmla="*/ 147531 w 245306"/>
                  <a:gd name="connsiteY23" fmla="*/ 11222 h 160461"/>
                  <a:gd name="connsiteX24" fmla="*/ 114926 w 245306"/>
                  <a:gd name="connsiteY24" fmla="*/ 2810 h 160461"/>
                  <a:gd name="connsiteX25" fmla="*/ 114926 w 245306"/>
                  <a:gd name="connsiteY25" fmla="*/ 2790 h 160461"/>
                  <a:gd name="connsiteX26" fmla="*/ 98022 w 245306"/>
                  <a:gd name="connsiteY26" fmla="*/ 0 h 160461"/>
                  <a:gd name="connsiteX27" fmla="*/ 89733 w 245306"/>
                  <a:gd name="connsiteY27" fmla="*/ 1670 h 160461"/>
                  <a:gd name="connsiteX28" fmla="*/ 78349 w 245306"/>
                  <a:gd name="connsiteY28" fmla="*/ 7189 h 160461"/>
                  <a:gd name="connsiteX29" fmla="*/ 60387 w 245306"/>
                  <a:gd name="connsiteY29" fmla="*/ 16720 h 160461"/>
                  <a:gd name="connsiteX30" fmla="*/ 41040 w 245306"/>
                  <a:gd name="connsiteY30" fmla="*/ 27371 h 160461"/>
                  <a:gd name="connsiteX31" fmla="*/ 41019 w 245306"/>
                  <a:gd name="connsiteY31" fmla="*/ 27392 h 160461"/>
                  <a:gd name="connsiteX32" fmla="*/ 34747 w 245306"/>
                  <a:gd name="connsiteY32" fmla="*/ 32992 h 160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45306" h="160461">
                    <a:moveTo>
                      <a:pt x="34743" y="32993"/>
                    </a:moveTo>
                    <a:cubicBezTo>
                      <a:pt x="31689" y="37087"/>
                      <a:pt x="28919" y="41384"/>
                      <a:pt x="26455" y="45844"/>
                    </a:cubicBezTo>
                    <a:cubicBezTo>
                      <a:pt x="17046" y="60894"/>
                      <a:pt x="7902" y="76453"/>
                      <a:pt x="0" y="92359"/>
                    </a:cubicBezTo>
                    <a:cubicBezTo>
                      <a:pt x="3503" y="97104"/>
                      <a:pt x="8940" y="102847"/>
                      <a:pt x="15193" y="103886"/>
                    </a:cubicBezTo>
                    <a:cubicBezTo>
                      <a:pt x="20590" y="104721"/>
                      <a:pt x="26068" y="103153"/>
                      <a:pt x="30182" y="99589"/>
                    </a:cubicBezTo>
                    <a:cubicBezTo>
                      <a:pt x="34418" y="96086"/>
                      <a:pt x="38247" y="92216"/>
                      <a:pt x="42137" y="88449"/>
                    </a:cubicBezTo>
                    <a:lnTo>
                      <a:pt x="61647" y="69509"/>
                    </a:lnTo>
                    <a:lnTo>
                      <a:pt x="67105" y="64153"/>
                    </a:lnTo>
                    <a:lnTo>
                      <a:pt x="67085" y="64153"/>
                    </a:lnTo>
                    <a:cubicBezTo>
                      <a:pt x="68123" y="62951"/>
                      <a:pt x="69305" y="61872"/>
                      <a:pt x="70588" y="60935"/>
                    </a:cubicBezTo>
                    <a:cubicBezTo>
                      <a:pt x="72380" y="59876"/>
                      <a:pt x="74457" y="59448"/>
                      <a:pt x="76534" y="59713"/>
                    </a:cubicBezTo>
                    <a:cubicBezTo>
                      <a:pt x="77919" y="59896"/>
                      <a:pt x="79263" y="60406"/>
                      <a:pt x="80445" y="61180"/>
                    </a:cubicBezTo>
                    <a:cubicBezTo>
                      <a:pt x="83723" y="63216"/>
                      <a:pt x="86778" y="65680"/>
                      <a:pt x="89955" y="67921"/>
                    </a:cubicBezTo>
                    <a:lnTo>
                      <a:pt x="107429" y="80364"/>
                    </a:lnTo>
                    <a:lnTo>
                      <a:pt x="131012" y="96656"/>
                    </a:lnTo>
                    <a:lnTo>
                      <a:pt x="153190" y="112236"/>
                    </a:lnTo>
                    <a:lnTo>
                      <a:pt x="222375" y="160462"/>
                    </a:lnTo>
                    <a:lnTo>
                      <a:pt x="245306" y="144699"/>
                    </a:lnTo>
                    <a:lnTo>
                      <a:pt x="201927" y="54478"/>
                    </a:lnTo>
                    <a:lnTo>
                      <a:pt x="188343" y="26027"/>
                    </a:lnTo>
                    <a:lnTo>
                      <a:pt x="184596" y="18207"/>
                    </a:lnTo>
                    <a:cubicBezTo>
                      <a:pt x="184128" y="16965"/>
                      <a:pt x="183496" y="15784"/>
                      <a:pt x="182723" y="14704"/>
                    </a:cubicBezTo>
                    <a:cubicBezTo>
                      <a:pt x="178873" y="15824"/>
                      <a:pt x="174902" y="16374"/>
                      <a:pt x="170911" y="16354"/>
                    </a:cubicBezTo>
                    <a:cubicBezTo>
                      <a:pt x="162948" y="15478"/>
                      <a:pt x="155107" y="13747"/>
                      <a:pt x="147531" y="11222"/>
                    </a:cubicBezTo>
                    <a:lnTo>
                      <a:pt x="114926" y="2810"/>
                    </a:lnTo>
                    <a:lnTo>
                      <a:pt x="114926" y="2790"/>
                    </a:lnTo>
                    <a:cubicBezTo>
                      <a:pt x="109467" y="1018"/>
                      <a:pt x="103765" y="81"/>
                      <a:pt x="98022" y="0"/>
                    </a:cubicBezTo>
                    <a:cubicBezTo>
                      <a:pt x="95191" y="183"/>
                      <a:pt x="92401" y="754"/>
                      <a:pt x="89733" y="1670"/>
                    </a:cubicBezTo>
                    <a:cubicBezTo>
                      <a:pt x="85844" y="3320"/>
                      <a:pt x="82035" y="5152"/>
                      <a:pt x="78349" y="7189"/>
                    </a:cubicBezTo>
                    <a:lnTo>
                      <a:pt x="60387" y="16720"/>
                    </a:lnTo>
                    <a:cubicBezTo>
                      <a:pt x="53951" y="20223"/>
                      <a:pt x="47108" y="23359"/>
                      <a:pt x="41040" y="27371"/>
                    </a:cubicBezTo>
                    <a:lnTo>
                      <a:pt x="41019" y="27392"/>
                    </a:lnTo>
                    <a:cubicBezTo>
                      <a:pt x="38657" y="28919"/>
                      <a:pt x="36539" y="30813"/>
                      <a:pt x="34747" y="32992"/>
                    </a:cubicBezTo>
                    <a:close/>
                  </a:path>
                </a:pathLst>
              </a:custGeom>
              <a:grpFill/>
              <a:ln w="51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F43B6EE4-5307-A06E-FBDF-6A7FF6FBDEB5}"/>
                  </a:ext>
                </a:extLst>
              </p:cNvPr>
              <p:cNvSpPr/>
              <p:nvPr/>
            </p:nvSpPr>
            <p:spPr>
              <a:xfrm>
                <a:off x="10662505" y="573368"/>
                <a:ext cx="328557" cy="290479"/>
              </a:xfrm>
              <a:custGeom>
                <a:avLst/>
                <a:gdLst>
                  <a:gd name="connsiteX0" fmla="*/ 61031 w 328557"/>
                  <a:gd name="connsiteY0" fmla="*/ 179777 h 290479"/>
                  <a:gd name="connsiteX1" fmla="*/ 72986 w 328557"/>
                  <a:gd name="connsiteY1" fmla="*/ 170449 h 290479"/>
                  <a:gd name="connsiteX2" fmla="*/ 85042 w 328557"/>
                  <a:gd name="connsiteY2" fmla="*/ 168412 h 290479"/>
                  <a:gd name="connsiteX3" fmla="*/ 103106 w 328557"/>
                  <a:gd name="connsiteY3" fmla="*/ 178004 h 290479"/>
                  <a:gd name="connsiteX4" fmla="*/ 109216 w 328557"/>
                  <a:gd name="connsiteY4" fmla="*/ 191649 h 290479"/>
                  <a:gd name="connsiteX5" fmla="*/ 128991 w 328557"/>
                  <a:gd name="connsiteY5" fmla="*/ 193299 h 290479"/>
                  <a:gd name="connsiteX6" fmla="*/ 142514 w 328557"/>
                  <a:gd name="connsiteY6" fmla="*/ 209958 h 290479"/>
                  <a:gd name="connsiteX7" fmla="*/ 143716 w 328557"/>
                  <a:gd name="connsiteY7" fmla="*/ 219367 h 290479"/>
                  <a:gd name="connsiteX8" fmla="*/ 160273 w 328557"/>
                  <a:gd name="connsiteY8" fmla="*/ 227819 h 290479"/>
                  <a:gd name="connsiteX9" fmla="*/ 166037 w 328557"/>
                  <a:gd name="connsiteY9" fmla="*/ 245293 h 290479"/>
                  <a:gd name="connsiteX10" fmla="*/ 156506 w 328557"/>
                  <a:gd name="connsiteY10" fmla="*/ 261992 h 290479"/>
                  <a:gd name="connsiteX11" fmla="*/ 182390 w 328557"/>
                  <a:gd name="connsiteY11" fmla="*/ 277572 h 290479"/>
                  <a:gd name="connsiteX12" fmla="*/ 192003 w 328557"/>
                  <a:gd name="connsiteY12" fmla="*/ 283478 h 290479"/>
                  <a:gd name="connsiteX13" fmla="*/ 202736 w 328557"/>
                  <a:gd name="connsiteY13" fmla="*/ 289282 h 290479"/>
                  <a:gd name="connsiteX14" fmla="*/ 214283 w 328557"/>
                  <a:gd name="connsiteY14" fmla="*/ 290015 h 290479"/>
                  <a:gd name="connsiteX15" fmla="*/ 226726 w 328557"/>
                  <a:gd name="connsiteY15" fmla="*/ 280749 h 290479"/>
                  <a:gd name="connsiteX16" fmla="*/ 228783 w 328557"/>
                  <a:gd name="connsiteY16" fmla="*/ 268326 h 290479"/>
                  <a:gd name="connsiteX17" fmla="*/ 227113 w 328557"/>
                  <a:gd name="connsiteY17" fmla="*/ 265516 h 290479"/>
                  <a:gd name="connsiteX18" fmla="*/ 222674 w 328557"/>
                  <a:gd name="connsiteY18" fmla="*/ 262033 h 290479"/>
                  <a:gd name="connsiteX19" fmla="*/ 213651 w 328557"/>
                  <a:gd name="connsiteY19" fmla="*/ 255394 h 290479"/>
                  <a:gd name="connsiteX20" fmla="*/ 196178 w 328557"/>
                  <a:gd name="connsiteY20" fmla="*/ 242564 h 290479"/>
                  <a:gd name="connsiteX21" fmla="*/ 196198 w 328557"/>
                  <a:gd name="connsiteY21" fmla="*/ 242564 h 290479"/>
                  <a:gd name="connsiteX22" fmla="*/ 174834 w 328557"/>
                  <a:gd name="connsiteY22" fmla="*/ 226537 h 290479"/>
                  <a:gd name="connsiteX23" fmla="*/ 183551 w 328557"/>
                  <a:gd name="connsiteY23" fmla="*/ 231323 h 290479"/>
                  <a:gd name="connsiteX24" fmla="*/ 196585 w 328557"/>
                  <a:gd name="connsiteY24" fmla="*/ 239285 h 290479"/>
                  <a:gd name="connsiteX25" fmla="*/ 232510 w 328557"/>
                  <a:gd name="connsiteY25" fmla="*/ 261749 h 290479"/>
                  <a:gd name="connsiteX26" fmla="*/ 241165 w 328557"/>
                  <a:gd name="connsiteY26" fmla="*/ 267227 h 290479"/>
                  <a:gd name="connsiteX27" fmla="*/ 247662 w 328557"/>
                  <a:gd name="connsiteY27" fmla="*/ 270730 h 290479"/>
                  <a:gd name="connsiteX28" fmla="*/ 259474 w 328557"/>
                  <a:gd name="connsiteY28" fmla="*/ 270241 h 290479"/>
                  <a:gd name="connsiteX29" fmla="*/ 269107 w 328557"/>
                  <a:gd name="connsiteY29" fmla="*/ 259264 h 290479"/>
                  <a:gd name="connsiteX30" fmla="*/ 268598 w 328557"/>
                  <a:gd name="connsiteY30" fmla="*/ 245782 h 290479"/>
                  <a:gd name="connsiteX31" fmla="*/ 265095 w 328557"/>
                  <a:gd name="connsiteY31" fmla="*/ 240467 h 290479"/>
                  <a:gd name="connsiteX32" fmla="*/ 251613 w 328557"/>
                  <a:gd name="connsiteY32" fmla="*/ 230732 h 290479"/>
                  <a:gd name="connsiteX33" fmla="*/ 239557 w 328557"/>
                  <a:gd name="connsiteY33" fmla="*/ 222341 h 290479"/>
                  <a:gd name="connsiteX34" fmla="*/ 218601 w 328557"/>
                  <a:gd name="connsiteY34" fmla="*/ 207291 h 290479"/>
                  <a:gd name="connsiteX35" fmla="*/ 218601 w 328557"/>
                  <a:gd name="connsiteY35" fmla="*/ 207271 h 290479"/>
                  <a:gd name="connsiteX36" fmla="*/ 204834 w 328557"/>
                  <a:gd name="connsiteY36" fmla="*/ 196579 h 290479"/>
                  <a:gd name="connsiteX37" fmla="*/ 215648 w 328557"/>
                  <a:gd name="connsiteY37" fmla="*/ 202525 h 290479"/>
                  <a:gd name="connsiteX38" fmla="*/ 229863 w 328557"/>
                  <a:gd name="connsiteY38" fmla="*/ 211079 h 290479"/>
                  <a:gd name="connsiteX39" fmla="*/ 258416 w 328557"/>
                  <a:gd name="connsiteY39" fmla="*/ 228553 h 290479"/>
                  <a:gd name="connsiteX40" fmla="*/ 270818 w 328557"/>
                  <a:gd name="connsiteY40" fmla="*/ 236515 h 290479"/>
                  <a:gd name="connsiteX41" fmla="*/ 277539 w 328557"/>
                  <a:gd name="connsiteY41" fmla="*/ 240426 h 290479"/>
                  <a:gd name="connsiteX42" fmla="*/ 287152 w 328557"/>
                  <a:gd name="connsiteY42" fmla="*/ 241342 h 290479"/>
                  <a:gd name="connsiteX43" fmla="*/ 287600 w 328557"/>
                  <a:gd name="connsiteY43" fmla="*/ 241342 h 290479"/>
                  <a:gd name="connsiteX44" fmla="*/ 299270 w 328557"/>
                  <a:gd name="connsiteY44" fmla="*/ 232931 h 290479"/>
                  <a:gd name="connsiteX45" fmla="*/ 302100 w 328557"/>
                  <a:gd name="connsiteY45" fmla="*/ 218186 h 290479"/>
                  <a:gd name="connsiteX46" fmla="*/ 297498 w 328557"/>
                  <a:gd name="connsiteY46" fmla="*/ 209755 h 290479"/>
                  <a:gd name="connsiteX47" fmla="*/ 290492 w 328557"/>
                  <a:gd name="connsiteY47" fmla="*/ 204338 h 290479"/>
                  <a:gd name="connsiteX48" fmla="*/ 275299 w 328557"/>
                  <a:gd name="connsiteY48" fmla="*/ 193584 h 290479"/>
                  <a:gd name="connsiteX49" fmla="*/ 233692 w 328557"/>
                  <a:gd name="connsiteY49" fmla="*/ 163505 h 290479"/>
                  <a:gd name="connsiteX50" fmla="*/ 250188 w 328557"/>
                  <a:gd name="connsiteY50" fmla="*/ 172689 h 290479"/>
                  <a:gd name="connsiteX51" fmla="*/ 285380 w 328557"/>
                  <a:gd name="connsiteY51" fmla="*/ 194012 h 290479"/>
                  <a:gd name="connsiteX52" fmla="*/ 297232 w 328557"/>
                  <a:gd name="connsiteY52" fmla="*/ 201446 h 290479"/>
                  <a:gd name="connsiteX53" fmla="*/ 297212 w 328557"/>
                  <a:gd name="connsiteY53" fmla="*/ 201446 h 290479"/>
                  <a:gd name="connsiteX54" fmla="*/ 304890 w 328557"/>
                  <a:gd name="connsiteY54" fmla="*/ 205213 h 290479"/>
                  <a:gd name="connsiteX55" fmla="*/ 315827 w 328557"/>
                  <a:gd name="connsiteY55" fmla="*/ 204297 h 290479"/>
                  <a:gd name="connsiteX56" fmla="*/ 327435 w 328557"/>
                  <a:gd name="connsiteY56" fmla="*/ 191975 h 290479"/>
                  <a:gd name="connsiteX57" fmla="*/ 328067 w 328557"/>
                  <a:gd name="connsiteY57" fmla="*/ 189878 h 290479"/>
                  <a:gd name="connsiteX58" fmla="*/ 328067 w 328557"/>
                  <a:gd name="connsiteY58" fmla="*/ 189389 h 290479"/>
                  <a:gd name="connsiteX59" fmla="*/ 325521 w 328557"/>
                  <a:gd name="connsiteY59" fmla="*/ 174563 h 290479"/>
                  <a:gd name="connsiteX60" fmla="*/ 321712 w 328557"/>
                  <a:gd name="connsiteY60" fmla="*/ 170204 h 290479"/>
                  <a:gd name="connsiteX61" fmla="*/ 292753 w 328557"/>
                  <a:gd name="connsiteY61" fmla="*/ 149595 h 290479"/>
                  <a:gd name="connsiteX62" fmla="*/ 226363 w 328557"/>
                  <a:gd name="connsiteY62" fmla="*/ 103120 h 290479"/>
                  <a:gd name="connsiteX63" fmla="*/ 187933 w 328557"/>
                  <a:gd name="connsiteY63" fmla="*/ 76258 h 290479"/>
                  <a:gd name="connsiteX64" fmla="*/ 174492 w 328557"/>
                  <a:gd name="connsiteY64" fmla="*/ 88539 h 290479"/>
                  <a:gd name="connsiteX65" fmla="*/ 147670 w 328557"/>
                  <a:gd name="connsiteY65" fmla="*/ 108782 h 290479"/>
                  <a:gd name="connsiteX66" fmla="*/ 129117 w 328557"/>
                  <a:gd name="connsiteY66" fmla="*/ 114443 h 290479"/>
                  <a:gd name="connsiteX67" fmla="*/ 107122 w 328557"/>
                  <a:gd name="connsiteY67" fmla="*/ 105034 h 290479"/>
                  <a:gd name="connsiteX68" fmla="*/ 98752 w 328557"/>
                  <a:gd name="connsiteY68" fmla="*/ 95361 h 290479"/>
                  <a:gd name="connsiteX69" fmla="*/ 106124 w 328557"/>
                  <a:gd name="connsiteY69" fmla="*/ 74384 h 290479"/>
                  <a:gd name="connsiteX70" fmla="*/ 127406 w 328557"/>
                  <a:gd name="connsiteY70" fmla="*/ 34101 h 290479"/>
                  <a:gd name="connsiteX71" fmla="*/ 140624 w 328557"/>
                  <a:gd name="connsiteY71" fmla="*/ 17218 h 290479"/>
                  <a:gd name="connsiteX72" fmla="*/ 163963 w 328557"/>
                  <a:gd name="connsiteY72" fmla="*/ 4530 h 290479"/>
                  <a:gd name="connsiteX73" fmla="*/ 163942 w 328557"/>
                  <a:gd name="connsiteY73" fmla="*/ 4550 h 290479"/>
                  <a:gd name="connsiteX74" fmla="*/ 146469 w 328557"/>
                  <a:gd name="connsiteY74" fmla="*/ 9 h 290479"/>
                  <a:gd name="connsiteX75" fmla="*/ 127223 w 328557"/>
                  <a:gd name="connsiteY75" fmla="*/ 3776 h 290479"/>
                  <a:gd name="connsiteX76" fmla="*/ 94557 w 328557"/>
                  <a:gd name="connsiteY76" fmla="*/ 11455 h 290479"/>
                  <a:gd name="connsiteX77" fmla="*/ 80016 w 328557"/>
                  <a:gd name="connsiteY77" fmla="*/ 14713 h 290479"/>
                  <a:gd name="connsiteX78" fmla="*/ 63173 w 328557"/>
                  <a:gd name="connsiteY78" fmla="*/ 13145 h 290479"/>
                  <a:gd name="connsiteX79" fmla="*/ 0 w 328557"/>
                  <a:gd name="connsiteY79" fmla="*/ 142426 h 290479"/>
                  <a:gd name="connsiteX80" fmla="*/ 7902 w 328557"/>
                  <a:gd name="connsiteY80" fmla="*/ 147457 h 290479"/>
                  <a:gd name="connsiteX81" fmla="*/ 14012 w 328557"/>
                  <a:gd name="connsiteY81" fmla="*/ 154198 h 290479"/>
                  <a:gd name="connsiteX82" fmla="*/ 22076 w 328557"/>
                  <a:gd name="connsiteY82" fmla="*/ 163769 h 290479"/>
                  <a:gd name="connsiteX83" fmla="*/ 46332 w 328557"/>
                  <a:gd name="connsiteY83" fmla="*/ 192139 h 29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328557" h="290479">
                    <a:moveTo>
                      <a:pt x="61031" y="179777"/>
                    </a:moveTo>
                    <a:cubicBezTo>
                      <a:pt x="64656" y="176233"/>
                      <a:pt x="68668" y="173097"/>
                      <a:pt x="72986" y="170449"/>
                    </a:cubicBezTo>
                    <a:cubicBezTo>
                      <a:pt x="76754" y="168677"/>
                      <a:pt x="80908" y="167985"/>
                      <a:pt x="85042" y="168412"/>
                    </a:cubicBezTo>
                    <a:cubicBezTo>
                      <a:pt x="92069" y="169166"/>
                      <a:pt x="98545" y="172608"/>
                      <a:pt x="103106" y="178004"/>
                    </a:cubicBezTo>
                    <a:cubicBezTo>
                      <a:pt x="106263" y="181976"/>
                      <a:pt x="108361" y="186660"/>
                      <a:pt x="109216" y="191649"/>
                    </a:cubicBezTo>
                    <a:cubicBezTo>
                      <a:pt x="115754" y="189389"/>
                      <a:pt x="122943" y="189979"/>
                      <a:pt x="128991" y="193299"/>
                    </a:cubicBezTo>
                    <a:cubicBezTo>
                      <a:pt x="135529" y="196843"/>
                      <a:pt x="140396" y="202850"/>
                      <a:pt x="142514" y="209958"/>
                    </a:cubicBezTo>
                    <a:cubicBezTo>
                      <a:pt x="143533" y="212992"/>
                      <a:pt x="143940" y="216190"/>
                      <a:pt x="143716" y="219367"/>
                    </a:cubicBezTo>
                    <a:cubicBezTo>
                      <a:pt x="150111" y="219917"/>
                      <a:pt x="156058" y="222951"/>
                      <a:pt x="160273" y="227819"/>
                    </a:cubicBezTo>
                    <a:cubicBezTo>
                      <a:pt x="164448" y="232645"/>
                      <a:pt x="166525" y="238938"/>
                      <a:pt x="166037" y="245293"/>
                    </a:cubicBezTo>
                    <a:cubicBezTo>
                      <a:pt x="165019" y="251850"/>
                      <a:pt x="161638" y="257797"/>
                      <a:pt x="156506" y="261992"/>
                    </a:cubicBezTo>
                    <a:lnTo>
                      <a:pt x="182390" y="277572"/>
                    </a:lnTo>
                    <a:lnTo>
                      <a:pt x="192003" y="283478"/>
                    </a:lnTo>
                    <a:cubicBezTo>
                      <a:pt x="195323" y="285840"/>
                      <a:pt x="198927" y="287795"/>
                      <a:pt x="202736" y="289282"/>
                    </a:cubicBezTo>
                    <a:cubicBezTo>
                      <a:pt x="206442" y="290565"/>
                      <a:pt x="210434" y="290830"/>
                      <a:pt x="214283" y="290015"/>
                    </a:cubicBezTo>
                    <a:cubicBezTo>
                      <a:pt x="219537" y="288753"/>
                      <a:pt x="224018" y="285413"/>
                      <a:pt x="226726" y="280749"/>
                    </a:cubicBezTo>
                    <a:cubicBezTo>
                      <a:pt x="229028" y="277043"/>
                      <a:pt x="229781" y="272583"/>
                      <a:pt x="228783" y="268326"/>
                    </a:cubicBezTo>
                    <a:cubicBezTo>
                      <a:pt x="228498" y="267247"/>
                      <a:pt x="227928" y="266269"/>
                      <a:pt x="227113" y="265516"/>
                    </a:cubicBezTo>
                    <a:cubicBezTo>
                      <a:pt x="225708" y="264274"/>
                      <a:pt x="224221" y="263113"/>
                      <a:pt x="222674" y="262033"/>
                    </a:cubicBezTo>
                    <a:lnTo>
                      <a:pt x="213651" y="255394"/>
                    </a:lnTo>
                    <a:lnTo>
                      <a:pt x="196178" y="242564"/>
                    </a:lnTo>
                    <a:lnTo>
                      <a:pt x="196198" y="242564"/>
                    </a:lnTo>
                    <a:cubicBezTo>
                      <a:pt x="188785" y="237615"/>
                      <a:pt x="181657" y="232259"/>
                      <a:pt x="174834" y="226537"/>
                    </a:cubicBezTo>
                    <a:cubicBezTo>
                      <a:pt x="177869" y="227901"/>
                      <a:pt x="180781" y="229490"/>
                      <a:pt x="183551" y="231323"/>
                    </a:cubicBezTo>
                    <a:lnTo>
                      <a:pt x="196585" y="239285"/>
                    </a:lnTo>
                    <a:lnTo>
                      <a:pt x="232510" y="261749"/>
                    </a:lnTo>
                    <a:lnTo>
                      <a:pt x="241165" y="267227"/>
                    </a:lnTo>
                    <a:cubicBezTo>
                      <a:pt x="243181" y="268653"/>
                      <a:pt x="245360" y="269834"/>
                      <a:pt x="247662" y="270730"/>
                    </a:cubicBezTo>
                    <a:cubicBezTo>
                      <a:pt x="251511" y="272054"/>
                      <a:pt x="255727" y="271891"/>
                      <a:pt x="259474" y="270241"/>
                    </a:cubicBezTo>
                    <a:cubicBezTo>
                      <a:pt x="264015" y="268001"/>
                      <a:pt x="267478" y="264070"/>
                      <a:pt x="269107" y="259264"/>
                    </a:cubicBezTo>
                    <a:cubicBezTo>
                      <a:pt x="270756" y="254885"/>
                      <a:pt x="270573" y="250018"/>
                      <a:pt x="268598" y="245782"/>
                    </a:cubicBezTo>
                    <a:cubicBezTo>
                      <a:pt x="267763" y="243807"/>
                      <a:pt x="266582" y="242014"/>
                      <a:pt x="265095" y="240467"/>
                    </a:cubicBezTo>
                    <a:cubicBezTo>
                      <a:pt x="260940" y="236781"/>
                      <a:pt x="256419" y="233522"/>
                      <a:pt x="251613" y="230732"/>
                    </a:cubicBezTo>
                    <a:lnTo>
                      <a:pt x="239557" y="222341"/>
                    </a:lnTo>
                    <a:lnTo>
                      <a:pt x="218601" y="207291"/>
                    </a:lnTo>
                    <a:lnTo>
                      <a:pt x="218601" y="207271"/>
                    </a:lnTo>
                    <a:cubicBezTo>
                      <a:pt x="213713" y="204114"/>
                      <a:pt x="209110" y="200530"/>
                      <a:pt x="204834" y="196579"/>
                    </a:cubicBezTo>
                    <a:cubicBezTo>
                      <a:pt x="208540" y="198371"/>
                      <a:pt x="212145" y="200346"/>
                      <a:pt x="215648" y="202525"/>
                    </a:cubicBezTo>
                    <a:lnTo>
                      <a:pt x="229863" y="211079"/>
                    </a:lnTo>
                    <a:lnTo>
                      <a:pt x="258416" y="228553"/>
                    </a:lnTo>
                    <a:lnTo>
                      <a:pt x="270818" y="236515"/>
                    </a:lnTo>
                    <a:cubicBezTo>
                      <a:pt x="272957" y="238002"/>
                      <a:pt x="275197" y="239305"/>
                      <a:pt x="277539" y="240426"/>
                    </a:cubicBezTo>
                    <a:cubicBezTo>
                      <a:pt x="280594" y="241648"/>
                      <a:pt x="283914" y="241973"/>
                      <a:pt x="287152" y="241342"/>
                    </a:cubicBezTo>
                    <a:lnTo>
                      <a:pt x="287600" y="241342"/>
                    </a:lnTo>
                    <a:cubicBezTo>
                      <a:pt x="292427" y="240161"/>
                      <a:pt x="296622" y="237147"/>
                      <a:pt x="299270" y="232931"/>
                    </a:cubicBezTo>
                    <a:cubicBezTo>
                      <a:pt x="302243" y="228634"/>
                      <a:pt x="303282" y="223277"/>
                      <a:pt x="302100" y="218186"/>
                    </a:cubicBezTo>
                    <a:cubicBezTo>
                      <a:pt x="301347" y="215009"/>
                      <a:pt x="299758" y="212097"/>
                      <a:pt x="297498" y="209755"/>
                    </a:cubicBezTo>
                    <a:cubicBezTo>
                      <a:pt x="295298" y="207779"/>
                      <a:pt x="292956" y="205987"/>
                      <a:pt x="290492" y="204338"/>
                    </a:cubicBezTo>
                    <a:lnTo>
                      <a:pt x="275299" y="193584"/>
                    </a:lnTo>
                    <a:lnTo>
                      <a:pt x="233692" y="163505"/>
                    </a:lnTo>
                    <a:cubicBezTo>
                      <a:pt x="239415" y="166111"/>
                      <a:pt x="244933" y="169186"/>
                      <a:pt x="250188" y="172689"/>
                    </a:cubicBezTo>
                    <a:lnTo>
                      <a:pt x="285380" y="194012"/>
                    </a:lnTo>
                    <a:lnTo>
                      <a:pt x="297232" y="201446"/>
                    </a:lnTo>
                    <a:lnTo>
                      <a:pt x="297212" y="201446"/>
                    </a:lnTo>
                    <a:cubicBezTo>
                      <a:pt x="299615" y="202993"/>
                      <a:pt x="302202" y="204256"/>
                      <a:pt x="304890" y="205213"/>
                    </a:cubicBezTo>
                    <a:cubicBezTo>
                      <a:pt x="308536" y="206170"/>
                      <a:pt x="312405" y="205844"/>
                      <a:pt x="315827" y="204297"/>
                    </a:cubicBezTo>
                    <a:cubicBezTo>
                      <a:pt x="321183" y="201914"/>
                      <a:pt x="325378" y="197474"/>
                      <a:pt x="327435" y="191975"/>
                    </a:cubicBezTo>
                    <a:lnTo>
                      <a:pt x="328067" y="189878"/>
                    </a:lnTo>
                    <a:lnTo>
                      <a:pt x="328067" y="189389"/>
                    </a:lnTo>
                    <a:cubicBezTo>
                      <a:pt x="329227" y="184298"/>
                      <a:pt x="328311" y="178962"/>
                      <a:pt x="325521" y="174563"/>
                    </a:cubicBezTo>
                    <a:cubicBezTo>
                      <a:pt x="324503" y="172913"/>
                      <a:pt x="323220" y="171426"/>
                      <a:pt x="321712" y="170204"/>
                    </a:cubicBezTo>
                    <a:cubicBezTo>
                      <a:pt x="312690" y="162690"/>
                      <a:pt x="302284" y="156397"/>
                      <a:pt x="292753" y="149595"/>
                    </a:cubicBezTo>
                    <a:lnTo>
                      <a:pt x="226363" y="103120"/>
                    </a:lnTo>
                    <a:lnTo>
                      <a:pt x="187933" y="76258"/>
                    </a:lnTo>
                    <a:cubicBezTo>
                      <a:pt x="183717" y="80576"/>
                      <a:pt x="179115" y="84567"/>
                      <a:pt x="174492" y="88539"/>
                    </a:cubicBezTo>
                    <a:cubicBezTo>
                      <a:pt x="166325" y="96257"/>
                      <a:pt x="157323" y="103060"/>
                      <a:pt x="147670" y="108782"/>
                    </a:cubicBezTo>
                    <a:cubicBezTo>
                      <a:pt x="142029" y="112122"/>
                      <a:pt x="135655" y="114077"/>
                      <a:pt x="129117" y="114443"/>
                    </a:cubicBezTo>
                    <a:cubicBezTo>
                      <a:pt x="120787" y="114545"/>
                      <a:pt x="112804" y="111124"/>
                      <a:pt x="107122" y="105034"/>
                    </a:cubicBezTo>
                    <a:lnTo>
                      <a:pt x="98752" y="95361"/>
                    </a:lnTo>
                    <a:cubicBezTo>
                      <a:pt x="100544" y="88151"/>
                      <a:pt x="103008" y="81145"/>
                      <a:pt x="106124" y="74384"/>
                    </a:cubicBezTo>
                    <a:cubicBezTo>
                      <a:pt x="112193" y="60454"/>
                      <a:pt x="119301" y="46972"/>
                      <a:pt x="127406" y="34101"/>
                    </a:cubicBezTo>
                    <a:cubicBezTo>
                      <a:pt x="130909" y="28398"/>
                      <a:pt x="134819" y="20863"/>
                      <a:pt x="140624" y="17218"/>
                    </a:cubicBezTo>
                    <a:lnTo>
                      <a:pt x="163963" y="4530"/>
                    </a:lnTo>
                    <a:lnTo>
                      <a:pt x="163942" y="4550"/>
                    </a:lnTo>
                    <a:cubicBezTo>
                      <a:pt x="158647" y="1455"/>
                      <a:pt x="152599" y="-134"/>
                      <a:pt x="146469" y="9"/>
                    </a:cubicBezTo>
                    <a:cubicBezTo>
                      <a:pt x="139952" y="701"/>
                      <a:pt x="133516" y="1964"/>
                      <a:pt x="127223" y="3776"/>
                    </a:cubicBezTo>
                    <a:lnTo>
                      <a:pt x="94557" y="11455"/>
                    </a:lnTo>
                    <a:cubicBezTo>
                      <a:pt x="89791" y="12900"/>
                      <a:pt x="84944" y="13980"/>
                      <a:pt x="80016" y="14713"/>
                    </a:cubicBezTo>
                    <a:cubicBezTo>
                      <a:pt x="74354" y="15202"/>
                      <a:pt x="68652" y="14672"/>
                      <a:pt x="63173" y="13145"/>
                    </a:cubicBezTo>
                    <a:lnTo>
                      <a:pt x="0" y="142426"/>
                    </a:lnTo>
                    <a:cubicBezTo>
                      <a:pt x="2872" y="143709"/>
                      <a:pt x="5519" y="145400"/>
                      <a:pt x="7902" y="147457"/>
                    </a:cubicBezTo>
                    <a:cubicBezTo>
                      <a:pt x="10122" y="149534"/>
                      <a:pt x="12158" y="151795"/>
                      <a:pt x="14012" y="154198"/>
                    </a:cubicBezTo>
                    <a:lnTo>
                      <a:pt x="22076" y="163769"/>
                    </a:lnTo>
                    <a:lnTo>
                      <a:pt x="46332" y="192139"/>
                    </a:lnTo>
                    <a:close/>
                  </a:path>
                </a:pathLst>
              </a:custGeom>
              <a:grpFill/>
              <a:ln w="519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0B5980D6-E8D7-1B5C-7D92-524E3F8FDF9B}"/>
              </a:ext>
            </a:extLst>
          </p:cNvPr>
          <p:cNvGrpSpPr/>
          <p:nvPr/>
        </p:nvGrpSpPr>
        <p:grpSpPr>
          <a:xfrm>
            <a:off x="4366114" y="1593903"/>
            <a:ext cx="482645" cy="434778"/>
            <a:chOff x="4388010" y="1695970"/>
            <a:chExt cx="482645" cy="434778"/>
          </a:xfrm>
        </p:grpSpPr>
        <p:sp>
          <p:nvSpPr>
            <p:cNvPr id="24" name="Fluxograma: Conector 23">
              <a:extLst>
                <a:ext uri="{FF2B5EF4-FFF2-40B4-BE49-F238E27FC236}">
                  <a16:creationId xmlns:a16="http://schemas.microsoft.com/office/drawing/2014/main" id="{1135189D-C42B-558C-A59C-437D24B42405}"/>
                </a:ext>
              </a:extLst>
            </p:cNvPr>
            <p:cNvSpPr/>
            <p:nvPr/>
          </p:nvSpPr>
          <p:spPr>
            <a:xfrm>
              <a:off x="4388010" y="1695970"/>
              <a:ext cx="482645" cy="434778"/>
            </a:xfrm>
            <a:prstGeom prst="flowChartConnector">
              <a:avLst/>
            </a:prstGeom>
            <a:solidFill>
              <a:srgbClr val="1D4ED8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86055F28-62E4-A2EA-9564-732A7BBA095A}"/>
                </a:ext>
              </a:extLst>
            </p:cNvPr>
            <p:cNvSpPr/>
            <p:nvPr/>
          </p:nvSpPr>
          <p:spPr>
            <a:xfrm>
              <a:off x="4482765" y="1766974"/>
              <a:ext cx="293134" cy="292771"/>
            </a:xfrm>
            <a:custGeom>
              <a:avLst/>
              <a:gdLst>
                <a:gd name="connsiteX0" fmla="*/ 357378 w 461391"/>
                <a:gd name="connsiteY0" fmla="*/ 321469 h 460819"/>
                <a:gd name="connsiteX1" fmla="*/ 346112 w 461391"/>
                <a:gd name="connsiteY1" fmla="*/ 331390 h 460819"/>
                <a:gd name="connsiteX2" fmla="*/ 283358 w 461391"/>
                <a:gd name="connsiteY2" fmla="*/ 268653 h 460819"/>
                <a:gd name="connsiteX3" fmla="*/ 323850 w 461391"/>
                <a:gd name="connsiteY3" fmla="*/ 161925 h 460819"/>
                <a:gd name="connsiteX4" fmla="*/ 161925 w 461391"/>
                <a:gd name="connsiteY4" fmla="*/ 0 h 460819"/>
                <a:gd name="connsiteX5" fmla="*/ 0 w 461391"/>
                <a:gd name="connsiteY5" fmla="*/ 161925 h 460819"/>
                <a:gd name="connsiteX6" fmla="*/ 161925 w 461391"/>
                <a:gd name="connsiteY6" fmla="*/ 323850 h 460819"/>
                <a:gd name="connsiteX7" fmla="*/ 269948 w 461391"/>
                <a:gd name="connsiteY7" fmla="*/ 282182 h 460819"/>
                <a:gd name="connsiteX8" fmla="*/ 331788 w 461391"/>
                <a:gd name="connsiteY8" fmla="*/ 344003 h 460819"/>
                <a:gd name="connsiteX9" fmla="*/ 321469 w 461391"/>
                <a:gd name="connsiteY9" fmla="*/ 353091 h 460819"/>
                <a:gd name="connsiteX10" fmla="*/ 425577 w 461391"/>
                <a:gd name="connsiteY10" fmla="*/ 460820 h 460819"/>
                <a:gd name="connsiteX11" fmla="*/ 461391 w 461391"/>
                <a:gd name="connsiteY11" fmla="*/ 429196 h 460819"/>
                <a:gd name="connsiteX12" fmla="*/ 357378 w 461391"/>
                <a:gd name="connsiteY12" fmla="*/ 321469 h 460819"/>
                <a:gd name="connsiteX13" fmla="*/ 238125 w 461391"/>
                <a:gd name="connsiteY13" fmla="*/ 247650 h 460819"/>
                <a:gd name="connsiteX14" fmla="*/ 214313 w 461391"/>
                <a:gd name="connsiteY14" fmla="*/ 223838 h 460819"/>
                <a:gd name="connsiteX15" fmla="*/ 220694 w 461391"/>
                <a:gd name="connsiteY15" fmla="*/ 207549 h 460819"/>
                <a:gd name="connsiteX16" fmla="*/ 172498 w 461391"/>
                <a:gd name="connsiteY16" fmla="*/ 133255 h 460819"/>
                <a:gd name="connsiteX17" fmla="*/ 150019 w 461391"/>
                <a:gd name="connsiteY17" fmla="*/ 178308 h 460819"/>
                <a:gd name="connsiteX18" fmla="*/ 157163 w 461391"/>
                <a:gd name="connsiteY18" fmla="*/ 195263 h 460819"/>
                <a:gd name="connsiteX19" fmla="*/ 133350 w 461391"/>
                <a:gd name="connsiteY19" fmla="*/ 219075 h 460819"/>
                <a:gd name="connsiteX20" fmla="*/ 109538 w 461391"/>
                <a:gd name="connsiteY20" fmla="*/ 195263 h 460819"/>
                <a:gd name="connsiteX21" fmla="*/ 115919 w 461391"/>
                <a:gd name="connsiteY21" fmla="*/ 179069 h 460819"/>
                <a:gd name="connsiteX22" fmla="*/ 84582 w 461391"/>
                <a:gd name="connsiteY22" fmla="*/ 123825 h 460819"/>
                <a:gd name="connsiteX23" fmla="*/ 61913 w 461391"/>
                <a:gd name="connsiteY23" fmla="*/ 100013 h 460819"/>
                <a:gd name="connsiteX24" fmla="*/ 85725 w 461391"/>
                <a:gd name="connsiteY24" fmla="*/ 76200 h 460819"/>
                <a:gd name="connsiteX25" fmla="*/ 109538 w 461391"/>
                <a:gd name="connsiteY25" fmla="*/ 100013 h 460819"/>
                <a:gd name="connsiteX26" fmla="*/ 102584 w 461391"/>
                <a:gd name="connsiteY26" fmla="*/ 116871 h 460819"/>
                <a:gd name="connsiteX27" fmla="*/ 132874 w 461391"/>
                <a:gd name="connsiteY27" fmla="*/ 170212 h 460819"/>
                <a:gd name="connsiteX28" fmla="*/ 154686 w 461391"/>
                <a:gd name="connsiteY28" fmla="*/ 126491 h 460819"/>
                <a:gd name="connsiteX29" fmla="*/ 147638 w 461391"/>
                <a:gd name="connsiteY29" fmla="*/ 109538 h 460819"/>
                <a:gd name="connsiteX30" fmla="*/ 171450 w 461391"/>
                <a:gd name="connsiteY30" fmla="*/ 85725 h 460819"/>
                <a:gd name="connsiteX31" fmla="*/ 195263 w 461391"/>
                <a:gd name="connsiteY31" fmla="*/ 109538 h 460819"/>
                <a:gd name="connsiteX32" fmla="*/ 189738 w 461391"/>
                <a:gd name="connsiteY32" fmla="*/ 124777 h 460819"/>
                <a:gd name="connsiteX33" fmla="*/ 238601 w 461391"/>
                <a:gd name="connsiteY33" fmla="*/ 200025 h 460819"/>
                <a:gd name="connsiteX34" fmla="*/ 261938 w 461391"/>
                <a:gd name="connsiteY34" fmla="*/ 223838 h 460819"/>
                <a:gd name="connsiteX35" fmla="*/ 238125 w 461391"/>
                <a:gd name="connsiteY35" fmla="*/ 247650 h 460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61391" h="460819">
                  <a:moveTo>
                    <a:pt x="357378" y="321469"/>
                  </a:moveTo>
                  <a:lnTo>
                    <a:pt x="346112" y="331390"/>
                  </a:lnTo>
                  <a:lnTo>
                    <a:pt x="283358" y="268653"/>
                  </a:lnTo>
                  <a:cubicBezTo>
                    <a:pt x="308474" y="240117"/>
                    <a:pt x="323850" y="202816"/>
                    <a:pt x="323850" y="161925"/>
                  </a:cubicBezTo>
                  <a:cubicBezTo>
                    <a:pt x="323850" y="72676"/>
                    <a:pt x="251174" y="0"/>
                    <a:pt x="161925" y="0"/>
                  </a:cubicBezTo>
                  <a:cubicBezTo>
                    <a:pt x="72580" y="0"/>
                    <a:pt x="0" y="72676"/>
                    <a:pt x="0" y="161925"/>
                  </a:cubicBezTo>
                  <a:cubicBezTo>
                    <a:pt x="0" y="251174"/>
                    <a:pt x="72580" y="323850"/>
                    <a:pt x="161925" y="323850"/>
                  </a:cubicBezTo>
                  <a:cubicBezTo>
                    <a:pt x="203443" y="323850"/>
                    <a:pt x="241251" y="307988"/>
                    <a:pt x="269948" y="282182"/>
                  </a:cubicBezTo>
                  <a:lnTo>
                    <a:pt x="331788" y="344003"/>
                  </a:lnTo>
                  <a:lnTo>
                    <a:pt x="321469" y="353091"/>
                  </a:lnTo>
                  <a:lnTo>
                    <a:pt x="425577" y="460820"/>
                  </a:lnTo>
                  <a:lnTo>
                    <a:pt x="461391" y="429196"/>
                  </a:lnTo>
                  <a:lnTo>
                    <a:pt x="357378" y="321469"/>
                  </a:lnTo>
                  <a:close/>
                  <a:moveTo>
                    <a:pt x="238125" y="247650"/>
                  </a:moveTo>
                  <a:cubicBezTo>
                    <a:pt x="224980" y="247650"/>
                    <a:pt x="214313" y="236982"/>
                    <a:pt x="214313" y="223838"/>
                  </a:cubicBezTo>
                  <a:cubicBezTo>
                    <a:pt x="214313" y="217551"/>
                    <a:pt x="216789" y="211741"/>
                    <a:pt x="220694" y="207549"/>
                  </a:cubicBezTo>
                  <a:lnTo>
                    <a:pt x="172498" y="133255"/>
                  </a:lnTo>
                  <a:lnTo>
                    <a:pt x="150019" y="178308"/>
                  </a:lnTo>
                  <a:cubicBezTo>
                    <a:pt x="154400" y="182690"/>
                    <a:pt x="157163" y="188785"/>
                    <a:pt x="157163" y="195263"/>
                  </a:cubicBezTo>
                  <a:cubicBezTo>
                    <a:pt x="157163" y="208312"/>
                    <a:pt x="146495" y="219075"/>
                    <a:pt x="133350" y="219075"/>
                  </a:cubicBezTo>
                  <a:cubicBezTo>
                    <a:pt x="120205" y="219075"/>
                    <a:pt x="109538" y="208312"/>
                    <a:pt x="109538" y="195263"/>
                  </a:cubicBezTo>
                  <a:cubicBezTo>
                    <a:pt x="109538" y="189166"/>
                    <a:pt x="111919" y="183356"/>
                    <a:pt x="115919" y="179069"/>
                  </a:cubicBezTo>
                  <a:lnTo>
                    <a:pt x="84582" y="123825"/>
                  </a:lnTo>
                  <a:cubicBezTo>
                    <a:pt x="72009" y="123254"/>
                    <a:pt x="61913" y="112776"/>
                    <a:pt x="61913" y="100013"/>
                  </a:cubicBezTo>
                  <a:cubicBezTo>
                    <a:pt x="61913" y="86868"/>
                    <a:pt x="72580" y="76200"/>
                    <a:pt x="85725" y="76200"/>
                  </a:cubicBezTo>
                  <a:cubicBezTo>
                    <a:pt x="98870" y="76200"/>
                    <a:pt x="109538" y="86868"/>
                    <a:pt x="109538" y="100013"/>
                  </a:cubicBezTo>
                  <a:cubicBezTo>
                    <a:pt x="109538" y="106585"/>
                    <a:pt x="106870" y="112585"/>
                    <a:pt x="102584" y="116871"/>
                  </a:cubicBezTo>
                  <a:lnTo>
                    <a:pt x="132874" y="170212"/>
                  </a:lnTo>
                  <a:lnTo>
                    <a:pt x="154686" y="126491"/>
                  </a:lnTo>
                  <a:cubicBezTo>
                    <a:pt x="150304" y="122205"/>
                    <a:pt x="147638" y="116110"/>
                    <a:pt x="147638" y="109538"/>
                  </a:cubicBezTo>
                  <a:cubicBezTo>
                    <a:pt x="147638" y="96393"/>
                    <a:pt x="158305" y="85725"/>
                    <a:pt x="171450" y="85725"/>
                  </a:cubicBezTo>
                  <a:cubicBezTo>
                    <a:pt x="184595" y="85725"/>
                    <a:pt x="195263" y="96393"/>
                    <a:pt x="195263" y="109538"/>
                  </a:cubicBezTo>
                  <a:cubicBezTo>
                    <a:pt x="195263" y="115252"/>
                    <a:pt x="193167" y="120587"/>
                    <a:pt x="189738" y="124777"/>
                  </a:cubicBezTo>
                  <a:lnTo>
                    <a:pt x="238601" y="200025"/>
                  </a:lnTo>
                  <a:cubicBezTo>
                    <a:pt x="251555" y="200310"/>
                    <a:pt x="261938" y="210884"/>
                    <a:pt x="261938" y="223838"/>
                  </a:cubicBezTo>
                  <a:cubicBezTo>
                    <a:pt x="261938" y="236982"/>
                    <a:pt x="251270" y="247650"/>
                    <a:pt x="238125" y="247650"/>
                  </a:cubicBezTo>
                  <a:close/>
                </a:path>
              </a:pathLst>
            </a:custGeom>
            <a:solidFill>
              <a:srgbClr val="1D4E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76" name="Agrupar 75">
            <a:extLst>
              <a:ext uri="{FF2B5EF4-FFF2-40B4-BE49-F238E27FC236}">
                <a16:creationId xmlns:a16="http://schemas.microsoft.com/office/drawing/2014/main" id="{DD38DA75-B046-B59E-CC8D-9874BBCE66B2}"/>
              </a:ext>
            </a:extLst>
          </p:cNvPr>
          <p:cNvGrpSpPr/>
          <p:nvPr/>
        </p:nvGrpSpPr>
        <p:grpSpPr>
          <a:xfrm>
            <a:off x="7343243" y="1593903"/>
            <a:ext cx="482645" cy="434778"/>
            <a:chOff x="7407989" y="1610141"/>
            <a:chExt cx="482645" cy="434778"/>
          </a:xfrm>
        </p:grpSpPr>
        <p:sp>
          <p:nvSpPr>
            <p:cNvPr id="25" name="Fluxograma: Conector 24">
              <a:extLst>
                <a:ext uri="{FF2B5EF4-FFF2-40B4-BE49-F238E27FC236}">
                  <a16:creationId xmlns:a16="http://schemas.microsoft.com/office/drawing/2014/main" id="{2ACBFC4C-CBCB-889D-CF3B-DA2B784B9944}"/>
                </a:ext>
              </a:extLst>
            </p:cNvPr>
            <p:cNvSpPr/>
            <p:nvPr/>
          </p:nvSpPr>
          <p:spPr>
            <a:xfrm>
              <a:off x="7407989" y="1610141"/>
              <a:ext cx="482645" cy="434778"/>
            </a:xfrm>
            <a:prstGeom prst="flowChartConnector">
              <a:avLst/>
            </a:prstGeom>
            <a:solidFill>
              <a:srgbClr val="1D4ED8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449ED043-F77B-005C-8498-7F4AEA56B1C6}"/>
                </a:ext>
              </a:extLst>
            </p:cNvPr>
            <p:cNvSpPr/>
            <p:nvPr/>
          </p:nvSpPr>
          <p:spPr>
            <a:xfrm>
              <a:off x="7533714" y="1673182"/>
              <a:ext cx="231195" cy="308697"/>
            </a:xfrm>
            <a:custGeom>
              <a:avLst/>
              <a:gdLst>
                <a:gd name="connsiteX0" fmla="*/ 0 w 657602"/>
                <a:gd name="connsiteY0" fmla="*/ 133871 h 878046"/>
                <a:gd name="connsiteX1" fmla="*/ 43718 w 657602"/>
                <a:gd name="connsiteY1" fmla="*/ 64368 h 878046"/>
                <a:gd name="connsiteX2" fmla="*/ 328801 w 657602"/>
                <a:gd name="connsiteY2" fmla="*/ 0 h 878046"/>
                <a:gd name="connsiteX3" fmla="*/ 613884 w 657602"/>
                <a:gd name="connsiteY3" fmla="*/ 64368 h 878046"/>
                <a:gd name="connsiteX4" fmla="*/ 657602 w 657602"/>
                <a:gd name="connsiteY4" fmla="*/ 133871 h 878046"/>
                <a:gd name="connsiteX5" fmla="*/ 657602 w 657602"/>
                <a:gd name="connsiteY5" fmla="*/ 744176 h 878046"/>
                <a:gd name="connsiteX6" fmla="*/ 613884 w 657602"/>
                <a:gd name="connsiteY6" fmla="*/ 813679 h 878046"/>
                <a:gd name="connsiteX7" fmla="*/ 328801 w 657602"/>
                <a:gd name="connsiteY7" fmla="*/ 878047 h 878046"/>
                <a:gd name="connsiteX8" fmla="*/ 43718 w 657602"/>
                <a:gd name="connsiteY8" fmla="*/ 813679 h 878046"/>
                <a:gd name="connsiteX9" fmla="*/ 0 w 657602"/>
                <a:gd name="connsiteY9" fmla="*/ 744176 h 878046"/>
                <a:gd name="connsiteX10" fmla="*/ 44648 w 657602"/>
                <a:gd name="connsiteY10" fmla="*/ 204044 h 878046"/>
                <a:gd name="connsiteX11" fmla="*/ 44648 w 657602"/>
                <a:gd name="connsiteY11" fmla="*/ 260487 h 878046"/>
                <a:gd name="connsiteX12" fmla="*/ 54396 w 657602"/>
                <a:gd name="connsiteY12" fmla="*/ 280653 h 878046"/>
                <a:gd name="connsiteX13" fmla="*/ 91380 w 657602"/>
                <a:gd name="connsiteY13" fmla="*/ 306363 h 878046"/>
                <a:gd name="connsiteX14" fmla="*/ 328762 w 657602"/>
                <a:gd name="connsiteY14" fmla="*/ 349747 h 878046"/>
                <a:gd name="connsiteX15" fmla="*/ 566144 w 657602"/>
                <a:gd name="connsiteY15" fmla="*/ 306363 h 878046"/>
                <a:gd name="connsiteX16" fmla="*/ 603128 w 657602"/>
                <a:gd name="connsiteY16" fmla="*/ 280653 h 878046"/>
                <a:gd name="connsiteX17" fmla="*/ 612876 w 657602"/>
                <a:gd name="connsiteY17" fmla="*/ 260487 h 878046"/>
                <a:gd name="connsiteX18" fmla="*/ 612876 w 657602"/>
                <a:gd name="connsiteY18" fmla="*/ 204044 h 878046"/>
                <a:gd name="connsiteX19" fmla="*/ 328726 w 657602"/>
                <a:gd name="connsiteY19" fmla="*/ 267779 h 878046"/>
                <a:gd name="connsiteX20" fmla="*/ 44576 w 657602"/>
                <a:gd name="connsiteY20" fmla="*/ 204044 h 878046"/>
                <a:gd name="connsiteX21" fmla="*/ 612948 w 657602"/>
                <a:gd name="connsiteY21" fmla="*/ 463819 h 878046"/>
                <a:gd name="connsiteX22" fmla="*/ 612985 w 657602"/>
                <a:gd name="connsiteY22" fmla="*/ 407413 h 878046"/>
                <a:gd name="connsiteX23" fmla="*/ 328797 w 657602"/>
                <a:gd name="connsiteY23" fmla="*/ 471148 h 878046"/>
                <a:gd name="connsiteX24" fmla="*/ 44609 w 657602"/>
                <a:gd name="connsiteY24" fmla="*/ 407413 h 878046"/>
                <a:gd name="connsiteX25" fmla="*/ 44647 w 657602"/>
                <a:gd name="connsiteY25" fmla="*/ 463819 h 878046"/>
                <a:gd name="connsiteX26" fmla="*/ 54395 w 657602"/>
                <a:gd name="connsiteY26" fmla="*/ 483985 h 878046"/>
                <a:gd name="connsiteX27" fmla="*/ 91378 w 657602"/>
                <a:gd name="connsiteY27" fmla="*/ 509695 h 878046"/>
                <a:gd name="connsiteX28" fmla="*/ 328760 w 657602"/>
                <a:gd name="connsiteY28" fmla="*/ 553079 h 878046"/>
                <a:gd name="connsiteX29" fmla="*/ 566142 w 657602"/>
                <a:gd name="connsiteY29" fmla="*/ 509695 h 878046"/>
                <a:gd name="connsiteX30" fmla="*/ 603126 w 657602"/>
                <a:gd name="connsiteY30" fmla="*/ 483985 h 878046"/>
                <a:gd name="connsiteX31" fmla="*/ 612874 w 657602"/>
                <a:gd name="connsiteY31" fmla="*/ 463819 h 878046"/>
                <a:gd name="connsiteX32" fmla="*/ 612948 w 657602"/>
                <a:gd name="connsiteY32" fmla="*/ 667340 h 878046"/>
                <a:gd name="connsiteX33" fmla="*/ 612948 w 657602"/>
                <a:gd name="connsiteY33" fmla="*/ 610896 h 878046"/>
                <a:gd name="connsiteX34" fmla="*/ 328798 w 657602"/>
                <a:gd name="connsiteY34" fmla="*/ 674632 h 878046"/>
                <a:gd name="connsiteX35" fmla="*/ 44648 w 657602"/>
                <a:gd name="connsiteY35" fmla="*/ 610896 h 878046"/>
                <a:gd name="connsiteX36" fmla="*/ 44648 w 657602"/>
                <a:gd name="connsiteY36" fmla="*/ 667340 h 878046"/>
                <a:gd name="connsiteX37" fmla="*/ 54396 w 657602"/>
                <a:gd name="connsiteY37" fmla="*/ 687506 h 878046"/>
                <a:gd name="connsiteX38" fmla="*/ 91380 w 657602"/>
                <a:gd name="connsiteY38" fmla="*/ 713179 h 878046"/>
                <a:gd name="connsiteX39" fmla="*/ 328762 w 657602"/>
                <a:gd name="connsiteY39" fmla="*/ 756562 h 878046"/>
                <a:gd name="connsiteX40" fmla="*/ 566144 w 657602"/>
                <a:gd name="connsiteY40" fmla="*/ 713179 h 878046"/>
                <a:gd name="connsiteX41" fmla="*/ 603128 w 657602"/>
                <a:gd name="connsiteY41" fmla="*/ 687506 h 878046"/>
                <a:gd name="connsiteX42" fmla="*/ 612876 w 657602"/>
                <a:gd name="connsiteY42" fmla="*/ 667340 h 87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57602" h="878046">
                  <a:moveTo>
                    <a:pt x="0" y="133871"/>
                  </a:moveTo>
                  <a:cubicBezTo>
                    <a:pt x="0" y="109240"/>
                    <a:pt x="14585" y="84833"/>
                    <a:pt x="43718" y="64368"/>
                  </a:cubicBezTo>
                  <a:cubicBezTo>
                    <a:pt x="97222" y="26789"/>
                    <a:pt x="204671" y="0"/>
                    <a:pt x="328801" y="0"/>
                  </a:cubicBezTo>
                  <a:cubicBezTo>
                    <a:pt x="452883" y="0"/>
                    <a:pt x="560373" y="26826"/>
                    <a:pt x="613884" y="64368"/>
                  </a:cubicBezTo>
                  <a:cubicBezTo>
                    <a:pt x="643018" y="84832"/>
                    <a:pt x="657602" y="109239"/>
                    <a:pt x="657602" y="133871"/>
                  </a:cubicBezTo>
                  <a:lnTo>
                    <a:pt x="657602" y="744176"/>
                  </a:lnTo>
                  <a:cubicBezTo>
                    <a:pt x="657602" y="768807"/>
                    <a:pt x="643018" y="793214"/>
                    <a:pt x="613884" y="813679"/>
                  </a:cubicBezTo>
                  <a:cubicBezTo>
                    <a:pt x="560381" y="851258"/>
                    <a:pt x="452931" y="878047"/>
                    <a:pt x="328801" y="878047"/>
                  </a:cubicBezTo>
                  <a:cubicBezTo>
                    <a:pt x="204719" y="878047"/>
                    <a:pt x="97229" y="851221"/>
                    <a:pt x="43718" y="813679"/>
                  </a:cubicBezTo>
                  <a:cubicBezTo>
                    <a:pt x="14585" y="793215"/>
                    <a:pt x="0" y="768808"/>
                    <a:pt x="0" y="744176"/>
                  </a:cubicBezTo>
                  <a:close/>
                  <a:moveTo>
                    <a:pt x="44648" y="204044"/>
                  </a:moveTo>
                  <a:lnTo>
                    <a:pt x="44648" y="260487"/>
                  </a:lnTo>
                  <a:cubicBezTo>
                    <a:pt x="44648" y="267631"/>
                    <a:pt x="48518" y="274216"/>
                    <a:pt x="54396" y="280653"/>
                  </a:cubicBezTo>
                  <a:cubicBezTo>
                    <a:pt x="62991" y="290067"/>
                    <a:pt x="75642" y="298550"/>
                    <a:pt x="91380" y="306363"/>
                  </a:cubicBezTo>
                  <a:cubicBezTo>
                    <a:pt x="144884" y="332929"/>
                    <a:pt x="231350" y="349747"/>
                    <a:pt x="328762" y="349747"/>
                  </a:cubicBezTo>
                  <a:cubicBezTo>
                    <a:pt x="426174" y="349747"/>
                    <a:pt x="512642" y="332966"/>
                    <a:pt x="566144" y="306363"/>
                  </a:cubicBezTo>
                  <a:cubicBezTo>
                    <a:pt x="581882" y="298550"/>
                    <a:pt x="594533" y="290067"/>
                    <a:pt x="603128" y="280653"/>
                  </a:cubicBezTo>
                  <a:cubicBezTo>
                    <a:pt x="609006" y="274216"/>
                    <a:pt x="612876" y="267631"/>
                    <a:pt x="612876" y="260487"/>
                  </a:cubicBezTo>
                  <a:lnTo>
                    <a:pt x="612876" y="204044"/>
                  </a:lnTo>
                  <a:cubicBezTo>
                    <a:pt x="559075" y="241250"/>
                    <a:pt x="452103" y="267779"/>
                    <a:pt x="328726" y="267779"/>
                  </a:cubicBezTo>
                  <a:cubicBezTo>
                    <a:pt x="205349" y="267779"/>
                    <a:pt x="98373" y="241250"/>
                    <a:pt x="44576" y="204044"/>
                  </a:cubicBezTo>
                  <a:close/>
                  <a:moveTo>
                    <a:pt x="612948" y="463819"/>
                  </a:moveTo>
                  <a:lnTo>
                    <a:pt x="612985" y="407413"/>
                  </a:lnTo>
                  <a:cubicBezTo>
                    <a:pt x="559184" y="444619"/>
                    <a:pt x="452175" y="471148"/>
                    <a:pt x="328797" y="471148"/>
                  </a:cubicBezTo>
                  <a:cubicBezTo>
                    <a:pt x="205420" y="471148"/>
                    <a:pt x="98407" y="444619"/>
                    <a:pt x="44609" y="407413"/>
                  </a:cubicBezTo>
                  <a:lnTo>
                    <a:pt x="44647" y="463819"/>
                  </a:lnTo>
                  <a:cubicBezTo>
                    <a:pt x="44647" y="471000"/>
                    <a:pt x="48516" y="477585"/>
                    <a:pt x="54395" y="483985"/>
                  </a:cubicBezTo>
                  <a:cubicBezTo>
                    <a:pt x="62989" y="493362"/>
                    <a:pt x="75640" y="501882"/>
                    <a:pt x="91378" y="509695"/>
                  </a:cubicBezTo>
                  <a:cubicBezTo>
                    <a:pt x="144882" y="536261"/>
                    <a:pt x="231348" y="553079"/>
                    <a:pt x="328760" y="553079"/>
                  </a:cubicBezTo>
                  <a:cubicBezTo>
                    <a:pt x="426172" y="553079"/>
                    <a:pt x="512640" y="536299"/>
                    <a:pt x="566142" y="509695"/>
                  </a:cubicBezTo>
                  <a:cubicBezTo>
                    <a:pt x="581881" y="501882"/>
                    <a:pt x="594532" y="493362"/>
                    <a:pt x="603126" y="483985"/>
                  </a:cubicBezTo>
                  <a:cubicBezTo>
                    <a:pt x="609005" y="477548"/>
                    <a:pt x="612874" y="470963"/>
                    <a:pt x="612874" y="463819"/>
                  </a:cubicBezTo>
                  <a:close/>
                  <a:moveTo>
                    <a:pt x="612948" y="667340"/>
                  </a:moveTo>
                  <a:lnTo>
                    <a:pt x="612948" y="610896"/>
                  </a:lnTo>
                  <a:cubicBezTo>
                    <a:pt x="559147" y="648103"/>
                    <a:pt x="452176" y="674632"/>
                    <a:pt x="328798" y="674632"/>
                  </a:cubicBezTo>
                  <a:cubicBezTo>
                    <a:pt x="205421" y="674632"/>
                    <a:pt x="98446" y="648103"/>
                    <a:pt x="44648" y="610896"/>
                  </a:cubicBezTo>
                  <a:lnTo>
                    <a:pt x="44648" y="667340"/>
                  </a:lnTo>
                  <a:cubicBezTo>
                    <a:pt x="44648" y="674521"/>
                    <a:pt x="48518" y="681069"/>
                    <a:pt x="54396" y="687506"/>
                  </a:cubicBezTo>
                  <a:cubicBezTo>
                    <a:pt x="62991" y="696882"/>
                    <a:pt x="75642" y="705403"/>
                    <a:pt x="91380" y="713179"/>
                  </a:cubicBezTo>
                  <a:cubicBezTo>
                    <a:pt x="144884" y="739745"/>
                    <a:pt x="231350" y="756562"/>
                    <a:pt x="328762" y="756562"/>
                  </a:cubicBezTo>
                  <a:cubicBezTo>
                    <a:pt x="426174" y="756562"/>
                    <a:pt x="512642" y="739782"/>
                    <a:pt x="566144" y="713179"/>
                  </a:cubicBezTo>
                  <a:cubicBezTo>
                    <a:pt x="581882" y="705365"/>
                    <a:pt x="594533" y="696882"/>
                    <a:pt x="603128" y="687506"/>
                  </a:cubicBezTo>
                  <a:cubicBezTo>
                    <a:pt x="609006" y="681032"/>
                    <a:pt x="612876" y="674483"/>
                    <a:pt x="612876" y="667340"/>
                  </a:cubicBezTo>
                  <a:close/>
                </a:path>
              </a:pathLst>
            </a:custGeom>
            <a:solidFill>
              <a:srgbClr val="1D4E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3EA9BE09-2D16-C7FA-D61D-DE0174917403}"/>
              </a:ext>
            </a:extLst>
          </p:cNvPr>
          <p:cNvGrpSpPr/>
          <p:nvPr/>
        </p:nvGrpSpPr>
        <p:grpSpPr>
          <a:xfrm>
            <a:off x="10320371" y="1593903"/>
            <a:ext cx="482645" cy="434778"/>
            <a:chOff x="10673179" y="1680947"/>
            <a:chExt cx="482645" cy="434778"/>
          </a:xfrm>
        </p:grpSpPr>
        <p:sp>
          <p:nvSpPr>
            <p:cNvPr id="27" name="Fluxograma: Conector 26">
              <a:extLst>
                <a:ext uri="{FF2B5EF4-FFF2-40B4-BE49-F238E27FC236}">
                  <a16:creationId xmlns:a16="http://schemas.microsoft.com/office/drawing/2014/main" id="{FB847047-7FDC-C4A1-DBEA-506E0723BF75}"/>
                </a:ext>
              </a:extLst>
            </p:cNvPr>
            <p:cNvSpPr/>
            <p:nvPr/>
          </p:nvSpPr>
          <p:spPr>
            <a:xfrm>
              <a:off x="10673179" y="1680947"/>
              <a:ext cx="482645" cy="434778"/>
            </a:xfrm>
            <a:prstGeom prst="flowChartConnector">
              <a:avLst/>
            </a:prstGeom>
            <a:solidFill>
              <a:srgbClr val="1D4ED8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77" name="Agrupar 76">
              <a:extLst>
                <a:ext uri="{FF2B5EF4-FFF2-40B4-BE49-F238E27FC236}">
                  <a16:creationId xmlns:a16="http://schemas.microsoft.com/office/drawing/2014/main" id="{89C5D291-03E1-0A24-36E9-C2D23E5A924C}"/>
                </a:ext>
              </a:extLst>
            </p:cNvPr>
            <p:cNvGrpSpPr/>
            <p:nvPr/>
          </p:nvGrpSpPr>
          <p:grpSpPr>
            <a:xfrm flipH="1">
              <a:off x="10759918" y="1734541"/>
              <a:ext cx="309166" cy="327590"/>
              <a:chOff x="10784082" y="25606"/>
              <a:chExt cx="683195" cy="723906"/>
            </a:xfrm>
            <a:solidFill>
              <a:srgbClr val="1D4ED8"/>
            </a:solidFill>
          </p:grpSpPr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EB8636FB-B3CA-AC26-635E-BA1CA629528C}"/>
                  </a:ext>
                </a:extLst>
              </p:cNvPr>
              <p:cNvSpPr/>
              <p:nvPr/>
            </p:nvSpPr>
            <p:spPr>
              <a:xfrm>
                <a:off x="10784082" y="25610"/>
                <a:ext cx="332140" cy="723902"/>
              </a:xfrm>
              <a:custGeom>
                <a:avLst/>
                <a:gdLst>
                  <a:gd name="connsiteX0" fmla="*/ 303947 w 332140"/>
                  <a:gd name="connsiteY0" fmla="*/ 0 h 723902"/>
                  <a:gd name="connsiteX1" fmla="*/ 194296 w 332140"/>
                  <a:gd name="connsiteY1" fmla="*/ 80963 h 723902"/>
                  <a:gd name="connsiteX2" fmla="*/ 193552 w 332140"/>
                  <a:gd name="connsiteY2" fmla="*/ 83902 h 723902"/>
                  <a:gd name="connsiteX3" fmla="*/ 193440 w 332140"/>
                  <a:gd name="connsiteY3" fmla="*/ 84199 h 723902"/>
                  <a:gd name="connsiteX4" fmla="*/ 193328 w 332140"/>
                  <a:gd name="connsiteY4" fmla="*/ 84386 h 723902"/>
                  <a:gd name="connsiteX5" fmla="*/ 189310 w 332140"/>
                  <a:gd name="connsiteY5" fmla="*/ 114188 h 723902"/>
                  <a:gd name="connsiteX6" fmla="*/ 179785 w 332140"/>
                  <a:gd name="connsiteY6" fmla="*/ 123713 h 723902"/>
                  <a:gd name="connsiteX7" fmla="*/ 170260 w 332140"/>
                  <a:gd name="connsiteY7" fmla="*/ 114188 h 723902"/>
                  <a:gd name="connsiteX8" fmla="*/ 172939 w 332140"/>
                  <a:gd name="connsiteY8" fmla="*/ 88106 h 723902"/>
                  <a:gd name="connsiteX9" fmla="*/ 149610 w 332140"/>
                  <a:gd name="connsiteY9" fmla="*/ 85539 h 723902"/>
                  <a:gd name="connsiteX10" fmla="*/ 43606 w 332140"/>
                  <a:gd name="connsiteY10" fmla="*/ 191657 h 723902"/>
                  <a:gd name="connsiteX11" fmla="*/ 53020 w 332140"/>
                  <a:gd name="connsiteY11" fmla="*/ 234892 h 723902"/>
                  <a:gd name="connsiteX12" fmla="*/ 80441 w 332140"/>
                  <a:gd name="connsiteY12" fmla="*/ 224213 h 723902"/>
                  <a:gd name="connsiteX13" fmla="*/ 92050 w 332140"/>
                  <a:gd name="connsiteY13" fmla="*/ 231059 h 723902"/>
                  <a:gd name="connsiteX14" fmla="*/ 85279 w 332140"/>
                  <a:gd name="connsiteY14" fmla="*/ 242668 h 723902"/>
                  <a:gd name="connsiteX15" fmla="*/ 53653 w 332140"/>
                  <a:gd name="connsiteY15" fmla="*/ 256286 h 723902"/>
                  <a:gd name="connsiteX16" fmla="*/ 53541 w 332140"/>
                  <a:gd name="connsiteY16" fmla="*/ 256398 h 723902"/>
                  <a:gd name="connsiteX17" fmla="*/ 53430 w 332140"/>
                  <a:gd name="connsiteY17" fmla="*/ 256509 h 723902"/>
                  <a:gd name="connsiteX18" fmla="*/ 0 w 332140"/>
                  <a:gd name="connsiteY18" fmla="*/ 352988 h 723902"/>
                  <a:gd name="connsiteX19" fmla="*/ 44947 w 332140"/>
                  <a:gd name="connsiteY19" fmla="*/ 443960 h 723902"/>
                  <a:gd name="connsiteX20" fmla="*/ 45914 w 332140"/>
                  <a:gd name="connsiteY20" fmla="*/ 445113 h 723902"/>
                  <a:gd name="connsiteX21" fmla="*/ 47142 w 332140"/>
                  <a:gd name="connsiteY21" fmla="*/ 446527 h 723902"/>
                  <a:gd name="connsiteX22" fmla="*/ 47886 w 332140"/>
                  <a:gd name="connsiteY22" fmla="*/ 448164 h 723902"/>
                  <a:gd name="connsiteX23" fmla="*/ 48444 w 332140"/>
                  <a:gd name="connsiteY23" fmla="*/ 449876 h 723902"/>
                  <a:gd name="connsiteX24" fmla="*/ 48444 w 332140"/>
                  <a:gd name="connsiteY24" fmla="*/ 451699 h 723902"/>
                  <a:gd name="connsiteX25" fmla="*/ 48332 w 332140"/>
                  <a:gd name="connsiteY25" fmla="*/ 453522 h 723902"/>
                  <a:gd name="connsiteX26" fmla="*/ 47663 w 332140"/>
                  <a:gd name="connsiteY26" fmla="*/ 455345 h 723902"/>
                  <a:gd name="connsiteX27" fmla="*/ 47105 w 332140"/>
                  <a:gd name="connsiteY27" fmla="*/ 456759 h 723902"/>
                  <a:gd name="connsiteX28" fmla="*/ 28724 w 332140"/>
                  <a:gd name="connsiteY28" fmla="*/ 518783 h 723902"/>
                  <a:gd name="connsiteX29" fmla="*/ 142834 w 332140"/>
                  <a:gd name="connsiteY29" fmla="*/ 632969 h 723902"/>
                  <a:gd name="connsiteX30" fmla="*/ 171781 w 332140"/>
                  <a:gd name="connsiteY30" fmla="*/ 629248 h 723902"/>
                  <a:gd name="connsiteX31" fmla="*/ 170144 w 332140"/>
                  <a:gd name="connsiteY31" fmla="*/ 609714 h 723902"/>
                  <a:gd name="connsiteX32" fmla="*/ 179669 w 332140"/>
                  <a:gd name="connsiteY32" fmla="*/ 600189 h 723902"/>
                  <a:gd name="connsiteX33" fmla="*/ 189194 w 332140"/>
                  <a:gd name="connsiteY33" fmla="*/ 609714 h 723902"/>
                  <a:gd name="connsiteX34" fmla="*/ 191761 w 332140"/>
                  <a:gd name="connsiteY34" fmla="*/ 633899 h 723902"/>
                  <a:gd name="connsiteX35" fmla="*/ 303566 w 332140"/>
                  <a:gd name="connsiteY35" fmla="*/ 723903 h 723902"/>
                  <a:gd name="connsiteX36" fmla="*/ 332141 w 332140"/>
                  <a:gd name="connsiteY36" fmla="*/ 694174 h 723902"/>
                  <a:gd name="connsiteX37" fmla="*/ 332141 w 332140"/>
                  <a:gd name="connsiteY37" fmla="*/ 573769 h 723902"/>
                  <a:gd name="connsiteX38" fmla="*/ 262043 w 332140"/>
                  <a:gd name="connsiteY38" fmla="*/ 517474 h 723902"/>
                  <a:gd name="connsiteX39" fmla="*/ 251290 w 332140"/>
                  <a:gd name="connsiteY39" fmla="*/ 509288 h 723902"/>
                  <a:gd name="connsiteX40" fmla="*/ 259475 w 332140"/>
                  <a:gd name="connsiteY40" fmla="*/ 498610 h 723902"/>
                  <a:gd name="connsiteX41" fmla="*/ 332141 w 332140"/>
                  <a:gd name="connsiteY41" fmla="*/ 535371 h 723902"/>
                  <a:gd name="connsiteX42" fmla="*/ 332141 w 332140"/>
                  <a:gd name="connsiteY42" fmla="*/ 396144 h 723902"/>
                  <a:gd name="connsiteX43" fmla="*/ 279567 w 332140"/>
                  <a:gd name="connsiteY43" fmla="*/ 337766 h 723902"/>
                  <a:gd name="connsiteX44" fmla="*/ 276144 w 332140"/>
                  <a:gd name="connsiteY44" fmla="*/ 336799 h 723902"/>
                  <a:gd name="connsiteX45" fmla="*/ 244816 w 332140"/>
                  <a:gd name="connsiteY45" fmla="*/ 341003 h 723902"/>
                  <a:gd name="connsiteX46" fmla="*/ 232240 w 332140"/>
                  <a:gd name="connsiteY46" fmla="*/ 336055 h 723902"/>
                  <a:gd name="connsiteX47" fmla="*/ 237188 w 332140"/>
                  <a:gd name="connsiteY47" fmla="*/ 323479 h 723902"/>
                  <a:gd name="connsiteX48" fmla="*/ 254341 w 332140"/>
                  <a:gd name="connsiteY48" fmla="*/ 318158 h 723902"/>
                  <a:gd name="connsiteX49" fmla="*/ 239756 w 332140"/>
                  <a:gd name="connsiteY49" fmla="*/ 260711 h 723902"/>
                  <a:gd name="connsiteX50" fmla="*/ 252406 w 332140"/>
                  <a:gd name="connsiteY50" fmla="*/ 255948 h 723902"/>
                  <a:gd name="connsiteX51" fmla="*/ 257169 w 332140"/>
                  <a:gd name="connsiteY51" fmla="*/ 268524 h 723902"/>
                  <a:gd name="connsiteX52" fmla="*/ 284218 w 332140"/>
                  <a:gd name="connsiteY52" fmla="*/ 319498 h 723902"/>
                  <a:gd name="connsiteX53" fmla="*/ 332140 w 332140"/>
                  <a:gd name="connsiteY53" fmla="*/ 358342 h 723902"/>
                  <a:gd name="connsiteX54" fmla="*/ 332140 w 332140"/>
                  <a:gd name="connsiteY54" fmla="*/ 153259 h 723902"/>
                  <a:gd name="connsiteX55" fmla="*/ 262042 w 332140"/>
                  <a:gd name="connsiteY55" fmla="*/ 97077 h 723902"/>
                  <a:gd name="connsiteX56" fmla="*/ 251289 w 332140"/>
                  <a:gd name="connsiteY56" fmla="*/ 88892 h 723902"/>
                  <a:gd name="connsiteX57" fmla="*/ 259475 w 332140"/>
                  <a:gd name="connsiteY57" fmla="*/ 78213 h 723902"/>
                  <a:gd name="connsiteX58" fmla="*/ 332140 w 332140"/>
                  <a:gd name="connsiteY58" fmla="*/ 114974 h 723902"/>
                  <a:gd name="connsiteX59" fmla="*/ 332140 w 332140"/>
                  <a:gd name="connsiteY59" fmla="*/ 29733 h 723902"/>
                  <a:gd name="connsiteX60" fmla="*/ 303937 w 332140"/>
                  <a:gd name="connsiteY60" fmla="*/ 4 h 723902"/>
                  <a:gd name="connsiteX61" fmla="*/ 107456 w 332140"/>
                  <a:gd name="connsiteY61" fmla="*/ 267672 h 723902"/>
                  <a:gd name="connsiteX62" fmla="*/ 181275 w 332140"/>
                  <a:gd name="connsiteY62" fmla="*/ 213200 h 723902"/>
                  <a:gd name="connsiteX63" fmla="*/ 191842 w 332140"/>
                  <a:gd name="connsiteY63" fmla="*/ 204828 h 723902"/>
                  <a:gd name="connsiteX64" fmla="*/ 200214 w 332140"/>
                  <a:gd name="connsiteY64" fmla="*/ 215507 h 723902"/>
                  <a:gd name="connsiteX65" fmla="*/ 111065 w 332140"/>
                  <a:gd name="connsiteY65" fmla="*/ 286386 h 723902"/>
                  <a:gd name="connsiteX66" fmla="*/ 109242 w 332140"/>
                  <a:gd name="connsiteY66" fmla="*/ 286572 h 723902"/>
                  <a:gd name="connsiteX67" fmla="*/ 99903 w 332140"/>
                  <a:gd name="connsiteY67" fmla="*/ 278870 h 723902"/>
                  <a:gd name="connsiteX68" fmla="*/ 107456 w 332140"/>
                  <a:gd name="connsiteY68" fmla="*/ 267671 h 723902"/>
                  <a:gd name="connsiteX69" fmla="*/ 190800 w 332140"/>
                  <a:gd name="connsiteY69" fmla="*/ 519113 h 723902"/>
                  <a:gd name="connsiteX70" fmla="*/ 188902 w 332140"/>
                  <a:gd name="connsiteY70" fmla="*/ 518926 h 723902"/>
                  <a:gd name="connsiteX71" fmla="*/ 99828 w 332140"/>
                  <a:gd name="connsiteY71" fmla="*/ 448047 h 723902"/>
                  <a:gd name="connsiteX72" fmla="*/ 108126 w 332140"/>
                  <a:gd name="connsiteY72" fmla="*/ 437369 h 723902"/>
                  <a:gd name="connsiteX73" fmla="*/ 118693 w 332140"/>
                  <a:gd name="connsiteY73" fmla="*/ 445740 h 723902"/>
                  <a:gd name="connsiteX74" fmla="*/ 192623 w 332140"/>
                  <a:gd name="connsiteY74" fmla="*/ 500212 h 723902"/>
                  <a:gd name="connsiteX75" fmla="*/ 200139 w 332140"/>
                  <a:gd name="connsiteY75" fmla="*/ 511374 h 723902"/>
                  <a:gd name="connsiteX76" fmla="*/ 190800 w 332140"/>
                  <a:gd name="connsiteY76" fmla="*/ 519113 h 723902"/>
                  <a:gd name="connsiteX77" fmla="*/ 202222 w 332140"/>
                  <a:gd name="connsiteY77" fmla="*/ 368056 h 723902"/>
                  <a:gd name="connsiteX78" fmla="*/ 164978 w 332140"/>
                  <a:gd name="connsiteY78" fmla="*/ 386547 h 723902"/>
                  <a:gd name="connsiteX79" fmla="*/ 127733 w 332140"/>
                  <a:gd name="connsiteY79" fmla="*/ 368056 h 723902"/>
                  <a:gd name="connsiteX80" fmla="*/ 105074 w 332140"/>
                  <a:gd name="connsiteY80" fmla="*/ 356446 h 723902"/>
                  <a:gd name="connsiteX81" fmla="*/ 95549 w 332140"/>
                  <a:gd name="connsiteY81" fmla="*/ 346921 h 723902"/>
                  <a:gd name="connsiteX82" fmla="*/ 105074 w 332140"/>
                  <a:gd name="connsiteY82" fmla="*/ 337396 h 723902"/>
                  <a:gd name="connsiteX83" fmla="*/ 142430 w 332140"/>
                  <a:gd name="connsiteY83" fmla="*/ 355888 h 723902"/>
                  <a:gd name="connsiteX84" fmla="*/ 187562 w 332140"/>
                  <a:gd name="connsiteY84" fmla="*/ 355888 h 723902"/>
                  <a:gd name="connsiteX85" fmla="*/ 200995 w 332140"/>
                  <a:gd name="connsiteY85" fmla="*/ 354660 h 723902"/>
                  <a:gd name="connsiteX86" fmla="*/ 202222 w 332140"/>
                  <a:gd name="connsiteY86" fmla="*/ 368054 h 723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332140" h="723902">
                    <a:moveTo>
                      <a:pt x="303947" y="0"/>
                    </a:moveTo>
                    <a:cubicBezTo>
                      <a:pt x="252788" y="0"/>
                      <a:pt x="208883" y="32594"/>
                      <a:pt x="194296" y="80963"/>
                    </a:cubicBezTo>
                    <a:cubicBezTo>
                      <a:pt x="193998" y="82004"/>
                      <a:pt x="193738" y="82972"/>
                      <a:pt x="193552" y="83902"/>
                    </a:cubicBezTo>
                    <a:cubicBezTo>
                      <a:pt x="193440" y="84013"/>
                      <a:pt x="193552" y="84088"/>
                      <a:pt x="193440" y="84199"/>
                    </a:cubicBezTo>
                    <a:cubicBezTo>
                      <a:pt x="193440" y="84311"/>
                      <a:pt x="193440" y="84311"/>
                      <a:pt x="193328" y="84386"/>
                    </a:cubicBezTo>
                    <a:cubicBezTo>
                      <a:pt x="190761" y="94022"/>
                      <a:pt x="189310" y="103994"/>
                      <a:pt x="189310" y="114188"/>
                    </a:cubicBezTo>
                    <a:cubicBezTo>
                      <a:pt x="189310" y="119434"/>
                      <a:pt x="185031" y="123713"/>
                      <a:pt x="179785" y="123713"/>
                    </a:cubicBezTo>
                    <a:cubicBezTo>
                      <a:pt x="174539" y="123713"/>
                      <a:pt x="170260" y="119434"/>
                      <a:pt x="170260" y="114188"/>
                    </a:cubicBezTo>
                    <a:cubicBezTo>
                      <a:pt x="170260" y="105333"/>
                      <a:pt x="171227" y="96552"/>
                      <a:pt x="172939" y="88106"/>
                    </a:cubicBezTo>
                    <a:cubicBezTo>
                      <a:pt x="165423" y="86394"/>
                      <a:pt x="157609" y="85539"/>
                      <a:pt x="149610" y="85539"/>
                    </a:cubicBezTo>
                    <a:cubicBezTo>
                      <a:pt x="91121" y="85539"/>
                      <a:pt x="43606" y="133052"/>
                      <a:pt x="43606" y="191657"/>
                    </a:cubicBezTo>
                    <a:cubicBezTo>
                      <a:pt x="43606" y="206800"/>
                      <a:pt x="46843" y="221274"/>
                      <a:pt x="53020" y="234892"/>
                    </a:cubicBezTo>
                    <a:cubicBezTo>
                      <a:pt x="61577" y="230427"/>
                      <a:pt x="70731" y="226781"/>
                      <a:pt x="80441" y="224213"/>
                    </a:cubicBezTo>
                    <a:cubicBezTo>
                      <a:pt x="85576" y="222874"/>
                      <a:pt x="90710" y="225925"/>
                      <a:pt x="92050" y="231059"/>
                    </a:cubicBezTo>
                    <a:cubicBezTo>
                      <a:pt x="93390" y="236119"/>
                      <a:pt x="90339" y="241328"/>
                      <a:pt x="85279" y="242668"/>
                    </a:cubicBezTo>
                    <a:cubicBezTo>
                      <a:pt x="73856" y="245608"/>
                      <a:pt x="63289" y="250296"/>
                      <a:pt x="53653" y="256286"/>
                    </a:cubicBezTo>
                    <a:lnTo>
                      <a:pt x="53541" y="256398"/>
                    </a:lnTo>
                    <a:cubicBezTo>
                      <a:pt x="53430" y="256398"/>
                      <a:pt x="53430" y="256509"/>
                      <a:pt x="53430" y="256509"/>
                    </a:cubicBezTo>
                    <a:cubicBezTo>
                      <a:pt x="20836" y="276899"/>
                      <a:pt x="0" y="312990"/>
                      <a:pt x="0" y="352988"/>
                    </a:cubicBezTo>
                    <a:cubicBezTo>
                      <a:pt x="0" y="388893"/>
                      <a:pt x="16372" y="421933"/>
                      <a:pt x="44947" y="443960"/>
                    </a:cubicBezTo>
                    <a:cubicBezTo>
                      <a:pt x="45319" y="444257"/>
                      <a:pt x="45616" y="444704"/>
                      <a:pt x="45914" y="445113"/>
                    </a:cubicBezTo>
                    <a:cubicBezTo>
                      <a:pt x="46398" y="445597"/>
                      <a:pt x="46881" y="445969"/>
                      <a:pt x="47142" y="446527"/>
                    </a:cubicBezTo>
                    <a:cubicBezTo>
                      <a:pt x="47514" y="447011"/>
                      <a:pt x="47700" y="447569"/>
                      <a:pt x="47886" y="448164"/>
                    </a:cubicBezTo>
                    <a:cubicBezTo>
                      <a:pt x="48072" y="448722"/>
                      <a:pt x="48370" y="449317"/>
                      <a:pt x="48444" y="449876"/>
                    </a:cubicBezTo>
                    <a:cubicBezTo>
                      <a:pt x="48556" y="450545"/>
                      <a:pt x="48444" y="451103"/>
                      <a:pt x="48444" y="451699"/>
                    </a:cubicBezTo>
                    <a:cubicBezTo>
                      <a:pt x="48444" y="452368"/>
                      <a:pt x="48444" y="452927"/>
                      <a:pt x="48332" y="453522"/>
                    </a:cubicBezTo>
                    <a:cubicBezTo>
                      <a:pt x="48221" y="454192"/>
                      <a:pt x="47849" y="454675"/>
                      <a:pt x="47663" y="455345"/>
                    </a:cubicBezTo>
                    <a:cubicBezTo>
                      <a:pt x="47365" y="455829"/>
                      <a:pt x="47365" y="456312"/>
                      <a:pt x="47105" y="456759"/>
                    </a:cubicBezTo>
                    <a:cubicBezTo>
                      <a:pt x="35013" y="475065"/>
                      <a:pt x="28724" y="496496"/>
                      <a:pt x="28724" y="518783"/>
                    </a:cubicBezTo>
                    <a:cubicBezTo>
                      <a:pt x="28724" y="581849"/>
                      <a:pt x="79884" y="632969"/>
                      <a:pt x="142834" y="632969"/>
                    </a:cubicBezTo>
                    <a:cubicBezTo>
                      <a:pt x="152731" y="632969"/>
                      <a:pt x="162442" y="631741"/>
                      <a:pt x="171781" y="629248"/>
                    </a:cubicBezTo>
                    <a:cubicBezTo>
                      <a:pt x="170814" y="622774"/>
                      <a:pt x="170144" y="616300"/>
                      <a:pt x="170144" y="609714"/>
                    </a:cubicBezTo>
                    <a:cubicBezTo>
                      <a:pt x="170144" y="604468"/>
                      <a:pt x="174423" y="600189"/>
                      <a:pt x="179669" y="600189"/>
                    </a:cubicBezTo>
                    <a:cubicBezTo>
                      <a:pt x="184915" y="600189"/>
                      <a:pt x="189194" y="604468"/>
                      <a:pt x="189194" y="609714"/>
                    </a:cubicBezTo>
                    <a:cubicBezTo>
                      <a:pt x="189194" y="617825"/>
                      <a:pt x="190050" y="626010"/>
                      <a:pt x="191761" y="633899"/>
                    </a:cubicBezTo>
                    <a:cubicBezTo>
                      <a:pt x="203184" y="686101"/>
                      <a:pt x="250139" y="723903"/>
                      <a:pt x="303566" y="723903"/>
                    </a:cubicBezTo>
                    <a:cubicBezTo>
                      <a:pt x="319491" y="723903"/>
                      <a:pt x="332141" y="710583"/>
                      <a:pt x="332141" y="694174"/>
                    </a:cubicBezTo>
                    <a:lnTo>
                      <a:pt x="332141" y="573769"/>
                    </a:lnTo>
                    <a:cubicBezTo>
                      <a:pt x="311082" y="530051"/>
                      <a:pt x="290618" y="513679"/>
                      <a:pt x="262043" y="517474"/>
                    </a:cubicBezTo>
                    <a:cubicBezTo>
                      <a:pt x="256796" y="518218"/>
                      <a:pt x="252034" y="514535"/>
                      <a:pt x="251290" y="509288"/>
                    </a:cubicBezTo>
                    <a:cubicBezTo>
                      <a:pt x="250620" y="504154"/>
                      <a:pt x="254341" y="499280"/>
                      <a:pt x="259475" y="498610"/>
                    </a:cubicBezTo>
                    <a:cubicBezTo>
                      <a:pt x="293185" y="494145"/>
                      <a:pt x="315881" y="512154"/>
                      <a:pt x="332141" y="535371"/>
                    </a:cubicBezTo>
                    <a:lnTo>
                      <a:pt x="332141" y="396144"/>
                    </a:lnTo>
                    <a:cubicBezTo>
                      <a:pt x="313649" y="357932"/>
                      <a:pt x="295083" y="342714"/>
                      <a:pt x="279567" y="337766"/>
                    </a:cubicBezTo>
                    <a:cubicBezTo>
                      <a:pt x="278340" y="337654"/>
                      <a:pt x="277186" y="337394"/>
                      <a:pt x="276144" y="336799"/>
                    </a:cubicBezTo>
                    <a:cubicBezTo>
                      <a:pt x="261968" y="333450"/>
                      <a:pt x="250620" y="338436"/>
                      <a:pt x="244816" y="341003"/>
                    </a:cubicBezTo>
                    <a:cubicBezTo>
                      <a:pt x="239941" y="343087"/>
                      <a:pt x="234323" y="340817"/>
                      <a:pt x="232240" y="336055"/>
                    </a:cubicBezTo>
                    <a:cubicBezTo>
                      <a:pt x="230156" y="331180"/>
                      <a:pt x="232351" y="325562"/>
                      <a:pt x="237188" y="323479"/>
                    </a:cubicBezTo>
                    <a:cubicBezTo>
                      <a:pt x="242509" y="321209"/>
                      <a:pt x="248351" y="319274"/>
                      <a:pt x="254341" y="318158"/>
                    </a:cubicBezTo>
                    <a:cubicBezTo>
                      <a:pt x="241281" y="303871"/>
                      <a:pt x="229673" y="283295"/>
                      <a:pt x="239756" y="260711"/>
                    </a:cubicBezTo>
                    <a:cubicBezTo>
                      <a:pt x="241951" y="255948"/>
                      <a:pt x="247570" y="253865"/>
                      <a:pt x="252406" y="255948"/>
                    </a:cubicBezTo>
                    <a:cubicBezTo>
                      <a:pt x="257169" y="258144"/>
                      <a:pt x="259252" y="263762"/>
                      <a:pt x="257169" y="268524"/>
                    </a:cubicBezTo>
                    <a:cubicBezTo>
                      <a:pt x="247347" y="290253"/>
                      <a:pt x="275475" y="313024"/>
                      <a:pt x="284218" y="319498"/>
                    </a:cubicBezTo>
                    <a:cubicBezTo>
                      <a:pt x="299919" y="324075"/>
                      <a:pt x="316328" y="335795"/>
                      <a:pt x="332140" y="358342"/>
                    </a:cubicBezTo>
                    <a:lnTo>
                      <a:pt x="332140" y="153259"/>
                    </a:lnTo>
                    <a:cubicBezTo>
                      <a:pt x="311081" y="109653"/>
                      <a:pt x="290691" y="93244"/>
                      <a:pt x="262042" y="97077"/>
                    </a:cubicBezTo>
                    <a:cubicBezTo>
                      <a:pt x="256796" y="97821"/>
                      <a:pt x="252033" y="94138"/>
                      <a:pt x="251289" y="88892"/>
                    </a:cubicBezTo>
                    <a:cubicBezTo>
                      <a:pt x="250619" y="83645"/>
                      <a:pt x="254340" y="78883"/>
                      <a:pt x="259475" y="78213"/>
                    </a:cubicBezTo>
                    <a:cubicBezTo>
                      <a:pt x="293185" y="73748"/>
                      <a:pt x="315881" y="91645"/>
                      <a:pt x="332140" y="114974"/>
                    </a:cubicBezTo>
                    <a:lnTo>
                      <a:pt x="332140" y="29733"/>
                    </a:lnTo>
                    <a:cubicBezTo>
                      <a:pt x="332140" y="13324"/>
                      <a:pt x="319490" y="4"/>
                      <a:pt x="303937" y="4"/>
                    </a:cubicBezTo>
                    <a:close/>
                    <a:moveTo>
                      <a:pt x="107456" y="267672"/>
                    </a:moveTo>
                    <a:cubicBezTo>
                      <a:pt x="156420" y="258035"/>
                      <a:pt x="177852" y="242333"/>
                      <a:pt x="181275" y="213200"/>
                    </a:cubicBezTo>
                    <a:cubicBezTo>
                      <a:pt x="181945" y="207954"/>
                      <a:pt x="186707" y="204233"/>
                      <a:pt x="191842" y="204828"/>
                    </a:cubicBezTo>
                    <a:cubicBezTo>
                      <a:pt x="197088" y="205498"/>
                      <a:pt x="200809" y="210261"/>
                      <a:pt x="200214" y="215507"/>
                    </a:cubicBezTo>
                    <a:cubicBezTo>
                      <a:pt x="194409" y="263987"/>
                      <a:pt x="149538" y="278833"/>
                      <a:pt x="111065" y="286386"/>
                    </a:cubicBezTo>
                    <a:cubicBezTo>
                      <a:pt x="110507" y="286572"/>
                      <a:pt x="109837" y="286572"/>
                      <a:pt x="109242" y="286572"/>
                    </a:cubicBezTo>
                    <a:cubicBezTo>
                      <a:pt x="104777" y="286572"/>
                      <a:pt x="100759" y="283447"/>
                      <a:pt x="99903" y="278870"/>
                    </a:cubicBezTo>
                    <a:cubicBezTo>
                      <a:pt x="98899" y="273661"/>
                      <a:pt x="102322" y="268713"/>
                      <a:pt x="107456" y="267671"/>
                    </a:cubicBezTo>
                    <a:close/>
                    <a:moveTo>
                      <a:pt x="190800" y="519113"/>
                    </a:moveTo>
                    <a:cubicBezTo>
                      <a:pt x="190130" y="519113"/>
                      <a:pt x="189572" y="519113"/>
                      <a:pt x="188902" y="518926"/>
                    </a:cubicBezTo>
                    <a:cubicBezTo>
                      <a:pt x="150505" y="511411"/>
                      <a:pt x="105559" y="496527"/>
                      <a:pt x="99828" y="448047"/>
                    </a:cubicBezTo>
                    <a:cubicBezTo>
                      <a:pt x="99159" y="442801"/>
                      <a:pt x="102879" y="438038"/>
                      <a:pt x="108126" y="437369"/>
                    </a:cubicBezTo>
                    <a:cubicBezTo>
                      <a:pt x="113372" y="436811"/>
                      <a:pt x="118134" y="440494"/>
                      <a:pt x="118693" y="445740"/>
                    </a:cubicBezTo>
                    <a:cubicBezTo>
                      <a:pt x="122227" y="474873"/>
                      <a:pt x="143547" y="490612"/>
                      <a:pt x="192623" y="500212"/>
                    </a:cubicBezTo>
                    <a:cubicBezTo>
                      <a:pt x="197757" y="501254"/>
                      <a:pt x="201106" y="506202"/>
                      <a:pt x="200139" y="511374"/>
                    </a:cubicBezTo>
                    <a:cubicBezTo>
                      <a:pt x="199171" y="515988"/>
                      <a:pt x="195264" y="519113"/>
                      <a:pt x="190800" y="519113"/>
                    </a:cubicBezTo>
                    <a:close/>
                    <a:moveTo>
                      <a:pt x="202222" y="368056"/>
                    </a:moveTo>
                    <a:cubicBezTo>
                      <a:pt x="192400" y="379962"/>
                      <a:pt x="179154" y="386547"/>
                      <a:pt x="164978" y="386547"/>
                    </a:cubicBezTo>
                    <a:cubicBezTo>
                      <a:pt x="150802" y="386547"/>
                      <a:pt x="137556" y="379962"/>
                      <a:pt x="127733" y="368056"/>
                    </a:cubicBezTo>
                    <a:cubicBezTo>
                      <a:pt x="121557" y="360540"/>
                      <a:pt x="113557" y="356446"/>
                      <a:pt x="105074" y="356446"/>
                    </a:cubicBezTo>
                    <a:cubicBezTo>
                      <a:pt x="99828" y="356446"/>
                      <a:pt x="95549" y="352168"/>
                      <a:pt x="95549" y="346921"/>
                    </a:cubicBezTo>
                    <a:cubicBezTo>
                      <a:pt x="95549" y="341675"/>
                      <a:pt x="99828" y="337396"/>
                      <a:pt x="105074" y="337396"/>
                    </a:cubicBezTo>
                    <a:cubicBezTo>
                      <a:pt x="119176" y="337396"/>
                      <a:pt x="132681" y="344168"/>
                      <a:pt x="142430" y="355888"/>
                    </a:cubicBezTo>
                    <a:cubicBezTo>
                      <a:pt x="154709" y="370845"/>
                      <a:pt x="175284" y="370845"/>
                      <a:pt x="187562" y="355888"/>
                    </a:cubicBezTo>
                    <a:cubicBezTo>
                      <a:pt x="190911" y="351870"/>
                      <a:pt x="196901" y="351312"/>
                      <a:pt x="200995" y="354660"/>
                    </a:cubicBezTo>
                    <a:cubicBezTo>
                      <a:pt x="204976" y="357935"/>
                      <a:pt x="205571" y="363962"/>
                      <a:pt x="202222" y="368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93FF21E6-02EC-E77E-2418-D6041F4DD06D}"/>
                  </a:ext>
                </a:extLst>
              </p:cNvPr>
              <p:cNvSpPr/>
              <p:nvPr/>
            </p:nvSpPr>
            <p:spPr>
              <a:xfrm>
                <a:off x="11135241" y="25606"/>
                <a:ext cx="332036" cy="723899"/>
              </a:xfrm>
              <a:custGeom>
                <a:avLst/>
                <a:gdLst>
                  <a:gd name="connsiteX0" fmla="*/ 284448 w 332036"/>
                  <a:gd name="connsiteY0" fmla="*/ 455308 h 723899"/>
                  <a:gd name="connsiteX1" fmla="*/ 283704 w 332036"/>
                  <a:gd name="connsiteY1" fmla="*/ 453484 h 723899"/>
                  <a:gd name="connsiteX2" fmla="*/ 283592 w 332036"/>
                  <a:gd name="connsiteY2" fmla="*/ 451773 h 723899"/>
                  <a:gd name="connsiteX3" fmla="*/ 283592 w 332036"/>
                  <a:gd name="connsiteY3" fmla="*/ 449875 h 723899"/>
                  <a:gd name="connsiteX4" fmla="*/ 284151 w 332036"/>
                  <a:gd name="connsiteY4" fmla="*/ 448238 h 723899"/>
                  <a:gd name="connsiteX5" fmla="*/ 284895 w 332036"/>
                  <a:gd name="connsiteY5" fmla="*/ 446527 h 723899"/>
                  <a:gd name="connsiteX6" fmla="*/ 286123 w 332036"/>
                  <a:gd name="connsiteY6" fmla="*/ 445113 h 723899"/>
                  <a:gd name="connsiteX7" fmla="*/ 287090 w 332036"/>
                  <a:gd name="connsiteY7" fmla="*/ 443959 h 723899"/>
                  <a:gd name="connsiteX8" fmla="*/ 332037 w 332036"/>
                  <a:gd name="connsiteY8" fmla="*/ 352988 h 723899"/>
                  <a:gd name="connsiteX9" fmla="*/ 278681 w 332036"/>
                  <a:gd name="connsiteY9" fmla="*/ 256509 h 723899"/>
                  <a:gd name="connsiteX10" fmla="*/ 278495 w 332036"/>
                  <a:gd name="connsiteY10" fmla="*/ 256398 h 723899"/>
                  <a:gd name="connsiteX11" fmla="*/ 278384 w 332036"/>
                  <a:gd name="connsiteY11" fmla="*/ 256286 h 723899"/>
                  <a:gd name="connsiteX12" fmla="*/ 246758 w 332036"/>
                  <a:gd name="connsiteY12" fmla="*/ 242668 h 723899"/>
                  <a:gd name="connsiteX13" fmla="*/ 239986 w 332036"/>
                  <a:gd name="connsiteY13" fmla="*/ 231059 h 723899"/>
                  <a:gd name="connsiteX14" fmla="*/ 251595 w 332036"/>
                  <a:gd name="connsiteY14" fmla="*/ 224213 h 723899"/>
                  <a:gd name="connsiteX15" fmla="*/ 279017 w 332036"/>
                  <a:gd name="connsiteY15" fmla="*/ 234891 h 723899"/>
                  <a:gd name="connsiteX16" fmla="*/ 288430 w 332036"/>
                  <a:gd name="connsiteY16" fmla="*/ 191657 h 723899"/>
                  <a:gd name="connsiteX17" fmla="*/ 182426 w 332036"/>
                  <a:gd name="connsiteY17" fmla="*/ 85538 h 723899"/>
                  <a:gd name="connsiteX18" fmla="*/ 159098 w 332036"/>
                  <a:gd name="connsiteY18" fmla="*/ 88106 h 723899"/>
                  <a:gd name="connsiteX19" fmla="*/ 161777 w 332036"/>
                  <a:gd name="connsiteY19" fmla="*/ 114188 h 723899"/>
                  <a:gd name="connsiteX20" fmla="*/ 152252 w 332036"/>
                  <a:gd name="connsiteY20" fmla="*/ 123713 h 723899"/>
                  <a:gd name="connsiteX21" fmla="*/ 142727 w 332036"/>
                  <a:gd name="connsiteY21" fmla="*/ 114188 h 723899"/>
                  <a:gd name="connsiteX22" fmla="*/ 138708 w 332036"/>
                  <a:gd name="connsiteY22" fmla="*/ 84274 h 723899"/>
                  <a:gd name="connsiteX23" fmla="*/ 138597 w 332036"/>
                  <a:gd name="connsiteY23" fmla="*/ 84162 h 723899"/>
                  <a:gd name="connsiteX24" fmla="*/ 138485 w 332036"/>
                  <a:gd name="connsiteY24" fmla="*/ 83865 h 723899"/>
                  <a:gd name="connsiteX25" fmla="*/ 137741 w 332036"/>
                  <a:gd name="connsiteY25" fmla="*/ 81000 h 723899"/>
                  <a:gd name="connsiteX26" fmla="*/ 28613 w 332036"/>
                  <a:gd name="connsiteY26" fmla="*/ 0 h 723899"/>
                  <a:gd name="connsiteX27" fmla="*/ 38 w 332036"/>
                  <a:gd name="connsiteY27" fmla="*/ 29728 h 723899"/>
                  <a:gd name="connsiteX28" fmla="*/ 38 w 332036"/>
                  <a:gd name="connsiteY28" fmla="*/ 180309 h 723899"/>
                  <a:gd name="connsiteX29" fmla="*/ 72703 w 332036"/>
                  <a:gd name="connsiteY29" fmla="*/ 143548 h 723899"/>
                  <a:gd name="connsiteX30" fmla="*/ 80889 w 332036"/>
                  <a:gd name="connsiteY30" fmla="*/ 154227 h 723899"/>
                  <a:gd name="connsiteX31" fmla="*/ 70136 w 332036"/>
                  <a:gd name="connsiteY31" fmla="*/ 162412 h 723899"/>
                  <a:gd name="connsiteX32" fmla="*/ 38 w 332036"/>
                  <a:gd name="connsiteY32" fmla="*/ 218595 h 723899"/>
                  <a:gd name="connsiteX33" fmla="*/ 38 w 332036"/>
                  <a:gd name="connsiteY33" fmla="*/ 423678 h 723899"/>
                  <a:gd name="connsiteX34" fmla="*/ 47960 w 332036"/>
                  <a:gd name="connsiteY34" fmla="*/ 384834 h 723899"/>
                  <a:gd name="connsiteX35" fmla="*/ 75009 w 332036"/>
                  <a:gd name="connsiteY35" fmla="*/ 333860 h 723899"/>
                  <a:gd name="connsiteX36" fmla="*/ 79771 w 332036"/>
                  <a:gd name="connsiteY36" fmla="*/ 321284 h 723899"/>
                  <a:gd name="connsiteX37" fmla="*/ 92422 w 332036"/>
                  <a:gd name="connsiteY37" fmla="*/ 326046 h 723899"/>
                  <a:gd name="connsiteX38" fmla="*/ 77837 w 332036"/>
                  <a:gd name="connsiteY38" fmla="*/ 383493 h 723899"/>
                  <a:gd name="connsiteX39" fmla="*/ 94990 w 332036"/>
                  <a:gd name="connsiteY39" fmla="*/ 388814 h 723899"/>
                  <a:gd name="connsiteX40" fmla="*/ 99938 w 332036"/>
                  <a:gd name="connsiteY40" fmla="*/ 401390 h 723899"/>
                  <a:gd name="connsiteX41" fmla="*/ 87362 w 332036"/>
                  <a:gd name="connsiteY41" fmla="*/ 406338 h 723899"/>
                  <a:gd name="connsiteX42" fmla="*/ 55922 w 332036"/>
                  <a:gd name="connsiteY42" fmla="*/ 402134 h 723899"/>
                  <a:gd name="connsiteX43" fmla="*/ 52573 w 332036"/>
                  <a:gd name="connsiteY43" fmla="*/ 403101 h 723899"/>
                  <a:gd name="connsiteX44" fmla="*/ 0 w 332036"/>
                  <a:gd name="connsiteY44" fmla="*/ 461479 h 723899"/>
                  <a:gd name="connsiteX45" fmla="*/ 0 w 332036"/>
                  <a:gd name="connsiteY45" fmla="*/ 600744 h 723899"/>
                  <a:gd name="connsiteX46" fmla="*/ 72665 w 332036"/>
                  <a:gd name="connsiteY46" fmla="*/ 563983 h 723899"/>
                  <a:gd name="connsiteX47" fmla="*/ 80851 w 332036"/>
                  <a:gd name="connsiteY47" fmla="*/ 574662 h 723899"/>
                  <a:gd name="connsiteX48" fmla="*/ 70098 w 332036"/>
                  <a:gd name="connsiteY48" fmla="*/ 582847 h 723899"/>
                  <a:gd name="connsiteX49" fmla="*/ 0 w 332036"/>
                  <a:gd name="connsiteY49" fmla="*/ 639142 h 723899"/>
                  <a:gd name="connsiteX50" fmla="*/ 0 w 332036"/>
                  <a:gd name="connsiteY50" fmla="*/ 694208 h 723899"/>
                  <a:gd name="connsiteX51" fmla="*/ 28240 w 332036"/>
                  <a:gd name="connsiteY51" fmla="*/ 723899 h 723899"/>
                  <a:gd name="connsiteX52" fmla="*/ 140273 w 332036"/>
                  <a:gd name="connsiteY52" fmla="*/ 633970 h 723899"/>
                  <a:gd name="connsiteX53" fmla="*/ 142840 w 332036"/>
                  <a:gd name="connsiteY53" fmla="*/ 609674 h 723899"/>
                  <a:gd name="connsiteX54" fmla="*/ 152365 w 332036"/>
                  <a:gd name="connsiteY54" fmla="*/ 600149 h 723899"/>
                  <a:gd name="connsiteX55" fmla="*/ 161890 w 332036"/>
                  <a:gd name="connsiteY55" fmla="*/ 609674 h 723899"/>
                  <a:gd name="connsiteX56" fmla="*/ 160253 w 332036"/>
                  <a:gd name="connsiteY56" fmla="*/ 629208 h 723899"/>
                  <a:gd name="connsiteX57" fmla="*/ 189125 w 332036"/>
                  <a:gd name="connsiteY57" fmla="*/ 632928 h 723899"/>
                  <a:gd name="connsiteX58" fmla="*/ 303311 w 332036"/>
                  <a:gd name="connsiteY58" fmla="*/ 518742 h 723899"/>
                  <a:gd name="connsiteX59" fmla="*/ 284930 w 332036"/>
                  <a:gd name="connsiteY59" fmla="*/ 456719 h 723899"/>
                  <a:gd name="connsiteX60" fmla="*/ 284447 w 332036"/>
                  <a:gd name="connsiteY60" fmla="*/ 455305 h 723899"/>
                  <a:gd name="connsiteX61" fmla="*/ 140345 w 332036"/>
                  <a:gd name="connsiteY61" fmla="*/ 204791 h 723899"/>
                  <a:gd name="connsiteX62" fmla="*/ 150912 w 332036"/>
                  <a:gd name="connsiteY62" fmla="*/ 213162 h 723899"/>
                  <a:gd name="connsiteX63" fmla="*/ 224730 w 332036"/>
                  <a:gd name="connsiteY63" fmla="*/ 267634 h 723899"/>
                  <a:gd name="connsiteX64" fmla="*/ 232246 w 332036"/>
                  <a:gd name="connsiteY64" fmla="*/ 278796 h 723899"/>
                  <a:gd name="connsiteX65" fmla="*/ 222907 w 332036"/>
                  <a:gd name="connsiteY65" fmla="*/ 286498 h 723899"/>
                  <a:gd name="connsiteX66" fmla="*/ 221084 w 332036"/>
                  <a:gd name="connsiteY66" fmla="*/ 286312 h 723899"/>
                  <a:gd name="connsiteX67" fmla="*/ 131936 w 332036"/>
                  <a:gd name="connsiteY67" fmla="*/ 215433 h 723899"/>
                  <a:gd name="connsiteX68" fmla="*/ 140344 w 332036"/>
                  <a:gd name="connsiteY68" fmla="*/ 204791 h 723899"/>
                  <a:gd name="connsiteX69" fmla="*/ 143284 w 332036"/>
                  <a:gd name="connsiteY69" fmla="*/ 518925 h 723899"/>
                  <a:gd name="connsiteX70" fmla="*/ 141386 w 332036"/>
                  <a:gd name="connsiteY70" fmla="*/ 519111 h 723899"/>
                  <a:gd name="connsiteX71" fmla="*/ 132047 w 332036"/>
                  <a:gd name="connsiteY71" fmla="*/ 511409 h 723899"/>
                  <a:gd name="connsiteX72" fmla="*/ 139563 w 332036"/>
                  <a:gd name="connsiteY72" fmla="*/ 500247 h 723899"/>
                  <a:gd name="connsiteX73" fmla="*/ 213493 w 332036"/>
                  <a:gd name="connsiteY73" fmla="*/ 445775 h 723899"/>
                  <a:gd name="connsiteX74" fmla="*/ 224060 w 332036"/>
                  <a:gd name="connsiteY74" fmla="*/ 437404 h 723899"/>
                  <a:gd name="connsiteX75" fmla="*/ 232357 w 332036"/>
                  <a:gd name="connsiteY75" fmla="*/ 448082 h 723899"/>
                  <a:gd name="connsiteX76" fmla="*/ 143283 w 332036"/>
                  <a:gd name="connsiteY76" fmla="*/ 518925 h 723899"/>
                  <a:gd name="connsiteX77" fmla="*/ 227000 w 332036"/>
                  <a:gd name="connsiteY77" fmla="*/ 356438 h 723899"/>
                  <a:gd name="connsiteX78" fmla="*/ 204415 w 332036"/>
                  <a:gd name="connsiteY78" fmla="*/ 368047 h 723899"/>
                  <a:gd name="connsiteX79" fmla="*/ 167171 w 332036"/>
                  <a:gd name="connsiteY79" fmla="*/ 386539 h 723899"/>
                  <a:gd name="connsiteX80" fmla="*/ 129926 w 332036"/>
                  <a:gd name="connsiteY80" fmla="*/ 368047 h 723899"/>
                  <a:gd name="connsiteX81" fmla="*/ 131154 w 332036"/>
                  <a:gd name="connsiteY81" fmla="*/ 354615 h 723899"/>
                  <a:gd name="connsiteX82" fmla="*/ 144586 w 332036"/>
                  <a:gd name="connsiteY82" fmla="*/ 355843 h 723899"/>
                  <a:gd name="connsiteX83" fmla="*/ 189718 w 332036"/>
                  <a:gd name="connsiteY83" fmla="*/ 355843 h 723899"/>
                  <a:gd name="connsiteX84" fmla="*/ 226963 w 332036"/>
                  <a:gd name="connsiteY84" fmla="*/ 337351 h 723899"/>
                  <a:gd name="connsiteX85" fmla="*/ 236488 w 332036"/>
                  <a:gd name="connsiteY85" fmla="*/ 346876 h 723899"/>
                  <a:gd name="connsiteX86" fmla="*/ 227000 w 332036"/>
                  <a:gd name="connsiteY86" fmla="*/ 356438 h 723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332036" h="723899">
                    <a:moveTo>
                      <a:pt x="284448" y="455308"/>
                    </a:moveTo>
                    <a:cubicBezTo>
                      <a:pt x="284151" y="454750"/>
                      <a:pt x="283779" y="454154"/>
                      <a:pt x="283704" y="453484"/>
                    </a:cubicBezTo>
                    <a:cubicBezTo>
                      <a:pt x="283592" y="452926"/>
                      <a:pt x="283592" y="452331"/>
                      <a:pt x="283592" y="451773"/>
                    </a:cubicBezTo>
                    <a:cubicBezTo>
                      <a:pt x="283592" y="451103"/>
                      <a:pt x="283481" y="450545"/>
                      <a:pt x="283592" y="449875"/>
                    </a:cubicBezTo>
                    <a:cubicBezTo>
                      <a:pt x="283704" y="449317"/>
                      <a:pt x="283965" y="448722"/>
                      <a:pt x="284151" y="448238"/>
                    </a:cubicBezTo>
                    <a:cubicBezTo>
                      <a:pt x="284337" y="447568"/>
                      <a:pt x="284523" y="447010"/>
                      <a:pt x="284895" y="446527"/>
                    </a:cubicBezTo>
                    <a:cubicBezTo>
                      <a:pt x="285192" y="445969"/>
                      <a:pt x="285639" y="445559"/>
                      <a:pt x="286123" y="445113"/>
                    </a:cubicBezTo>
                    <a:cubicBezTo>
                      <a:pt x="286420" y="444741"/>
                      <a:pt x="286681" y="444257"/>
                      <a:pt x="287090" y="443959"/>
                    </a:cubicBezTo>
                    <a:cubicBezTo>
                      <a:pt x="315665" y="421970"/>
                      <a:pt x="332037" y="388893"/>
                      <a:pt x="332037" y="352988"/>
                    </a:cubicBezTo>
                    <a:cubicBezTo>
                      <a:pt x="332037" y="312991"/>
                      <a:pt x="311163" y="276899"/>
                      <a:pt x="278681" y="256509"/>
                    </a:cubicBezTo>
                    <a:cubicBezTo>
                      <a:pt x="278570" y="256509"/>
                      <a:pt x="278570" y="256398"/>
                      <a:pt x="278495" y="256398"/>
                    </a:cubicBezTo>
                    <a:cubicBezTo>
                      <a:pt x="278495" y="256398"/>
                      <a:pt x="278384" y="256398"/>
                      <a:pt x="278384" y="256286"/>
                    </a:cubicBezTo>
                    <a:cubicBezTo>
                      <a:pt x="268747" y="250296"/>
                      <a:pt x="258180" y="245608"/>
                      <a:pt x="246758" y="242668"/>
                    </a:cubicBezTo>
                    <a:cubicBezTo>
                      <a:pt x="241698" y="241329"/>
                      <a:pt x="238647" y="236082"/>
                      <a:pt x="239986" y="231059"/>
                    </a:cubicBezTo>
                    <a:cubicBezTo>
                      <a:pt x="241325" y="225924"/>
                      <a:pt x="246460" y="222874"/>
                      <a:pt x="251595" y="224213"/>
                    </a:cubicBezTo>
                    <a:cubicBezTo>
                      <a:pt x="261306" y="226780"/>
                      <a:pt x="270459" y="230389"/>
                      <a:pt x="279017" y="234891"/>
                    </a:cubicBezTo>
                    <a:cubicBezTo>
                      <a:pt x="285119" y="221274"/>
                      <a:pt x="288430" y="206800"/>
                      <a:pt x="288430" y="191657"/>
                    </a:cubicBezTo>
                    <a:cubicBezTo>
                      <a:pt x="288430" y="133093"/>
                      <a:pt x="240805" y="85538"/>
                      <a:pt x="182426" y="85538"/>
                    </a:cubicBezTo>
                    <a:cubicBezTo>
                      <a:pt x="174427" y="85538"/>
                      <a:pt x="166613" y="86394"/>
                      <a:pt x="159098" y="88106"/>
                    </a:cubicBezTo>
                    <a:cubicBezTo>
                      <a:pt x="160809" y="96589"/>
                      <a:pt x="161777" y="105333"/>
                      <a:pt x="161777" y="114188"/>
                    </a:cubicBezTo>
                    <a:cubicBezTo>
                      <a:pt x="161777" y="119434"/>
                      <a:pt x="157498" y="123713"/>
                      <a:pt x="152252" y="123713"/>
                    </a:cubicBezTo>
                    <a:cubicBezTo>
                      <a:pt x="147005" y="123713"/>
                      <a:pt x="142727" y="119434"/>
                      <a:pt x="142727" y="114188"/>
                    </a:cubicBezTo>
                    <a:cubicBezTo>
                      <a:pt x="142727" y="103993"/>
                      <a:pt x="141313" y="93910"/>
                      <a:pt x="138708" y="84274"/>
                    </a:cubicBezTo>
                    <a:cubicBezTo>
                      <a:pt x="138597" y="84274"/>
                      <a:pt x="138597" y="84274"/>
                      <a:pt x="138597" y="84162"/>
                    </a:cubicBezTo>
                    <a:cubicBezTo>
                      <a:pt x="138485" y="84051"/>
                      <a:pt x="138597" y="83976"/>
                      <a:pt x="138485" y="83865"/>
                    </a:cubicBezTo>
                    <a:cubicBezTo>
                      <a:pt x="138299" y="82897"/>
                      <a:pt x="138001" y="81967"/>
                      <a:pt x="137741" y="81000"/>
                    </a:cubicBezTo>
                    <a:cubicBezTo>
                      <a:pt x="123305" y="32594"/>
                      <a:pt x="79363" y="0"/>
                      <a:pt x="28613" y="0"/>
                    </a:cubicBezTo>
                    <a:cubicBezTo>
                      <a:pt x="12688" y="0"/>
                      <a:pt x="38" y="13320"/>
                      <a:pt x="38" y="29728"/>
                    </a:cubicBezTo>
                    <a:lnTo>
                      <a:pt x="38" y="180309"/>
                    </a:lnTo>
                    <a:cubicBezTo>
                      <a:pt x="16334" y="157055"/>
                      <a:pt x="38993" y="139084"/>
                      <a:pt x="72703" y="143548"/>
                    </a:cubicBezTo>
                    <a:cubicBezTo>
                      <a:pt x="77838" y="144218"/>
                      <a:pt x="81558" y="148981"/>
                      <a:pt x="80889" y="154227"/>
                    </a:cubicBezTo>
                    <a:cubicBezTo>
                      <a:pt x="80145" y="159473"/>
                      <a:pt x="75456" y="163082"/>
                      <a:pt x="70136" y="162412"/>
                    </a:cubicBezTo>
                    <a:cubicBezTo>
                      <a:pt x="41561" y="158617"/>
                      <a:pt x="21097" y="174988"/>
                      <a:pt x="38" y="218595"/>
                    </a:cubicBezTo>
                    <a:lnTo>
                      <a:pt x="38" y="423678"/>
                    </a:lnTo>
                    <a:cubicBezTo>
                      <a:pt x="15851" y="401093"/>
                      <a:pt x="32222" y="389485"/>
                      <a:pt x="47960" y="384834"/>
                    </a:cubicBezTo>
                    <a:cubicBezTo>
                      <a:pt x="56629" y="378434"/>
                      <a:pt x="84832" y="355589"/>
                      <a:pt x="75009" y="333860"/>
                    </a:cubicBezTo>
                    <a:cubicBezTo>
                      <a:pt x="72925" y="329097"/>
                      <a:pt x="75009" y="323479"/>
                      <a:pt x="79771" y="321284"/>
                    </a:cubicBezTo>
                    <a:cubicBezTo>
                      <a:pt x="84646" y="319089"/>
                      <a:pt x="90264" y="321284"/>
                      <a:pt x="92422" y="326046"/>
                    </a:cubicBezTo>
                    <a:cubicBezTo>
                      <a:pt x="102505" y="348631"/>
                      <a:pt x="90896" y="369206"/>
                      <a:pt x="77837" y="383493"/>
                    </a:cubicBezTo>
                    <a:cubicBezTo>
                      <a:pt x="83827" y="384647"/>
                      <a:pt x="89632" y="386544"/>
                      <a:pt x="94990" y="388814"/>
                    </a:cubicBezTo>
                    <a:cubicBezTo>
                      <a:pt x="99864" y="390898"/>
                      <a:pt x="102022" y="396516"/>
                      <a:pt x="99938" y="401390"/>
                    </a:cubicBezTo>
                    <a:cubicBezTo>
                      <a:pt x="97854" y="406152"/>
                      <a:pt x="92236" y="408422"/>
                      <a:pt x="87362" y="406338"/>
                    </a:cubicBezTo>
                    <a:cubicBezTo>
                      <a:pt x="81558" y="403771"/>
                      <a:pt x="70210" y="398823"/>
                      <a:pt x="55922" y="402134"/>
                    </a:cubicBezTo>
                    <a:cubicBezTo>
                      <a:pt x="54880" y="402692"/>
                      <a:pt x="53838" y="402990"/>
                      <a:pt x="52573" y="403101"/>
                    </a:cubicBezTo>
                    <a:cubicBezTo>
                      <a:pt x="37058" y="408050"/>
                      <a:pt x="18492" y="423305"/>
                      <a:pt x="0" y="461479"/>
                    </a:cubicBezTo>
                    <a:lnTo>
                      <a:pt x="0" y="600744"/>
                    </a:lnTo>
                    <a:cubicBezTo>
                      <a:pt x="16297" y="577490"/>
                      <a:pt x="38844" y="559519"/>
                      <a:pt x="72665" y="563983"/>
                    </a:cubicBezTo>
                    <a:cubicBezTo>
                      <a:pt x="77800" y="564653"/>
                      <a:pt x="81521" y="569490"/>
                      <a:pt x="80851" y="574662"/>
                    </a:cubicBezTo>
                    <a:cubicBezTo>
                      <a:pt x="80107" y="579908"/>
                      <a:pt x="75419" y="583517"/>
                      <a:pt x="70098" y="582847"/>
                    </a:cubicBezTo>
                    <a:cubicBezTo>
                      <a:pt x="41523" y="579052"/>
                      <a:pt x="21060" y="595423"/>
                      <a:pt x="0" y="639142"/>
                    </a:cubicBezTo>
                    <a:lnTo>
                      <a:pt x="0" y="694208"/>
                    </a:lnTo>
                    <a:cubicBezTo>
                      <a:pt x="37" y="710580"/>
                      <a:pt x="12687" y="723899"/>
                      <a:pt x="28240" y="723899"/>
                    </a:cubicBezTo>
                    <a:cubicBezTo>
                      <a:pt x="82041" y="723899"/>
                      <a:pt x="128995" y="686097"/>
                      <a:pt x="140273" y="633970"/>
                    </a:cubicBezTo>
                    <a:cubicBezTo>
                      <a:pt x="141984" y="625971"/>
                      <a:pt x="142840" y="617785"/>
                      <a:pt x="142840" y="609674"/>
                    </a:cubicBezTo>
                    <a:cubicBezTo>
                      <a:pt x="142840" y="604428"/>
                      <a:pt x="147119" y="600149"/>
                      <a:pt x="152365" y="600149"/>
                    </a:cubicBezTo>
                    <a:cubicBezTo>
                      <a:pt x="157611" y="600149"/>
                      <a:pt x="161890" y="604428"/>
                      <a:pt x="161890" y="609674"/>
                    </a:cubicBezTo>
                    <a:cubicBezTo>
                      <a:pt x="161890" y="616259"/>
                      <a:pt x="161220" y="622733"/>
                      <a:pt x="160253" y="629208"/>
                    </a:cubicBezTo>
                    <a:cubicBezTo>
                      <a:pt x="169592" y="631700"/>
                      <a:pt x="179303" y="632928"/>
                      <a:pt x="189125" y="632928"/>
                    </a:cubicBezTo>
                    <a:cubicBezTo>
                      <a:pt x="252191" y="632928"/>
                      <a:pt x="303311" y="581768"/>
                      <a:pt x="303311" y="518742"/>
                    </a:cubicBezTo>
                    <a:cubicBezTo>
                      <a:pt x="303311" y="496567"/>
                      <a:pt x="297023" y="475025"/>
                      <a:pt x="284930" y="456719"/>
                    </a:cubicBezTo>
                    <a:cubicBezTo>
                      <a:pt x="284633" y="456235"/>
                      <a:pt x="284633" y="455788"/>
                      <a:pt x="284447" y="455305"/>
                    </a:cubicBezTo>
                    <a:close/>
                    <a:moveTo>
                      <a:pt x="140345" y="204791"/>
                    </a:moveTo>
                    <a:cubicBezTo>
                      <a:pt x="145479" y="204307"/>
                      <a:pt x="150242" y="207916"/>
                      <a:pt x="150912" y="213162"/>
                    </a:cubicBezTo>
                    <a:cubicBezTo>
                      <a:pt x="154335" y="242295"/>
                      <a:pt x="175766" y="258034"/>
                      <a:pt x="224730" y="267634"/>
                    </a:cubicBezTo>
                    <a:cubicBezTo>
                      <a:pt x="229865" y="268676"/>
                      <a:pt x="233288" y="273624"/>
                      <a:pt x="232246" y="278796"/>
                    </a:cubicBezTo>
                    <a:cubicBezTo>
                      <a:pt x="231390" y="283373"/>
                      <a:pt x="227372" y="286498"/>
                      <a:pt x="222907" y="286498"/>
                    </a:cubicBezTo>
                    <a:cubicBezTo>
                      <a:pt x="222349" y="286498"/>
                      <a:pt x="221679" y="286498"/>
                      <a:pt x="221084" y="286312"/>
                    </a:cubicBezTo>
                    <a:cubicBezTo>
                      <a:pt x="182611" y="278796"/>
                      <a:pt x="137740" y="263913"/>
                      <a:pt x="131936" y="215433"/>
                    </a:cubicBezTo>
                    <a:cubicBezTo>
                      <a:pt x="131303" y="210224"/>
                      <a:pt x="135098" y="205461"/>
                      <a:pt x="140344" y="204791"/>
                    </a:cubicBezTo>
                    <a:close/>
                    <a:moveTo>
                      <a:pt x="143284" y="518925"/>
                    </a:moveTo>
                    <a:cubicBezTo>
                      <a:pt x="142614" y="519111"/>
                      <a:pt x="142056" y="519111"/>
                      <a:pt x="141386" y="519111"/>
                    </a:cubicBezTo>
                    <a:cubicBezTo>
                      <a:pt x="136921" y="519111"/>
                      <a:pt x="133015" y="515986"/>
                      <a:pt x="132047" y="511409"/>
                    </a:cubicBezTo>
                    <a:cubicBezTo>
                      <a:pt x="131080" y="506275"/>
                      <a:pt x="134429" y="501326"/>
                      <a:pt x="139563" y="500247"/>
                    </a:cubicBezTo>
                    <a:cubicBezTo>
                      <a:pt x="188602" y="490611"/>
                      <a:pt x="209959" y="474909"/>
                      <a:pt x="213493" y="445775"/>
                    </a:cubicBezTo>
                    <a:cubicBezTo>
                      <a:pt x="214051" y="440529"/>
                      <a:pt x="218739" y="436808"/>
                      <a:pt x="224060" y="437404"/>
                    </a:cubicBezTo>
                    <a:cubicBezTo>
                      <a:pt x="229306" y="438074"/>
                      <a:pt x="233027" y="442836"/>
                      <a:pt x="232357" y="448082"/>
                    </a:cubicBezTo>
                    <a:cubicBezTo>
                      <a:pt x="226628" y="496526"/>
                      <a:pt x="181682" y="511408"/>
                      <a:pt x="143283" y="518925"/>
                    </a:cubicBezTo>
                    <a:close/>
                    <a:moveTo>
                      <a:pt x="227000" y="356438"/>
                    </a:moveTo>
                    <a:cubicBezTo>
                      <a:pt x="218628" y="356438"/>
                      <a:pt x="210628" y="360531"/>
                      <a:pt x="204415" y="368047"/>
                    </a:cubicBezTo>
                    <a:cubicBezTo>
                      <a:pt x="194593" y="379953"/>
                      <a:pt x="181347" y="386539"/>
                      <a:pt x="167171" y="386539"/>
                    </a:cubicBezTo>
                    <a:cubicBezTo>
                      <a:pt x="152995" y="386539"/>
                      <a:pt x="139749" y="379953"/>
                      <a:pt x="129926" y="368047"/>
                    </a:cubicBezTo>
                    <a:cubicBezTo>
                      <a:pt x="126503" y="363954"/>
                      <a:pt x="127173" y="357964"/>
                      <a:pt x="131154" y="354615"/>
                    </a:cubicBezTo>
                    <a:cubicBezTo>
                      <a:pt x="135247" y="351266"/>
                      <a:pt x="141237" y="351862"/>
                      <a:pt x="144586" y="355843"/>
                    </a:cubicBezTo>
                    <a:cubicBezTo>
                      <a:pt x="156865" y="370800"/>
                      <a:pt x="177440" y="370800"/>
                      <a:pt x="189718" y="355843"/>
                    </a:cubicBezTo>
                    <a:cubicBezTo>
                      <a:pt x="199429" y="344122"/>
                      <a:pt x="213047" y="337351"/>
                      <a:pt x="226963" y="337351"/>
                    </a:cubicBezTo>
                    <a:cubicBezTo>
                      <a:pt x="232284" y="337351"/>
                      <a:pt x="236488" y="341630"/>
                      <a:pt x="236488" y="346876"/>
                    </a:cubicBezTo>
                    <a:cubicBezTo>
                      <a:pt x="236525" y="352122"/>
                      <a:pt x="232358" y="356438"/>
                      <a:pt x="227000" y="35643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1" name="Agrupar 120">
            <a:extLst>
              <a:ext uri="{FF2B5EF4-FFF2-40B4-BE49-F238E27FC236}">
                <a16:creationId xmlns:a16="http://schemas.microsoft.com/office/drawing/2014/main" id="{A2D85B18-CC15-7DE7-EB00-EC50B854C1E6}"/>
              </a:ext>
            </a:extLst>
          </p:cNvPr>
          <p:cNvGrpSpPr/>
          <p:nvPr/>
        </p:nvGrpSpPr>
        <p:grpSpPr>
          <a:xfrm>
            <a:off x="2328723" y="3255438"/>
            <a:ext cx="482645" cy="434778"/>
            <a:chOff x="2328723" y="3255438"/>
            <a:chExt cx="482645" cy="434778"/>
          </a:xfrm>
        </p:grpSpPr>
        <p:sp>
          <p:nvSpPr>
            <p:cNvPr id="7" name="Fluxograma: Conector 6">
              <a:extLst>
                <a:ext uri="{FF2B5EF4-FFF2-40B4-BE49-F238E27FC236}">
                  <a16:creationId xmlns:a16="http://schemas.microsoft.com/office/drawing/2014/main" id="{669E8060-3AC6-173C-04D9-C8766C4ABBB7}"/>
                </a:ext>
              </a:extLst>
            </p:cNvPr>
            <p:cNvSpPr/>
            <p:nvPr/>
          </p:nvSpPr>
          <p:spPr>
            <a:xfrm>
              <a:off x="2328723" y="3255438"/>
              <a:ext cx="482645" cy="434778"/>
            </a:xfrm>
            <a:prstGeom prst="flowChartConnector">
              <a:avLst/>
            </a:prstGeom>
            <a:solidFill>
              <a:srgbClr val="DAFA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771A56BE-F804-E8CA-5648-726971A18834}"/>
                </a:ext>
              </a:extLst>
            </p:cNvPr>
            <p:cNvSpPr/>
            <p:nvPr/>
          </p:nvSpPr>
          <p:spPr>
            <a:xfrm>
              <a:off x="2464024" y="3349149"/>
              <a:ext cx="212043" cy="247357"/>
            </a:xfrm>
            <a:custGeom>
              <a:avLst/>
              <a:gdLst>
                <a:gd name="connsiteX0" fmla="*/ 88890 w 710881"/>
                <a:gd name="connsiteY0" fmla="*/ 444246 h 829271"/>
                <a:gd name="connsiteX1" fmla="*/ 44465 w 710881"/>
                <a:gd name="connsiteY1" fmla="*/ 444246 h 829271"/>
                <a:gd name="connsiteX2" fmla="*/ 39 w 710881"/>
                <a:gd name="connsiteY2" fmla="*/ 399820 h 829271"/>
                <a:gd name="connsiteX3" fmla="*/ 39 w 710881"/>
                <a:gd name="connsiteY3" fmla="*/ 281349 h 829271"/>
                <a:gd name="connsiteX4" fmla="*/ 44465 w 710881"/>
                <a:gd name="connsiteY4" fmla="*/ 236923 h 829271"/>
                <a:gd name="connsiteX5" fmla="*/ 666419 w 710881"/>
                <a:gd name="connsiteY5" fmla="*/ 236923 h 829271"/>
                <a:gd name="connsiteX6" fmla="*/ 710844 w 710881"/>
                <a:gd name="connsiteY6" fmla="*/ 281349 h 829271"/>
                <a:gd name="connsiteX7" fmla="*/ 710844 w 710881"/>
                <a:gd name="connsiteY7" fmla="*/ 399820 h 829271"/>
                <a:gd name="connsiteX8" fmla="*/ 666419 w 710881"/>
                <a:gd name="connsiteY8" fmla="*/ 444246 h 829271"/>
                <a:gd name="connsiteX9" fmla="*/ 621993 w 710881"/>
                <a:gd name="connsiteY9" fmla="*/ 444246 h 829271"/>
                <a:gd name="connsiteX10" fmla="*/ 621993 w 710881"/>
                <a:gd name="connsiteY10" fmla="*/ 473863 h 829271"/>
                <a:gd name="connsiteX11" fmla="*/ 666419 w 710881"/>
                <a:gd name="connsiteY11" fmla="*/ 473863 h 829271"/>
                <a:gd name="connsiteX12" fmla="*/ 710844 w 710881"/>
                <a:gd name="connsiteY12" fmla="*/ 518289 h 829271"/>
                <a:gd name="connsiteX13" fmla="*/ 710844 w 710881"/>
                <a:gd name="connsiteY13" fmla="*/ 636761 h 829271"/>
                <a:gd name="connsiteX14" fmla="*/ 666419 w 710881"/>
                <a:gd name="connsiteY14" fmla="*/ 681186 h 829271"/>
                <a:gd name="connsiteX15" fmla="*/ 370248 w 710881"/>
                <a:gd name="connsiteY15" fmla="*/ 681186 h 829271"/>
                <a:gd name="connsiteX16" fmla="*/ 370248 w 710881"/>
                <a:gd name="connsiteY16" fmla="*/ 712663 h 829271"/>
                <a:gd name="connsiteX17" fmla="*/ 412814 w 710881"/>
                <a:gd name="connsiteY17" fmla="*/ 755229 h 829271"/>
                <a:gd name="connsiteX18" fmla="*/ 594274 w 710881"/>
                <a:gd name="connsiteY18" fmla="*/ 755229 h 829271"/>
                <a:gd name="connsiteX19" fmla="*/ 651647 w 710881"/>
                <a:gd name="connsiteY19" fmla="*/ 710803 h 829271"/>
                <a:gd name="connsiteX20" fmla="*/ 710881 w 710881"/>
                <a:gd name="connsiteY20" fmla="*/ 770037 h 829271"/>
                <a:gd name="connsiteX21" fmla="*/ 651647 w 710881"/>
                <a:gd name="connsiteY21" fmla="*/ 829271 h 829271"/>
                <a:gd name="connsiteX22" fmla="*/ 594274 w 710881"/>
                <a:gd name="connsiteY22" fmla="*/ 784846 h 829271"/>
                <a:gd name="connsiteX23" fmla="*/ 412814 w 710881"/>
                <a:gd name="connsiteY23" fmla="*/ 784846 h 829271"/>
                <a:gd name="connsiteX24" fmla="*/ 355441 w 710881"/>
                <a:gd name="connsiteY24" fmla="*/ 829271 h 829271"/>
                <a:gd name="connsiteX25" fmla="*/ 298068 w 710881"/>
                <a:gd name="connsiteY25" fmla="*/ 784846 h 829271"/>
                <a:gd name="connsiteX26" fmla="*/ 116607 w 710881"/>
                <a:gd name="connsiteY26" fmla="*/ 784846 h 829271"/>
                <a:gd name="connsiteX27" fmla="*/ 59234 w 710881"/>
                <a:gd name="connsiteY27" fmla="*/ 829271 h 829271"/>
                <a:gd name="connsiteX28" fmla="*/ 0 w 710881"/>
                <a:gd name="connsiteY28" fmla="*/ 770037 h 829271"/>
                <a:gd name="connsiteX29" fmla="*/ 59234 w 710881"/>
                <a:gd name="connsiteY29" fmla="*/ 710803 h 829271"/>
                <a:gd name="connsiteX30" fmla="*/ 116607 w 710881"/>
                <a:gd name="connsiteY30" fmla="*/ 755229 h 829271"/>
                <a:gd name="connsiteX31" fmla="*/ 298068 w 710881"/>
                <a:gd name="connsiteY31" fmla="*/ 755229 h 829271"/>
                <a:gd name="connsiteX32" fmla="*/ 340633 w 710881"/>
                <a:gd name="connsiteY32" fmla="*/ 712663 h 829271"/>
                <a:gd name="connsiteX33" fmla="*/ 340633 w 710881"/>
                <a:gd name="connsiteY33" fmla="*/ 681186 h 829271"/>
                <a:gd name="connsiteX34" fmla="*/ 44463 w 710881"/>
                <a:gd name="connsiteY34" fmla="*/ 681186 h 829271"/>
                <a:gd name="connsiteX35" fmla="*/ 37 w 710881"/>
                <a:gd name="connsiteY35" fmla="*/ 636761 h 829271"/>
                <a:gd name="connsiteX36" fmla="*/ 37 w 710881"/>
                <a:gd name="connsiteY36" fmla="*/ 518289 h 829271"/>
                <a:gd name="connsiteX37" fmla="*/ 44463 w 710881"/>
                <a:gd name="connsiteY37" fmla="*/ 473863 h 829271"/>
                <a:gd name="connsiteX38" fmla="*/ 88888 w 710881"/>
                <a:gd name="connsiteY38" fmla="*/ 473863 h 829271"/>
                <a:gd name="connsiteX39" fmla="*/ 592372 w 710881"/>
                <a:gd name="connsiteY39" fmla="*/ 444246 h 829271"/>
                <a:gd name="connsiteX40" fmla="*/ 118503 w 710881"/>
                <a:gd name="connsiteY40" fmla="*/ 444246 h 829271"/>
                <a:gd name="connsiteX41" fmla="*/ 118503 w 710881"/>
                <a:gd name="connsiteY41" fmla="*/ 473863 h 829271"/>
                <a:gd name="connsiteX42" fmla="*/ 592372 w 710881"/>
                <a:gd name="connsiteY42" fmla="*/ 473863 h 829271"/>
                <a:gd name="connsiteX43" fmla="*/ 385051 w 710881"/>
                <a:gd name="connsiteY43" fmla="*/ 770030 h 829271"/>
                <a:gd name="connsiteX44" fmla="*/ 355434 w 710881"/>
                <a:gd name="connsiteY44" fmla="*/ 740413 h 829271"/>
                <a:gd name="connsiteX45" fmla="*/ 325817 w 710881"/>
                <a:gd name="connsiteY45" fmla="*/ 770030 h 829271"/>
                <a:gd name="connsiteX46" fmla="*/ 355434 w 710881"/>
                <a:gd name="connsiteY46" fmla="*/ 799647 h 829271"/>
                <a:gd name="connsiteX47" fmla="*/ 385051 w 710881"/>
                <a:gd name="connsiteY47" fmla="*/ 770030 h 829271"/>
                <a:gd name="connsiteX48" fmla="*/ 621985 w 710881"/>
                <a:gd name="connsiteY48" fmla="*/ 770030 h 829271"/>
                <a:gd name="connsiteX49" fmla="*/ 651602 w 710881"/>
                <a:gd name="connsiteY49" fmla="*/ 799647 h 829271"/>
                <a:gd name="connsiteX50" fmla="*/ 681219 w 710881"/>
                <a:gd name="connsiteY50" fmla="*/ 770030 h 829271"/>
                <a:gd name="connsiteX51" fmla="*/ 651602 w 710881"/>
                <a:gd name="connsiteY51" fmla="*/ 740413 h 829271"/>
                <a:gd name="connsiteX52" fmla="*/ 621985 w 710881"/>
                <a:gd name="connsiteY52" fmla="*/ 770030 h 829271"/>
                <a:gd name="connsiteX53" fmla="*/ 88881 w 710881"/>
                <a:gd name="connsiteY53" fmla="*/ 770030 h 829271"/>
                <a:gd name="connsiteX54" fmla="*/ 59264 w 710881"/>
                <a:gd name="connsiteY54" fmla="*/ 740413 h 829271"/>
                <a:gd name="connsiteX55" fmla="*/ 29647 w 710881"/>
                <a:gd name="connsiteY55" fmla="*/ 770030 h 829271"/>
                <a:gd name="connsiteX56" fmla="*/ 59264 w 710881"/>
                <a:gd name="connsiteY56" fmla="*/ 799647 h 829271"/>
                <a:gd name="connsiteX57" fmla="*/ 88881 w 710881"/>
                <a:gd name="connsiteY57" fmla="*/ 770030 h 829271"/>
                <a:gd name="connsiteX58" fmla="*/ 281390 w 710881"/>
                <a:gd name="connsiteY58" fmla="*/ 592331 h 829271"/>
                <a:gd name="connsiteX59" fmla="*/ 325816 w 710881"/>
                <a:gd name="connsiteY59" fmla="*/ 592331 h 829271"/>
                <a:gd name="connsiteX60" fmla="*/ 340625 w 710881"/>
                <a:gd name="connsiteY60" fmla="*/ 577523 h 829271"/>
                <a:gd name="connsiteX61" fmla="*/ 325816 w 710881"/>
                <a:gd name="connsiteY61" fmla="*/ 562714 h 829271"/>
                <a:gd name="connsiteX62" fmla="*/ 281390 w 710881"/>
                <a:gd name="connsiteY62" fmla="*/ 562714 h 829271"/>
                <a:gd name="connsiteX63" fmla="*/ 266582 w 710881"/>
                <a:gd name="connsiteY63" fmla="*/ 577523 h 829271"/>
                <a:gd name="connsiteX64" fmla="*/ 281390 w 710881"/>
                <a:gd name="connsiteY64" fmla="*/ 592331 h 829271"/>
                <a:gd name="connsiteX65" fmla="*/ 177730 w 710881"/>
                <a:gd name="connsiteY65" fmla="*/ 592331 h 829271"/>
                <a:gd name="connsiteX66" fmla="*/ 222155 w 710881"/>
                <a:gd name="connsiteY66" fmla="*/ 592331 h 829271"/>
                <a:gd name="connsiteX67" fmla="*/ 236964 w 710881"/>
                <a:gd name="connsiteY67" fmla="*/ 577523 h 829271"/>
                <a:gd name="connsiteX68" fmla="*/ 222155 w 710881"/>
                <a:gd name="connsiteY68" fmla="*/ 562714 h 829271"/>
                <a:gd name="connsiteX69" fmla="*/ 177730 w 710881"/>
                <a:gd name="connsiteY69" fmla="*/ 562714 h 829271"/>
                <a:gd name="connsiteX70" fmla="*/ 162921 w 710881"/>
                <a:gd name="connsiteY70" fmla="*/ 577523 h 829271"/>
                <a:gd name="connsiteX71" fmla="*/ 177730 w 710881"/>
                <a:gd name="connsiteY71" fmla="*/ 592331 h 829271"/>
                <a:gd name="connsiteX72" fmla="*/ 614575 w 710881"/>
                <a:gd name="connsiteY72" fmla="*/ 533097 h 829271"/>
                <a:gd name="connsiteX73" fmla="*/ 496103 w 710881"/>
                <a:gd name="connsiteY73" fmla="*/ 533097 h 829271"/>
                <a:gd name="connsiteX74" fmla="*/ 469909 w 710881"/>
                <a:gd name="connsiteY74" fmla="*/ 543961 h 829271"/>
                <a:gd name="connsiteX75" fmla="*/ 459082 w 710881"/>
                <a:gd name="connsiteY75" fmla="*/ 570155 h 829271"/>
                <a:gd name="connsiteX76" fmla="*/ 459082 w 710881"/>
                <a:gd name="connsiteY76" fmla="*/ 584964 h 829271"/>
                <a:gd name="connsiteX77" fmla="*/ 469909 w 710881"/>
                <a:gd name="connsiteY77" fmla="*/ 611157 h 829271"/>
                <a:gd name="connsiteX78" fmla="*/ 496103 w 710881"/>
                <a:gd name="connsiteY78" fmla="*/ 621984 h 829271"/>
                <a:gd name="connsiteX79" fmla="*/ 614575 w 710881"/>
                <a:gd name="connsiteY79" fmla="*/ 621984 h 829271"/>
                <a:gd name="connsiteX80" fmla="*/ 640769 w 710881"/>
                <a:gd name="connsiteY80" fmla="*/ 611157 h 829271"/>
                <a:gd name="connsiteX81" fmla="*/ 651596 w 710881"/>
                <a:gd name="connsiteY81" fmla="*/ 584964 h 829271"/>
                <a:gd name="connsiteX82" fmla="*/ 651596 w 710881"/>
                <a:gd name="connsiteY82" fmla="*/ 570155 h 829271"/>
                <a:gd name="connsiteX83" fmla="*/ 640769 w 710881"/>
                <a:gd name="connsiteY83" fmla="*/ 543961 h 829271"/>
                <a:gd name="connsiteX84" fmla="*/ 614575 w 710881"/>
                <a:gd name="connsiteY84" fmla="*/ 533097 h 829271"/>
                <a:gd name="connsiteX85" fmla="*/ 614575 w 710881"/>
                <a:gd name="connsiteY85" fmla="*/ 562714 h 829271"/>
                <a:gd name="connsiteX86" fmla="*/ 619821 w 710881"/>
                <a:gd name="connsiteY86" fmla="*/ 564872 h 829271"/>
                <a:gd name="connsiteX87" fmla="*/ 621979 w 710881"/>
                <a:gd name="connsiteY87" fmla="*/ 570118 h 829271"/>
                <a:gd name="connsiteX88" fmla="*/ 621979 w 710881"/>
                <a:gd name="connsiteY88" fmla="*/ 584927 h 829271"/>
                <a:gd name="connsiteX89" fmla="*/ 619821 w 710881"/>
                <a:gd name="connsiteY89" fmla="*/ 590173 h 829271"/>
                <a:gd name="connsiteX90" fmla="*/ 614575 w 710881"/>
                <a:gd name="connsiteY90" fmla="*/ 592331 h 829271"/>
                <a:gd name="connsiteX91" fmla="*/ 496103 w 710881"/>
                <a:gd name="connsiteY91" fmla="*/ 592331 h 829271"/>
                <a:gd name="connsiteX92" fmla="*/ 490857 w 710881"/>
                <a:gd name="connsiteY92" fmla="*/ 590173 h 829271"/>
                <a:gd name="connsiteX93" fmla="*/ 488699 w 710881"/>
                <a:gd name="connsiteY93" fmla="*/ 584927 h 829271"/>
                <a:gd name="connsiteX94" fmla="*/ 488699 w 710881"/>
                <a:gd name="connsiteY94" fmla="*/ 570118 h 829271"/>
                <a:gd name="connsiteX95" fmla="*/ 490857 w 710881"/>
                <a:gd name="connsiteY95" fmla="*/ 564872 h 829271"/>
                <a:gd name="connsiteX96" fmla="*/ 496103 w 710881"/>
                <a:gd name="connsiteY96" fmla="*/ 562714 h 829271"/>
                <a:gd name="connsiteX97" fmla="*/ 74069 w 710881"/>
                <a:gd name="connsiteY97" fmla="*/ 592331 h 829271"/>
                <a:gd name="connsiteX98" fmla="*/ 118495 w 710881"/>
                <a:gd name="connsiteY98" fmla="*/ 592331 h 829271"/>
                <a:gd name="connsiteX99" fmla="*/ 133303 w 710881"/>
                <a:gd name="connsiteY99" fmla="*/ 577523 h 829271"/>
                <a:gd name="connsiteX100" fmla="*/ 118495 w 710881"/>
                <a:gd name="connsiteY100" fmla="*/ 562714 h 829271"/>
                <a:gd name="connsiteX101" fmla="*/ 74069 w 710881"/>
                <a:gd name="connsiteY101" fmla="*/ 562714 h 829271"/>
                <a:gd name="connsiteX102" fmla="*/ 59261 w 710881"/>
                <a:gd name="connsiteY102" fmla="*/ 577523 h 829271"/>
                <a:gd name="connsiteX103" fmla="*/ 74069 w 710881"/>
                <a:gd name="connsiteY103" fmla="*/ 592331 h 829271"/>
                <a:gd name="connsiteX104" fmla="*/ 281390 w 710881"/>
                <a:gd name="connsiteY104" fmla="*/ 355397 h 829271"/>
                <a:gd name="connsiteX105" fmla="*/ 325816 w 710881"/>
                <a:gd name="connsiteY105" fmla="*/ 355397 h 829271"/>
                <a:gd name="connsiteX106" fmla="*/ 340625 w 710881"/>
                <a:gd name="connsiteY106" fmla="*/ 340588 h 829271"/>
                <a:gd name="connsiteX107" fmla="*/ 325816 w 710881"/>
                <a:gd name="connsiteY107" fmla="*/ 325780 h 829271"/>
                <a:gd name="connsiteX108" fmla="*/ 281390 w 710881"/>
                <a:gd name="connsiteY108" fmla="*/ 325780 h 829271"/>
                <a:gd name="connsiteX109" fmla="*/ 266582 w 710881"/>
                <a:gd name="connsiteY109" fmla="*/ 340588 h 829271"/>
                <a:gd name="connsiteX110" fmla="*/ 281390 w 710881"/>
                <a:gd name="connsiteY110" fmla="*/ 355397 h 829271"/>
                <a:gd name="connsiteX111" fmla="*/ 614575 w 710881"/>
                <a:gd name="connsiteY111" fmla="*/ 296163 h 829271"/>
                <a:gd name="connsiteX112" fmla="*/ 496103 w 710881"/>
                <a:gd name="connsiteY112" fmla="*/ 296163 h 829271"/>
                <a:gd name="connsiteX113" fmla="*/ 469909 w 710881"/>
                <a:gd name="connsiteY113" fmla="*/ 306990 h 829271"/>
                <a:gd name="connsiteX114" fmla="*/ 459082 w 710881"/>
                <a:gd name="connsiteY114" fmla="*/ 333184 h 829271"/>
                <a:gd name="connsiteX115" fmla="*/ 459082 w 710881"/>
                <a:gd name="connsiteY115" fmla="*/ 347992 h 829271"/>
                <a:gd name="connsiteX116" fmla="*/ 469909 w 710881"/>
                <a:gd name="connsiteY116" fmla="*/ 374186 h 829271"/>
                <a:gd name="connsiteX117" fmla="*/ 496103 w 710881"/>
                <a:gd name="connsiteY117" fmla="*/ 385013 h 829271"/>
                <a:gd name="connsiteX118" fmla="*/ 614575 w 710881"/>
                <a:gd name="connsiteY118" fmla="*/ 385013 h 829271"/>
                <a:gd name="connsiteX119" fmla="*/ 640769 w 710881"/>
                <a:gd name="connsiteY119" fmla="*/ 374186 h 829271"/>
                <a:gd name="connsiteX120" fmla="*/ 651596 w 710881"/>
                <a:gd name="connsiteY120" fmla="*/ 347992 h 829271"/>
                <a:gd name="connsiteX121" fmla="*/ 651596 w 710881"/>
                <a:gd name="connsiteY121" fmla="*/ 333184 h 829271"/>
                <a:gd name="connsiteX122" fmla="*/ 640769 w 710881"/>
                <a:gd name="connsiteY122" fmla="*/ 306990 h 829271"/>
                <a:gd name="connsiteX123" fmla="*/ 614575 w 710881"/>
                <a:gd name="connsiteY123" fmla="*/ 296163 h 829271"/>
                <a:gd name="connsiteX124" fmla="*/ 614575 w 710881"/>
                <a:gd name="connsiteY124" fmla="*/ 325780 h 829271"/>
                <a:gd name="connsiteX125" fmla="*/ 619821 w 710881"/>
                <a:gd name="connsiteY125" fmla="*/ 327938 h 829271"/>
                <a:gd name="connsiteX126" fmla="*/ 621979 w 710881"/>
                <a:gd name="connsiteY126" fmla="*/ 333184 h 829271"/>
                <a:gd name="connsiteX127" fmla="*/ 621979 w 710881"/>
                <a:gd name="connsiteY127" fmla="*/ 347992 h 829271"/>
                <a:gd name="connsiteX128" fmla="*/ 619821 w 710881"/>
                <a:gd name="connsiteY128" fmla="*/ 353239 h 829271"/>
                <a:gd name="connsiteX129" fmla="*/ 614575 w 710881"/>
                <a:gd name="connsiteY129" fmla="*/ 355397 h 829271"/>
                <a:gd name="connsiteX130" fmla="*/ 496103 w 710881"/>
                <a:gd name="connsiteY130" fmla="*/ 355397 h 829271"/>
                <a:gd name="connsiteX131" fmla="*/ 490857 w 710881"/>
                <a:gd name="connsiteY131" fmla="*/ 353239 h 829271"/>
                <a:gd name="connsiteX132" fmla="*/ 488699 w 710881"/>
                <a:gd name="connsiteY132" fmla="*/ 347992 h 829271"/>
                <a:gd name="connsiteX133" fmla="*/ 488699 w 710881"/>
                <a:gd name="connsiteY133" fmla="*/ 333184 h 829271"/>
                <a:gd name="connsiteX134" fmla="*/ 490857 w 710881"/>
                <a:gd name="connsiteY134" fmla="*/ 327938 h 829271"/>
                <a:gd name="connsiteX135" fmla="*/ 496103 w 710881"/>
                <a:gd name="connsiteY135" fmla="*/ 325780 h 829271"/>
                <a:gd name="connsiteX136" fmla="*/ 177730 w 710881"/>
                <a:gd name="connsiteY136" fmla="*/ 355397 h 829271"/>
                <a:gd name="connsiteX137" fmla="*/ 222155 w 710881"/>
                <a:gd name="connsiteY137" fmla="*/ 355397 h 829271"/>
                <a:gd name="connsiteX138" fmla="*/ 236964 w 710881"/>
                <a:gd name="connsiteY138" fmla="*/ 340588 h 829271"/>
                <a:gd name="connsiteX139" fmla="*/ 222155 w 710881"/>
                <a:gd name="connsiteY139" fmla="*/ 325780 h 829271"/>
                <a:gd name="connsiteX140" fmla="*/ 177730 w 710881"/>
                <a:gd name="connsiteY140" fmla="*/ 325780 h 829271"/>
                <a:gd name="connsiteX141" fmla="*/ 162921 w 710881"/>
                <a:gd name="connsiteY141" fmla="*/ 340588 h 829271"/>
                <a:gd name="connsiteX142" fmla="*/ 177730 w 710881"/>
                <a:gd name="connsiteY142" fmla="*/ 355397 h 829271"/>
                <a:gd name="connsiteX143" fmla="*/ 74069 w 710881"/>
                <a:gd name="connsiteY143" fmla="*/ 355397 h 829271"/>
                <a:gd name="connsiteX144" fmla="*/ 118495 w 710881"/>
                <a:gd name="connsiteY144" fmla="*/ 355397 h 829271"/>
                <a:gd name="connsiteX145" fmla="*/ 133303 w 710881"/>
                <a:gd name="connsiteY145" fmla="*/ 340588 h 829271"/>
                <a:gd name="connsiteX146" fmla="*/ 118495 w 710881"/>
                <a:gd name="connsiteY146" fmla="*/ 325780 h 829271"/>
                <a:gd name="connsiteX147" fmla="*/ 74069 w 710881"/>
                <a:gd name="connsiteY147" fmla="*/ 325780 h 829271"/>
                <a:gd name="connsiteX148" fmla="*/ 59261 w 710881"/>
                <a:gd name="connsiteY148" fmla="*/ 340588 h 829271"/>
                <a:gd name="connsiteX149" fmla="*/ 74069 w 710881"/>
                <a:gd name="connsiteY149" fmla="*/ 355397 h 829271"/>
                <a:gd name="connsiteX150" fmla="*/ 666439 w 710881"/>
                <a:gd name="connsiteY150" fmla="*/ 0 h 829271"/>
                <a:gd name="connsiteX151" fmla="*/ 710864 w 710881"/>
                <a:gd name="connsiteY151" fmla="*/ 44426 h 829271"/>
                <a:gd name="connsiteX152" fmla="*/ 710864 w 710881"/>
                <a:gd name="connsiteY152" fmla="*/ 162898 h 829271"/>
                <a:gd name="connsiteX153" fmla="*/ 666439 w 710881"/>
                <a:gd name="connsiteY153" fmla="*/ 207323 h 829271"/>
                <a:gd name="connsiteX154" fmla="*/ 44485 w 710881"/>
                <a:gd name="connsiteY154" fmla="*/ 207323 h 829271"/>
                <a:gd name="connsiteX155" fmla="*/ 59 w 710881"/>
                <a:gd name="connsiteY155" fmla="*/ 162898 h 829271"/>
                <a:gd name="connsiteX156" fmla="*/ 59 w 710881"/>
                <a:gd name="connsiteY156" fmla="*/ 44426 h 829271"/>
                <a:gd name="connsiteX157" fmla="*/ 44485 w 710881"/>
                <a:gd name="connsiteY157" fmla="*/ 0 h 829271"/>
                <a:gd name="connsiteX158" fmla="*/ 614609 w 710881"/>
                <a:gd name="connsiteY158" fmla="*/ 59234 h 829271"/>
                <a:gd name="connsiteX159" fmla="*/ 496137 w 710881"/>
                <a:gd name="connsiteY159" fmla="*/ 59234 h 829271"/>
                <a:gd name="connsiteX160" fmla="*/ 469944 w 710881"/>
                <a:gd name="connsiteY160" fmla="*/ 70061 h 829271"/>
                <a:gd name="connsiteX161" fmla="*/ 459116 w 710881"/>
                <a:gd name="connsiteY161" fmla="*/ 96255 h 829271"/>
                <a:gd name="connsiteX162" fmla="*/ 459116 w 710881"/>
                <a:gd name="connsiteY162" fmla="*/ 111063 h 829271"/>
                <a:gd name="connsiteX163" fmla="*/ 469944 w 710881"/>
                <a:gd name="connsiteY163" fmla="*/ 137257 h 829271"/>
                <a:gd name="connsiteX164" fmla="*/ 496137 w 710881"/>
                <a:gd name="connsiteY164" fmla="*/ 148121 h 829271"/>
                <a:gd name="connsiteX165" fmla="*/ 614609 w 710881"/>
                <a:gd name="connsiteY165" fmla="*/ 148121 h 829271"/>
                <a:gd name="connsiteX166" fmla="*/ 640803 w 710881"/>
                <a:gd name="connsiteY166" fmla="*/ 137257 h 829271"/>
                <a:gd name="connsiteX167" fmla="*/ 651630 w 710881"/>
                <a:gd name="connsiteY167" fmla="*/ 111063 h 829271"/>
                <a:gd name="connsiteX168" fmla="*/ 651630 w 710881"/>
                <a:gd name="connsiteY168" fmla="*/ 96255 h 829271"/>
                <a:gd name="connsiteX169" fmla="*/ 640803 w 710881"/>
                <a:gd name="connsiteY169" fmla="*/ 70061 h 829271"/>
                <a:gd name="connsiteX170" fmla="*/ 614609 w 710881"/>
                <a:gd name="connsiteY170" fmla="*/ 59234 h 829271"/>
                <a:gd name="connsiteX171" fmla="*/ 614609 w 710881"/>
                <a:gd name="connsiteY171" fmla="*/ 88851 h 829271"/>
                <a:gd name="connsiteX172" fmla="*/ 619855 w 710881"/>
                <a:gd name="connsiteY172" fmla="*/ 91009 h 829271"/>
                <a:gd name="connsiteX173" fmla="*/ 622013 w 710881"/>
                <a:gd name="connsiteY173" fmla="*/ 96255 h 829271"/>
                <a:gd name="connsiteX174" fmla="*/ 622013 w 710881"/>
                <a:gd name="connsiteY174" fmla="*/ 111064 h 829271"/>
                <a:gd name="connsiteX175" fmla="*/ 619855 w 710881"/>
                <a:gd name="connsiteY175" fmla="*/ 116310 h 829271"/>
                <a:gd name="connsiteX176" fmla="*/ 614609 w 710881"/>
                <a:gd name="connsiteY176" fmla="*/ 118468 h 829271"/>
                <a:gd name="connsiteX177" fmla="*/ 496137 w 710881"/>
                <a:gd name="connsiteY177" fmla="*/ 118468 h 829271"/>
                <a:gd name="connsiteX178" fmla="*/ 490891 w 710881"/>
                <a:gd name="connsiteY178" fmla="*/ 116310 h 829271"/>
                <a:gd name="connsiteX179" fmla="*/ 488733 w 710881"/>
                <a:gd name="connsiteY179" fmla="*/ 111064 h 829271"/>
                <a:gd name="connsiteX180" fmla="*/ 488733 w 710881"/>
                <a:gd name="connsiteY180" fmla="*/ 96255 h 829271"/>
                <a:gd name="connsiteX181" fmla="*/ 490891 w 710881"/>
                <a:gd name="connsiteY181" fmla="*/ 91009 h 829271"/>
                <a:gd name="connsiteX182" fmla="*/ 496137 w 710881"/>
                <a:gd name="connsiteY182" fmla="*/ 88851 h 829271"/>
                <a:gd name="connsiteX183" fmla="*/ 177764 w 710881"/>
                <a:gd name="connsiteY183" fmla="*/ 118468 h 829271"/>
                <a:gd name="connsiteX184" fmla="*/ 222190 w 710881"/>
                <a:gd name="connsiteY184" fmla="*/ 118468 h 829271"/>
                <a:gd name="connsiteX185" fmla="*/ 236998 w 710881"/>
                <a:gd name="connsiteY185" fmla="*/ 103660 h 829271"/>
                <a:gd name="connsiteX186" fmla="*/ 222190 w 710881"/>
                <a:gd name="connsiteY186" fmla="*/ 88851 h 829271"/>
                <a:gd name="connsiteX187" fmla="*/ 177764 w 710881"/>
                <a:gd name="connsiteY187" fmla="*/ 88851 h 829271"/>
                <a:gd name="connsiteX188" fmla="*/ 162956 w 710881"/>
                <a:gd name="connsiteY188" fmla="*/ 103660 h 829271"/>
                <a:gd name="connsiteX189" fmla="*/ 177764 w 710881"/>
                <a:gd name="connsiteY189" fmla="*/ 118468 h 829271"/>
                <a:gd name="connsiteX190" fmla="*/ 281425 w 710881"/>
                <a:gd name="connsiteY190" fmla="*/ 118468 h 829271"/>
                <a:gd name="connsiteX191" fmla="*/ 325850 w 710881"/>
                <a:gd name="connsiteY191" fmla="*/ 118468 h 829271"/>
                <a:gd name="connsiteX192" fmla="*/ 340659 w 710881"/>
                <a:gd name="connsiteY192" fmla="*/ 103660 h 829271"/>
                <a:gd name="connsiteX193" fmla="*/ 325850 w 710881"/>
                <a:gd name="connsiteY193" fmla="*/ 88851 h 829271"/>
                <a:gd name="connsiteX194" fmla="*/ 281425 w 710881"/>
                <a:gd name="connsiteY194" fmla="*/ 88851 h 829271"/>
                <a:gd name="connsiteX195" fmla="*/ 266616 w 710881"/>
                <a:gd name="connsiteY195" fmla="*/ 103660 h 829271"/>
                <a:gd name="connsiteX196" fmla="*/ 281425 w 710881"/>
                <a:gd name="connsiteY196" fmla="*/ 118468 h 829271"/>
                <a:gd name="connsiteX197" fmla="*/ 74104 w 710881"/>
                <a:gd name="connsiteY197" fmla="*/ 118468 h 829271"/>
                <a:gd name="connsiteX198" fmla="*/ 118529 w 710881"/>
                <a:gd name="connsiteY198" fmla="*/ 118468 h 829271"/>
                <a:gd name="connsiteX199" fmla="*/ 133338 w 710881"/>
                <a:gd name="connsiteY199" fmla="*/ 103660 h 829271"/>
                <a:gd name="connsiteX200" fmla="*/ 118529 w 710881"/>
                <a:gd name="connsiteY200" fmla="*/ 88851 h 829271"/>
                <a:gd name="connsiteX201" fmla="*/ 74104 w 710881"/>
                <a:gd name="connsiteY201" fmla="*/ 88851 h 829271"/>
                <a:gd name="connsiteX202" fmla="*/ 59295 w 710881"/>
                <a:gd name="connsiteY202" fmla="*/ 103660 h 829271"/>
                <a:gd name="connsiteX203" fmla="*/ 74104 w 710881"/>
                <a:gd name="connsiteY203" fmla="*/ 118468 h 829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</a:cxnLst>
              <a:rect l="l" t="t" r="r" b="b"/>
              <a:pathLst>
                <a:path w="710881" h="829271">
                  <a:moveTo>
                    <a:pt x="88890" y="444246"/>
                  </a:moveTo>
                  <a:lnTo>
                    <a:pt x="44465" y="444246"/>
                  </a:lnTo>
                  <a:cubicBezTo>
                    <a:pt x="19945" y="444246"/>
                    <a:pt x="39" y="424341"/>
                    <a:pt x="39" y="399820"/>
                  </a:cubicBezTo>
                  <a:lnTo>
                    <a:pt x="39" y="281349"/>
                  </a:lnTo>
                  <a:cubicBezTo>
                    <a:pt x="39" y="256829"/>
                    <a:pt x="19944" y="236923"/>
                    <a:pt x="44465" y="236923"/>
                  </a:cubicBezTo>
                  <a:lnTo>
                    <a:pt x="666419" y="236923"/>
                  </a:lnTo>
                  <a:cubicBezTo>
                    <a:pt x="690938" y="236923"/>
                    <a:pt x="710844" y="256828"/>
                    <a:pt x="710844" y="281349"/>
                  </a:cubicBezTo>
                  <a:lnTo>
                    <a:pt x="710844" y="399820"/>
                  </a:lnTo>
                  <a:cubicBezTo>
                    <a:pt x="710844" y="424340"/>
                    <a:pt x="690939" y="444246"/>
                    <a:pt x="666419" y="444246"/>
                  </a:cubicBezTo>
                  <a:lnTo>
                    <a:pt x="621993" y="444246"/>
                  </a:lnTo>
                  <a:lnTo>
                    <a:pt x="621993" y="473863"/>
                  </a:lnTo>
                  <a:lnTo>
                    <a:pt x="666419" y="473863"/>
                  </a:lnTo>
                  <a:cubicBezTo>
                    <a:pt x="690938" y="473863"/>
                    <a:pt x="710844" y="493768"/>
                    <a:pt x="710844" y="518289"/>
                  </a:cubicBezTo>
                  <a:lnTo>
                    <a:pt x="710844" y="636761"/>
                  </a:lnTo>
                  <a:cubicBezTo>
                    <a:pt x="710844" y="661280"/>
                    <a:pt x="690939" y="681186"/>
                    <a:pt x="666419" y="681186"/>
                  </a:cubicBezTo>
                  <a:lnTo>
                    <a:pt x="370248" y="681186"/>
                  </a:lnTo>
                  <a:lnTo>
                    <a:pt x="370248" y="712663"/>
                  </a:lnTo>
                  <a:cubicBezTo>
                    <a:pt x="391047" y="718021"/>
                    <a:pt x="407455" y="734430"/>
                    <a:pt x="412814" y="755229"/>
                  </a:cubicBezTo>
                  <a:lnTo>
                    <a:pt x="594274" y="755229"/>
                  </a:lnTo>
                  <a:cubicBezTo>
                    <a:pt x="600860" y="729705"/>
                    <a:pt x="624040" y="710803"/>
                    <a:pt x="651647" y="710803"/>
                  </a:cubicBezTo>
                  <a:cubicBezTo>
                    <a:pt x="684352" y="710803"/>
                    <a:pt x="710881" y="737332"/>
                    <a:pt x="710881" y="770037"/>
                  </a:cubicBezTo>
                  <a:cubicBezTo>
                    <a:pt x="710881" y="802742"/>
                    <a:pt x="684352" y="829271"/>
                    <a:pt x="651647" y="829271"/>
                  </a:cubicBezTo>
                  <a:cubicBezTo>
                    <a:pt x="624077" y="829271"/>
                    <a:pt x="600860" y="810370"/>
                    <a:pt x="594274" y="784846"/>
                  </a:cubicBezTo>
                  <a:lnTo>
                    <a:pt x="412814" y="784846"/>
                  </a:lnTo>
                  <a:cubicBezTo>
                    <a:pt x="406228" y="810370"/>
                    <a:pt x="383048" y="829271"/>
                    <a:pt x="355441" y="829271"/>
                  </a:cubicBezTo>
                  <a:cubicBezTo>
                    <a:pt x="327871" y="829271"/>
                    <a:pt x="304653" y="810370"/>
                    <a:pt x="298068" y="784846"/>
                  </a:cubicBezTo>
                  <a:lnTo>
                    <a:pt x="116607" y="784846"/>
                  </a:lnTo>
                  <a:cubicBezTo>
                    <a:pt x="110021" y="810370"/>
                    <a:pt x="86841" y="829271"/>
                    <a:pt x="59234" y="829271"/>
                  </a:cubicBezTo>
                  <a:cubicBezTo>
                    <a:pt x="26529" y="829271"/>
                    <a:pt x="0" y="802742"/>
                    <a:pt x="0" y="770037"/>
                  </a:cubicBezTo>
                  <a:cubicBezTo>
                    <a:pt x="0" y="737332"/>
                    <a:pt x="26529" y="710803"/>
                    <a:pt x="59234" y="710803"/>
                  </a:cubicBezTo>
                  <a:cubicBezTo>
                    <a:pt x="86804" y="710803"/>
                    <a:pt x="110021" y="729705"/>
                    <a:pt x="116607" y="755229"/>
                  </a:cubicBezTo>
                  <a:lnTo>
                    <a:pt x="298068" y="755229"/>
                  </a:lnTo>
                  <a:cubicBezTo>
                    <a:pt x="303426" y="734430"/>
                    <a:pt x="319834" y="718022"/>
                    <a:pt x="340633" y="712663"/>
                  </a:cubicBezTo>
                  <a:lnTo>
                    <a:pt x="340633" y="681186"/>
                  </a:lnTo>
                  <a:lnTo>
                    <a:pt x="44463" y="681186"/>
                  </a:lnTo>
                  <a:cubicBezTo>
                    <a:pt x="19943" y="681186"/>
                    <a:pt x="37" y="661281"/>
                    <a:pt x="37" y="636761"/>
                  </a:cubicBezTo>
                  <a:lnTo>
                    <a:pt x="37" y="518289"/>
                  </a:lnTo>
                  <a:cubicBezTo>
                    <a:pt x="37" y="493769"/>
                    <a:pt x="19942" y="473863"/>
                    <a:pt x="44463" y="473863"/>
                  </a:cubicBezTo>
                  <a:lnTo>
                    <a:pt x="88888" y="473863"/>
                  </a:lnTo>
                  <a:close/>
                  <a:moveTo>
                    <a:pt x="592372" y="444246"/>
                  </a:moveTo>
                  <a:lnTo>
                    <a:pt x="118503" y="444246"/>
                  </a:lnTo>
                  <a:lnTo>
                    <a:pt x="118503" y="473863"/>
                  </a:lnTo>
                  <a:lnTo>
                    <a:pt x="592372" y="473863"/>
                  </a:lnTo>
                  <a:close/>
                  <a:moveTo>
                    <a:pt x="385051" y="770030"/>
                  </a:moveTo>
                  <a:cubicBezTo>
                    <a:pt x="385051" y="753696"/>
                    <a:pt x="371768" y="740413"/>
                    <a:pt x="355434" y="740413"/>
                  </a:cubicBezTo>
                  <a:cubicBezTo>
                    <a:pt x="339100" y="740413"/>
                    <a:pt x="325817" y="753695"/>
                    <a:pt x="325817" y="770030"/>
                  </a:cubicBezTo>
                  <a:cubicBezTo>
                    <a:pt x="325817" y="786364"/>
                    <a:pt x="339100" y="799647"/>
                    <a:pt x="355434" y="799647"/>
                  </a:cubicBezTo>
                  <a:cubicBezTo>
                    <a:pt x="371768" y="799647"/>
                    <a:pt x="385051" y="786364"/>
                    <a:pt x="385051" y="770030"/>
                  </a:cubicBezTo>
                  <a:close/>
                  <a:moveTo>
                    <a:pt x="621985" y="770030"/>
                  </a:moveTo>
                  <a:cubicBezTo>
                    <a:pt x="621985" y="786363"/>
                    <a:pt x="635268" y="799647"/>
                    <a:pt x="651602" y="799647"/>
                  </a:cubicBezTo>
                  <a:cubicBezTo>
                    <a:pt x="667937" y="799647"/>
                    <a:pt x="681219" y="786364"/>
                    <a:pt x="681219" y="770030"/>
                  </a:cubicBezTo>
                  <a:cubicBezTo>
                    <a:pt x="681219" y="753695"/>
                    <a:pt x="667937" y="740413"/>
                    <a:pt x="651602" y="740413"/>
                  </a:cubicBezTo>
                  <a:cubicBezTo>
                    <a:pt x="635268" y="740413"/>
                    <a:pt x="621985" y="753695"/>
                    <a:pt x="621985" y="770030"/>
                  </a:cubicBezTo>
                  <a:close/>
                  <a:moveTo>
                    <a:pt x="88881" y="770030"/>
                  </a:moveTo>
                  <a:cubicBezTo>
                    <a:pt x="88881" y="753696"/>
                    <a:pt x="75598" y="740413"/>
                    <a:pt x="59264" y="740413"/>
                  </a:cubicBezTo>
                  <a:cubicBezTo>
                    <a:pt x="42929" y="740413"/>
                    <a:pt x="29647" y="753695"/>
                    <a:pt x="29647" y="770030"/>
                  </a:cubicBezTo>
                  <a:cubicBezTo>
                    <a:pt x="29647" y="786364"/>
                    <a:pt x="42929" y="799647"/>
                    <a:pt x="59264" y="799647"/>
                  </a:cubicBezTo>
                  <a:cubicBezTo>
                    <a:pt x="75598" y="799647"/>
                    <a:pt x="88881" y="786364"/>
                    <a:pt x="88881" y="770030"/>
                  </a:cubicBezTo>
                  <a:close/>
                  <a:moveTo>
                    <a:pt x="281390" y="592331"/>
                  </a:moveTo>
                  <a:lnTo>
                    <a:pt x="325816" y="592331"/>
                  </a:lnTo>
                  <a:cubicBezTo>
                    <a:pt x="334002" y="592331"/>
                    <a:pt x="340625" y="585708"/>
                    <a:pt x="340625" y="577523"/>
                  </a:cubicBezTo>
                  <a:cubicBezTo>
                    <a:pt x="340625" y="569337"/>
                    <a:pt x="334002" y="562714"/>
                    <a:pt x="325816" y="562714"/>
                  </a:cubicBezTo>
                  <a:lnTo>
                    <a:pt x="281390" y="562714"/>
                  </a:lnTo>
                  <a:cubicBezTo>
                    <a:pt x="273205" y="562714"/>
                    <a:pt x="266582" y="569337"/>
                    <a:pt x="266582" y="577523"/>
                  </a:cubicBezTo>
                  <a:cubicBezTo>
                    <a:pt x="266582" y="585708"/>
                    <a:pt x="273205" y="592331"/>
                    <a:pt x="281390" y="592331"/>
                  </a:cubicBezTo>
                  <a:close/>
                  <a:moveTo>
                    <a:pt x="177730" y="592331"/>
                  </a:moveTo>
                  <a:lnTo>
                    <a:pt x="222155" y="592331"/>
                  </a:lnTo>
                  <a:cubicBezTo>
                    <a:pt x="230341" y="592331"/>
                    <a:pt x="236964" y="585708"/>
                    <a:pt x="236964" y="577523"/>
                  </a:cubicBezTo>
                  <a:cubicBezTo>
                    <a:pt x="236964" y="569337"/>
                    <a:pt x="230341" y="562714"/>
                    <a:pt x="222155" y="562714"/>
                  </a:cubicBezTo>
                  <a:lnTo>
                    <a:pt x="177730" y="562714"/>
                  </a:lnTo>
                  <a:cubicBezTo>
                    <a:pt x="169544" y="562714"/>
                    <a:pt x="162921" y="569337"/>
                    <a:pt x="162921" y="577523"/>
                  </a:cubicBezTo>
                  <a:cubicBezTo>
                    <a:pt x="162921" y="585708"/>
                    <a:pt x="169544" y="592331"/>
                    <a:pt x="177730" y="592331"/>
                  </a:cubicBezTo>
                  <a:close/>
                  <a:moveTo>
                    <a:pt x="614575" y="533097"/>
                  </a:moveTo>
                  <a:lnTo>
                    <a:pt x="496103" y="533097"/>
                  </a:lnTo>
                  <a:cubicBezTo>
                    <a:pt x="486281" y="533097"/>
                    <a:pt x="476867" y="537004"/>
                    <a:pt x="469909" y="543961"/>
                  </a:cubicBezTo>
                  <a:cubicBezTo>
                    <a:pt x="462989" y="550919"/>
                    <a:pt x="459082" y="560333"/>
                    <a:pt x="459082" y="570155"/>
                  </a:cubicBezTo>
                  <a:lnTo>
                    <a:pt x="459082" y="584964"/>
                  </a:lnTo>
                  <a:cubicBezTo>
                    <a:pt x="459082" y="594786"/>
                    <a:pt x="462989" y="604199"/>
                    <a:pt x="469909" y="611157"/>
                  </a:cubicBezTo>
                  <a:cubicBezTo>
                    <a:pt x="476867" y="618115"/>
                    <a:pt x="486281" y="621984"/>
                    <a:pt x="496103" y="621984"/>
                  </a:cubicBezTo>
                  <a:lnTo>
                    <a:pt x="614575" y="621984"/>
                  </a:lnTo>
                  <a:cubicBezTo>
                    <a:pt x="624397" y="621984"/>
                    <a:pt x="633811" y="618078"/>
                    <a:pt x="640769" y="611157"/>
                  </a:cubicBezTo>
                  <a:cubicBezTo>
                    <a:pt x="647726" y="604200"/>
                    <a:pt x="651596" y="594786"/>
                    <a:pt x="651596" y="584964"/>
                  </a:cubicBezTo>
                  <a:lnTo>
                    <a:pt x="651596" y="570155"/>
                  </a:lnTo>
                  <a:cubicBezTo>
                    <a:pt x="651596" y="560333"/>
                    <a:pt x="647689" y="550919"/>
                    <a:pt x="640769" y="543961"/>
                  </a:cubicBezTo>
                  <a:cubicBezTo>
                    <a:pt x="633811" y="537004"/>
                    <a:pt x="624397" y="533097"/>
                    <a:pt x="614575" y="533097"/>
                  </a:cubicBezTo>
                  <a:close/>
                  <a:moveTo>
                    <a:pt x="614575" y="562714"/>
                  </a:moveTo>
                  <a:cubicBezTo>
                    <a:pt x="616547" y="562714"/>
                    <a:pt x="618407" y="563496"/>
                    <a:pt x="619821" y="564872"/>
                  </a:cubicBezTo>
                  <a:cubicBezTo>
                    <a:pt x="621198" y="566249"/>
                    <a:pt x="621979" y="568146"/>
                    <a:pt x="621979" y="570118"/>
                  </a:cubicBezTo>
                  <a:lnTo>
                    <a:pt x="621979" y="584927"/>
                  </a:lnTo>
                  <a:cubicBezTo>
                    <a:pt x="621979" y="586899"/>
                    <a:pt x="621198" y="588759"/>
                    <a:pt x="619821" y="590173"/>
                  </a:cubicBezTo>
                  <a:cubicBezTo>
                    <a:pt x="618444" y="591550"/>
                    <a:pt x="616547" y="592331"/>
                    <a:pt x="614575" y="592331"/>
                  </a:cubicBezTo>
                  <a:lnTo>
                    <a:pt x="496103" y="592331"/>
                  </a:lnTo>
                  <a:cubicBezTo>
                    <a:pt x="494131" y="592331"/>
                    <a:pt x="492271" y="591550"/>
                    <a:pt x="490857" y="590173"/>
                  </a:cubicBezTo>
                  <a:cubicBezTo>
                    <a:pt x="489480" y="588796"/>
                    <a:pt x="488699" y="586899"/>
                    <a:pt x="488699" y="584927"/>
                  </a:cubicBezTo>
                  <a:lnTo>
                    <a:pt x="488699" y="570118"/>
                  </a:lnTo>
                  <a:cubicBezTo>
                    <a:pt x="488699" y="568146"/>
                    <a:pt x="489480" y="566249"/>
                    <a:pt x="490857" y="564872"/>
                  </a:cubicBezTo>
                  <a:cubicBezTo>
                    <a:pt x="492233" y="563496"/>
                    <a:pt x="494131" y="562714"/>
                    <a:pt x="496103" y="562714"/>
                  </a:cubicBezTo>
                  <a:close/>
                  <a:moveTo>
                    <a:pt x="74069" y="592331"/>
                  </a:moveTo>
                  <a:lnTo>
                    <a:pt x="118495" y="592331"/>
                  </a:lnTo>
                  <a:cubicBezTo>
                    <a:pt x="126680" y="592331"/>
                    <a:pt x="133303" y="585708"/>
                    <a:pt x="133303" y="577523"/>
                  </a:cubicBezTo>
                  <a:cubicBezTo>
                    <a:pt x="133303" y="569337"/>
                    <a:pt x="126681" y="562714"/>
                    <a:pt x="118495" y="562714"/>
                  </a:cubicBezTo>
                  <a:lnTo>
                    <a:pt x="74069" y="562714"/>
                  </a:lnTo>
                  <a:cubicBezTo>
                    <a:pt x="65884" y="562714"/>
                    <a:pt x="59261" y="569337"/>
                    <a:pt x="59261" y="577523"/>
                  </a:cubicBezTo>
                  <a:cubicBezTo>
                    <a:pt x="59261" y="585708"/>
                    <a:pt x="65884" y="592331"/>
                    <a:pt x="74069" y="592331"/>
                  </a:cubicBezTo>
                  <a:close/>
                  <a:moveTo>
                    <a:pt x="281390" y="355397"/>
                  </a:moveTo>
                  <a:lnTo>
                    <a:pt x="325816" y="355397"/>
                  </a:lnTo>
                  <a:cubicBezTo>
                    <a:pt x="334002" y="355397"/>
                    <a:pt x="340625" y="348774"/>
                    <a:pt x="340625" y="340588"/>
                  </a:cubicBezTo>
                  <a:cubicBezTo>
                    <a:pt x="340625" y="332403"/>
                    <a:pt x="334002" y="325780"/>
                    <a:pt x="325816" y="325780"/>
                  </a:cubicBezTo>
                  <a:lnTo>
                    <a:pt x="281390" y="325780"/>
                  </a:lnTo>
                  <a:cubicBezTo>
                    <a:pt x="273205" y="325780"/>
                    <a:pt x="266582" y="332403"/>
                    <a:pt x="266582" y="340588"/>
                  </a:cubicBezTo>
                  <a:cubicBezTo>
                    <a:pt x="266582" y="348774"/>
                    <a:pt x="273205" y="355397"/>
                    <a:pt x="281390" y="355397"/>
                  </a:cubicBezTo>
                  <a:close/>
                  <a:moveTo>
                    <a:pt x="614575" y="296163"/>
                  </a:moveTo>
                  <a:lnTo>
                    <a:pt x="496103" y="296163"/>
                  </a:lnTo>
                  <a:cubicBezTo>
                    <a:pt x="486281" y="296163"/>
                    <a:pt x="476867" y="300070"/>
                    <a:pt x="469909" y="306990"/>
                  </a:cubicBezTo>
                  <a:cubicBezTo>
                    <a:pt x="462989" y="313948"/>
                    <a:pt x="459082" y="323361"/>
                    <a:pt x="459082" y="333184"/>
                  </a:cubicBezTo>
                  <a:lnTo>
                    <a:pt x="459082" y="347992"/>
                  </a:lnTo>
                  <a:cubicBezTo>
                    <a:pt x="459082" y="357814"/>
                    <a:pt x="462989" y="367228"/>
                    <a:pt x="469909" y="374186"/>
                  </a:cubicBezTo>
                  <a:cubicBezTo>
                    <a:pt x="476867" y="381106"/>
                    <a:pt x="486281" y="385013"/>
                    <a:pt x="496103" y="385013"/>
                  </a:cubicBezTo>
                  <a:lnTo>
                    <a:pt x="614575" y="385013"/>
                  </a:lnTo>
                  <a:cubicBezTo>
                    <a:pt x="624397" y="385013"/>
                    <a:pt x="633811" y="381106"/>
                    <a:pt x="640769" y="374186"/>
                  </a:cubicBezTo>
                  <a:cubicBezTo>
                    <a:pt x="647726" y="367228"/>
                    <a:pt x="651596" y="357814"/>
                    <a:pt x="651596" y="347992"/>
                  </a:cubicBezTo>
                  <a:lnTo>
                    <a:pt x="651596" y="333184"/>
                  </a:lnTo>
                  <a:cubicBezTo>
                    <a:pt x="651596" y="323361"/>
                    <a:pt x="647689" y="313948"/>
                    <a:pt x="640769" y="306990"/>
                  </a:cubicBezTo>
                  <a:cubicBezTo>
                    <a:pt x="633811" y="300069"/>
                    <a:pt x="624397" y="296163"/>
                    <a:pt x="614575" y="296163"/>
                  </a:cubicBezTo>
                  <a:close/>
                  <a:moveTo>
                    <a:pt x="614575" y="325780"/>
                  </a:moveTo>
                  <a:cubicBezTo>
                    <a:pt x="616547" y="325780"/>
                    <a:pt x="618407" y="326561"/>
                    <a:pt x="619821" y="327938"/>
                  </a:cubicBezTo>
                  <a:cubicBezTo>
                    <a:pt x="621198" y="329314"/>
                    <a:pt x="621979" y="331212"/>
                    <a:pt x="621979" y="333184"/>
                  </a:cubicBezTo>
                  <a:lnTo>
                    <a:pt x="621979" y="347992"/>
                  </a:lnTo>
                  <a:cubicBezTo>
                    <a:pt x="621979" y="349964"/>
                    <a:pt x="621198" y="351825"/>
                    <a:pt x="619821" y="353239"/>
                  </a:cubicBezTo>
                  <a:cubicBezTo>
                    <a:pt x="618444" y="354615"/>
                    <a:pt x="616547" y="355397"/>
                    <a:pt x="614575" y="355397"/>
                  </a:cubicBezTo>
                  <a:lnTo>
                    <a:pt x="496103" y="355397"/>
                  </a:lnTo>
                  <a:cubicBezTo>
                    <a:pt x="494131" y="355397"/>
                    <a:pt x="492271" y="354615"/>
                    <a:pt x="490857" y="353239"/>
                  </a:cubicBezTo>
                  <a:cubicBezTo>
                    <a:pt x="489480" y="351862"/>
                    <a:pt x="488699" y="349964"/>
                    <a:pt x="488699" y="347992"/>
                  </a:cubicBezTo>
                  <a:lnTo>
                    <a:pt x="488699" y="333184"/>
                  </a:lnTo>
                  <a:cubicBezTo>
                    <a:pt x="488699" y="331212"/>
                    <a:pt x="489480" y="329352"/>
                    <a:pt x="490857" y="327938"/>
                  </a:cubicBezTo>
                  <a:cubicBezTo>
                    <a:pt x="492233" y="326561"/>
                    <a:pt x="494131" y="325780"/>
                    <a:pt x="496103" y="325780"/>
                  </a:cubicBezTo>
                  <a:close/>
                  <a:moveTo>
                    <a:pt x="177730" y="355397"/>
                  </a:moveTo>
                  <a:lnTo>
                    <a:pt x="222155" y="355397"/>
                  </a:lnTo>
                  <a:cubicBezTo>
                    <a:pt x="230341" y="355397"/>
                    <a:pt x="236964" y="348774"/>
                    <a:pt x="236964" y="340588"/>
                  </a:cubicBezTo>
                  <a:cubicBezTo>
                    <a:pt x="236964" y="332403"/>
                    <a:pt x="230341" y="325780"/>
                    <a:pt x="222155" y="325780"/>
                  </a:cubicBezTo>
                  <a:lnTo>
                    <a:pt x="177730" y="325780"/>
                  </a:lnTo>
                  <a:cubicBezTo>
                    <a:pt x="169544" y="325780"/>
                    <a:pt x="162921" y="332403"/>
                    <a:pt x="162921" y="340588"/>
                  </a:cubicBezTo>
                  <a:cubicBezTo>
                    <a:pt x="162921" y="348774"/>
                    <a:pt x="169544" y="355397"/>
                    <a:pt x="177730" y="355397"/>
                  </a:cubicBezTo>
                  <a:close/>
                  <a:moveTo>
                    <a:pt x="74069" y="355397"/>
                  </a:moveTo>
                  <a:lnTo>
                    <a:pt x="118495" y="355397"/>
                  </a:lnTo>
                  <a:cubicBezTo>
                    <a:pt x="126680" y="355397"/>
                    <a:pt x="133303" y="348774"/>
                    <a:pt x="133303" y="340588"/>
                  </a:cubicBezTo>
                  <a:cubicBezTo>
                    <a:pt x="133303" y="332403"/>
                    <a:pt x="126681" y="325780"/>
                    <a:pt x="118495" y="325780"/>
                  </a:cubicBezTo>
                  <a:lnTo>
                    <a:pt x="74069" y="325780"/>
                  </a:lnTo>
                  <a:cubicBezTo>
                    <a:pt x="65884" y="325780"/>
                    <a:pt x="59261" y="332403"/>
                    <a:pt x="59261" y="340588"/>
                  </a:cubicBezTo>
                  <a:cubicBezTo>
                    <a:pt x="59261" y="348774"/>
                    <a:pt x="65884" y="355397"/>
                    <a:pt x="74069" y="355397"/>
                  </a:cubicBezTo>
                  <a:close/>
                  <a:moveTo>
                    <a:pt x="666439" y="0"/>
                  </a:moveTo>
                  <a:cubicBezTo>
                    <a:pt x="690958" y="0"/>
                    <a:pt x="710864" y="19905"/>
                    <a:pt x="710864" y="44426"/>
                  </a:cubicBezTo>
                  <a:lnTo>
                    <a:pt x="710864" y="162898"/>
                  </a:lnTo>
                  <a:cubicBezTo>
                    <a:pt x="710864" y="187417"/>
                    <a:pt x="690959" y="207323"/>
                    <a:pt x="666439" y="207323"/>
                  </a:cubicBezTo>
                  <a:lnTo>
                    <a:pt x="44485" y="207323"/>
                  </a:lnTo>
                  <a:cubicBezTo>
                    <a:pt x="19965" y="207323"/>
                    <a:pt x="59" y="187418"/>
                    <a:pt x="59" y="162898"/>
                  </a:cubicBezTo>
                  <a:lnTo>
                    <a:pt x="59" y="44426"/>
                  </a:lnTo>
                  <a:cubicBezTo>
                    <a:pt x="59" y="19906"/>
                    <a:pt x="19964" y="0"/>
                    <a:pt x="44485" y="0"/>
                  </a:cubicBezTo>
                  <a:close/>
                  <a:moveTo>
                    <a:pt x="614609" y="59234"/>
                  </a:moveTo>
                  <a:lnTo>
                    <a:pt x="496137" y="59234"/>
                  </a:lnTo>
                  <a:cubicBezTo>
                    <a:pt x="486315" y="59234"/>
                    <a:pt x="476902" y="63141"/>
                    <a:pt x="469944" y="70061"/>
                  </a:cubicBezTo>
                  <a:cubicBezTo>
                    <a:pt x="463023" y="77019"/>
                    <a:pt x="459116" y="86433"/>
                    <a:pt x="459116" y="96255"/>
                  </a:cubicBezTo>
                  <a:lnTo>
                    <a:pt x="459116" y="111063"/>
                  </a:lnTo>
                  <a:cubicBezTo>
                    <a:pt x="459116" y="120886"/>
                    <a:pt x="463023" y="130299"/>
                    <a:pt x="469944" y="137257"/>
                  </a:cubicBezTo>
                  <a:cubicBezTo>
                    <a:pt x="476901" y="144215"/>
                    <a:pt x="486315" y="148121"/>
                    <a:pt x="496137" y="148121"/>
                  </a:cubicBezTo>
                  <a:lnTo>
                    <a:pt x="614609" y="148121"/>
                  </a:lnTo>
                  <a:cubicBezTo>
                    <a:pt x="624431" y="148121"/>
                    <a:pt x="633845" y="144215"/>
                    <a:pt x="640803" y="137257"/>
                  </a:cubicBezTo>
                  <a:cubicBezTo>
                    <a:pt x="647761" y="130299"/>
                    <a:pt x="651630" y="120886"/>
                    <a:pt x="651630" y="111063"/>
                  </a:cubicBezTo>
                  <a:lnTo>
                    <a:pt x="651630" y="96255"/>
                  </a:lnTo>
                  <a:cubicBezTo>
                    <a:pt x="651630" y="86433"/>
                    <a:pt x="647723" y="77019"/>
                    <a:pt x="640803" y="70061"/>
                  </a:cubicBezTo>
                  <a:cubicBezTo>
                    <a:pt x="633845" y="63103"/>
                    <a:pt x="624431" y="59234"/>
                    <a:pt x="614609" y="59234"/>
                  </a:cubicBezTo>
                  <a:close/>
                  <a:moveTo>
                    <a:pt x="614609" y="88851"/>
                  </a:moveTo>
                  <a:cubicBezTo>
                    <a:pt x="616581" y="88851"/>
                    <a:pt x="618442" y="89632"/>
                    <a:pt x="619855" y="91009"/>
                  </a:cubicBezTo>
                  <a:cubicBezTo>
                    <a:pt x="621232" y="92386"/>
                    <a:pt x="622013" y="94283"/>
                    <a:pt x="622013" y="96255"/>
                  </a:cubicBezTo>
                  <a:lnTo>
                    <a:pt x="622013" y="111064"/>
                  </a:lnTo>
                  <a:cubicBezTo>
                    <a:pt x="622013" y="113036"/>
                    <a:pt x="621232" y="114933"/>
                    <a:pt x="619855" y="116310"/>
                  </a:cubicBezTo>
                  <a:cubicBezTo>
                    <a:pt x="618479" y="117687"/>
                    <a:pt x="616581" y="118468"/>
                    <a:pt x="614609" y="118468"/>
                  </a:cubicBezTo>
                  <a:lnTo>
                    <a:pt x="496137" y="118468"/>
                  </a:lnTo>
                  <a:cubicBezTo>
                    <a:pt x="494165" y="118468"/>
                    <a:pt x="492305" y="117687"/>
                    <a:pt x="490891" y="116310"/>
                  </a:cubicBezTo>
                  <a:cubicBezTo>
                    <a:pt x="489514" y="114933"/>
                    <a:pt x="488733" y="113036"/>
                    <a:pt x="488733" y="111064"/>
                  </a:cubicBezTo>
                  <a:lnTo>
                    <a:pt x="488733" y="96255"/>
                  </a:lnTo>
                  <a:cubicBezTo>
                    <a:pt x="488733" y="94283"/>
                    <a:pt x="489514" y="92423"/>
                    <a:pt x="490891" y="91009"/>
                  </a:cubicBezTo>
                  <a:cubicBezTo>
                    <a:pt x="492268" y="89632"/>
                    <a:pt x="494165" y="88851"/>
                    <a:pt x="496137" y="88851"/>
                  </a:cubicBezTo>
                  <a:close/>
                  <a:moveTo>
                    <a:pt x="177764" y="118468"/>
                  </a:moveTo>
                  <a:lnTo>
                    <a:pt x="222190" y="118468"/>
                  </a:lnTo>
                  <a:cubicBezTo>
                    <a:pt x="230375" y="118468"/>
                    <a:pt x="236998" y="111845"/>
                    <a:pt x="236998" y="103660"/>
                  </a:cubicBezTo>
                  <a:cubicBezTo>
                    <a:pt x="236998" y="95474"/>
                    <a:pt x="230375" y="88851"/>
                    <a:pt x="222190" y="88851"/>
                  </a:cubicBezTo>
                  <a:lnTo>
                    <a:pt x="177764" y="88851"/>
                  </a:lnTo>
                  <a:cubicBezTo>
                    <a:pt x="169579" y="88851"/>
                    <a:pt x="162956" y="95474"/>
                    <a:pt x="162956" y="103660"/>
                  </a:cubicBezTo>
                  <a:cubicBezTo>
                    <a:pt x="162956" y="111845"/>
                    <a:pt x="169578" y="118468"/>
                    <a:pt x="177764" y="118468"/>
                  </a:cubicBezTo>
                  <a:close/>
                  <a:moveTo>
                    <a:pt x="281425" y="118468"/>
                  </a:moveTo>
                  <a:lnTo>
                    <a:pt x="325850" y="118468"/>
                  </a:lnTo>
                  <a:cubicBezTo>
                    <a:pt x="334036" y="118468"/>
                    <a:pt x="340659" y="111845"/>
                    <a:pt x="340659" y="103660"/>
                  </a:cubicBezTo>
                  <a:cubicBezTo>
                    <a:pt x="340659" y="95474"/>
                    <a:pt x="334036" y="88851"/>
                    <a:pt x="325850" y="88851"/>
                  </a:cubicBezTo>
                  <a:lnTo>
                    <a:pt x="281425" y="88851"/>
                  </a:lnTo>
                  <a:cubicBezTo>
                    <a:pt x="273239" y="88851"/>
                    <a:pt x="266616" y="95474"/>
                    <a:pt x="266616" y="103660"/>
                  </a:cubicBezTo>
                  <a:cubicBezTo>
                    <a:pt x="266616" y="111845"/>
                    <a:pt x="273239" y="118468"/>
                    <a:pt x="281425" y="118468"/>
                  </a:cubicBezTo>
                  <a:close/>
                  <a:moveTo>
                    <a:pt x="74104" y="118468"/>
                  </a:moveTo>
                  <a:lnTo>
                    <a:pt x="118529" y="118468"/>
                  </a:lnTo>
                  <a:cubicBezTo>
                    <a:pt x="126715" y="118468"/>
                    <a:pt x="133338" y="111845"/>
                    <a:pt x="133338" y="103660"/>
                  </a:cubicBezTo>
                  <a:cubicBezTo>
                    <a:pt x="133338" y="95474"/>
                    <a:pt x="126715" y="88851"/>
                    <a:pt x="118529" y="88851"/>
                  </a:cubicBezTo>
                  <a:lnTo>
                    <a:pt x="74104" y="88851"/>
                  </a:lnTo>
                  <a:cubicBezTo>
                    <a:pt x="65918" y="88851"/>
                    <a:pt x="59295" y="95474"/>
                    <a:pt x="59295" y="103660"/>
                  </a:cubicBezTo>
                  <a:cubicBezTo>
                    <a:pt x="59295" y="111845"/>
                    <a:pt x="65918" y="118468"/>
                    <a:pt x="74104" y="118468"/>
                  </a:cubicBezTo>
                  <a:close/>
                </a:path>
              </a:pathLst>
            </a:custGeom>
            <a:solidFill>
              <a:srgbClr val="0DB87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0" name="Agrupar 129">
            <a:extLst>
              <a:ext uri="{FF2B5EF4-FFF2-40B4-BE49-F238E27FC236}">
                <a16:creationId xmlns:a16="http://schemas.microsoft.com/office/drawing/2014/main" id="{1B109DF5-7A27-3771-35E5-888FBBC303AB}"/>
              </a:ext>
            </a:extLst>
          </p:cNvPr>
          <p:cNvGrpSpPr/>
          <p:nvPr/>
        </p:nvGrpSpPr>
        <p:grpSpPr>
          <a:xfrm>
            <a:off x="5915386" y="3255438"/>
            <a:ext cx="482645" cy="434778"/>
            <a:chOff x="6035491" y="3273631"/>
            <a:chExt cx="482645" cy="434778"/>
          </a:xfrm>
        </p:grpSpPr>
        <p:sp>
          <p:nvSpPr>
            <p:cNvPr id="22" name="Fluxograma: Conector 21">
              <a:extLst>
                <a:ext uri="{FF2B5EF4-FFF2-40B4-BE49-F238E27FC236}">
                  <a16:creationId xmlns:a16="http://schemas.microsoft.com/office/drawing/2014/main" id="{34798659-11F8-DDEE-954B-CB8756C784C2}"/>
                </a:ext>
              </a:extLst>
            </p:cNvPr>
            <p:cNvSpPr/>
            <p:nvPr/>
          </p:nvSpPr>
          <p:spPr>
            <a:xfrm>
              <a:off x="6035491" y="3273631"/>
              <a:ext cx="482645" cy="434778"/>
            </a:xfrm>
            <a:prstGeom prst="flowChartConnector">
              <a:avLst/>
            </a:prstGeom>
            <a:solidFill>
              <a:srgbClr val="DAFA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C6772EB6-EEF6-6698-8180-DF795038B08D}"/>
                </a:ext>
              </a:extLst>
            </p:cNvPr>
            <p:cNvSpPr/>
            <p:nvPr/>
          </p:nvSpPr>
          <p:spPr>
            <a:xfrm>
              <a:off x="6129921" y="3346580"/>
              <a:ext cx="293784" cy="288880"/>
            </a:xfrm>
            <a:custGeom>
              <a:avLst/>
              <a:gdLst>
                <a:gd name="connsiteX0" fmla="*/ 0 w 800597"/>
                <a:gd name="connsiteY0" fmla="*/ 29998 h 787233"/>
                <a:gd name="connsiteX1" fmla="*/ 60015 w 800597"/>
                <a:gd name="connsiteY1" fmla="*/ 29998 h 787233"/>
                <a:gd name="connsiteX2" fmla="*/ 60015 w 800597"/>
                <a:gd name="connsiteY2" fmla="*/ 727219 h 787233"/>
                <a:gd name="connsiteX3" fmla="*/ 770599 w 800597"/>
                <a:gd name="connsiteY3" fmla="*/ 727219 h 787233"/>
                <a:gd name="connsiteX4" fmla="*/ 770599 w 800597"/>
                <a:gd name="connsiteY4" fmla="*/ 787234 h 787233"/>
                <a:gd name="connsiteX5" fmla="*/ 8 w 800597"/>
                <a:gd name="connsiteY5" fmla="*/ 787234 h 787233"/>
                <a:gd name="connsiteX6" fmla="*/ 583892 w 800597"/>
                <a:gd name="connsiteY6" fmla="*/ 361478 h 787233"/>
                <a:gd name="connsiteX7" fmla="*/ 618197 w 800597"/>
                <a:gd name="connsiteY7" fmla="*/ 213840 h 787233"/>
                <a:gd name="connsiteX8" fmla="*/ 481980 w 800597"/>
                <a:gd name="connsiteY8" fmla="*/ 257670 h 787233"/>
                <a:gd name="connsiteX9" fmla="*/ 516286 w 800597"/>
                <a:gd name="connsiteY9" fmla="*/ 290040 h 787233"/>
                <a:gd name="connsiteX10" fmla="*/ 116235 w 800597"/>
                <a:gd name="connsiteY10" fmla="*/ 572923 h 787233"/>
                <a:gd name="connsiteX11" fmla="*/ 554386 w 800597"/>
                <a:gd name="connsiteY11" fmla="*/ 331007 h 787233"/>
                <a:gd name="connsiteX12" fmla="*/ 580060 w 800597"/>
                <a:gd name="connsiteY12" fmla="*/ 396712 h 787233"/>
                <a:gd name="connsiteX13" fmla="*/ 580060 w 800597"/>
                <a:gd name="connsiteY13" fmla="*/ 700541 h 787233"/>
                <a:gd name="connsiteX14" fmla="*/ 647703 w 800597"/>
                <a:gd name="connsiteY14" fmla="*/ 700541 h 787233"/>
                <a:gd name="connsiteX15" fmla="*/ 647703 w 800597"/>
                <a:gd name="connsiteY15" fmla="*/ 396712 h 787233"/>
                <a:gd name="connsiteX16" fmla="*/ 464826 w 800597"/>
                <a:gd name="connsiteY16" fmla="*/ 478606 h 787233"/>
                <a:gd name="connsiteX17" fmla="*/ 464826 w 800597"/>
                <a:gd name="connsiteY17" fmla="*/ 701471 h 787233"/>
                <a:gd name="connsiteX18" fmla="*/ 532469 w 800597"/>
                <a:gd name="connsiteY18" fmla="*/ 701471 h 787233"/>
                <a:gd name="connsiteX19" fmla="*/ 532432 w 800597"/>
                <a:gd name="connsiteY19" fmla="*/ 478606 h 787233"/>
                <a:gd name="connsiteX20" fmla="*/ 349555 w 800597"/>
                <a:gd name="connsiteY20" fmla="*/ 540518 h 787233"/>
                <a:gd name="connsiteX21" fmla="*/ 349555 w 800597"/>
                <a:gd name="connsiteY21" fmla="*/ 701471 h 787233"/>
                <a:gd name="connsiteX22" fmla="*/ 417197 w 800597"/>
                <a:gd name="connsiteY22" fmla="*/ 701471 h 787233"/>
                <a:gd name="connsiteX23" fmla="*/ 417197 w 800597"/>
                <a:gd name="connsiteY23" fmla="*/ 540518 h 787233"/>
                <a:gd name="connsiteX24" fmla="*/ 234321 w 800597"/>
                <a:gd name="connsiteY24" fmla="*/ 586246 h 787233"/>
                <a:gd name="connsiteX25" fmla="*/ 234321 w 800597"/>
                <a:gd name="connsiteY25" fmla="*/ 701517 h 787233"/>
                <a:gd name="connsiteX26" fmla="*/ 301964 w 800597"/>
                <a:gd name="connsiteY26" fmla="*/ 701517 h 787233"/>
                <a:gd name="connsiteX27" fmla="*/ 301927 w 800597"/>
                <a:gd name="connsiteY27" fmla="*/ 586246 h 787233"/>
                <a:gd name="connsiteX28" fmla="*/ 119050 w 800597"/>
                <a:gd name="connsiteY28" fmla="*/ 625313 h 787233"/>
                <a:gd name="connsiteX29" fmla="*/ 119050 w 800597"/>
                <a:gd name="connsiteY29" fmla="*/ 700546 h 787233"/>
                <a:gd name="connsiteX30" fmla="*/ 186692 w 800597"/>
                <a:gd name="connsiteY30" fmla="*/ 700546 h 787233"/>
                <a:gd name="connsiteX31" fmla="*/ 186692 w 800597"/>
                <a:gd name="connsiteY31" fmla="*/ 625313 h 787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00597" h="787233">
                  <a:moveTo>
                    <a:pt x="0" y="29998"/>
                  </a:moveTo>
                  <a:cubicBezTo>
                    <a:pt x="0" y="-9999"/>
                    <a:pt x="60015" y="-9999"/>
                    <a:pt x="60015" y="29998"/>
                  </a:cubicBezTo>
                  <a:lnTo>
                    <a:pt x="60015" y="727219"/>
                  </a:lnTo>
                  <a:lnTo>
                    <a:pt x="770599" y="727219"/>
                  </a:lnTo>
                  <a:cubicBezTo>
                    <a:pt x="810597" y="727219"/>
                    <a:pt x="810597" y="787234"/>
                    <a:pt x="770599" y="787234"/>
                  </a:cubicBezTo>
                  <a:lnTo>
                    <a:pt x="8" y="787234"/>
                  </a:lnTo>
                  <a:close/>
                  <a:moveTo>
                    <a:pt x="583892" y="361478"/>
                  </a:moveTo>
                  <a:lnTo>
                    <a:pt x="618197" y="213840"/>
                  </a:lnTo>
                  <a:lnTo>
                    <a:pt x="481980" y="257670"/>
                  </a:lnTo>
                  <a:lnTo>
                    <a:pt x="516286" y="290040"/>
                  </a:lnTo>
                  <a:cubicBezTo>
                    <a:pt x="411511" y="419599"/>
                    <a:pt x="272426" y="517669"/>
                    <a:pt x="116235" y="572923"/>
                  </a:cubicBezTo>
                  <a:cubicBezTo>
                    <a:pt x="283895" y="540553"/>
                    <a:pt x="438190" y="456728"/>
                    <a:pt x="554386" y="331007"/>
                  </a:cubicBezTo>
                  <a:close/>
                  <a:moveTo>
                    <a:pt x="580060" y="396712"/>
                  </a:moveTo>
                  <a:lnTo>
                    <a:pt x="580060" y="700541"/>
                  </a:lnTo>
                  <a:lnTo>
                    <a:pt x="647703" y="700541"/>
                  </a:lnTo>
                  <a:lnTo>
                    <a:pt x="647703" y="396712"/>
                  </a:lnTo>
                  <a:close/>
                  <a:moveTo>
                    <a:pt x="464826" y="478606"/>
                  </a:moveTo>
                  <a:lnTo>
                    <a:pt x="464826" y="701471"/>
                  </a:lnTo>
                  <a:lnTo>
                    <a:pt x="532469" y="701471"/>
                  </a:lnTo>
                  <a:lnTo>
                    <a:pt x="532432" y="478606"/>
                  </a:lnTo>
                  <a:close/>
                  <a:moveTo>
                    <a:pt x="349555" y="540518"/>
                  </a:moveTo>
                  <a:lnTo>
                    <a:pt x="349555" y="701471"/>
                  </a:lnTo>
                  <a:lnTo>
                    <a:pt x="417197" y="701471"/>
                  </a:lnTo>
                  <a:lnTo>
                    <a:pt x="417197" y="540518"/>
                  </a:lnTo>
                  <a:close/>
                  <a:moveTo>
                    <a:pt x="234321" y="586246"/>
                  </a:moveTo>
                  <a:lnTo>
                    <a:pt x="234321" y="701517"/>
                  </a:lnTo>
                  <a:lnTo>
                    <a:pt x="301964" y="701517"/>
                  </a:lnTo>
                  <a:lnTo>
                    <a:pt x="301927" y="586246"/>
                  </a:lnTo>
                  <a:close/>
                  <a:moveTo>
                    <a:pt x="119050" y="625313"/>
                  </a:moveTo>
                  <a:lnTo>
                    <a:pt x="119050" y="700546"/>
                  </a:lnTo>
                  <a:lnTo>
                    <a:pt x="186692" y="700546"/>
                  </a:lnTo>
                  <a:lnTo>
                    <a:pt x="186692" y="625313"/>
                  </a:lnTo>
                  <a:close/>
                </a:path>
              </a:pathLst>
            </a:custGeom>
            <a:solidFill>
              <a:srgbClr val="0DB87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59" name="Agrupar 158">
            <a:extLst>
              <a:ext uri="{FF2B5EF4-FFF2-40B4-BE49-F238E27FC236}">
                <a16:creationId xmlns:a16="http://schemas.microsoft.com/office/drawing/2014/main" id="{DE4AF97D-E33A-B472-3BD5-A243D10A3014}"/>
              </a:ext>
            </a:extLst>
          </p:cNvPr>
          <p:cNvGrpSpPr/>
          <p:nvPr/>
        </p:nvGrpSpPr>
        <p:grpSpPr>
          <a:xfrm>
            <a:off x="9497565" y="3255438"/>
            <a:ext cx="482645" cy="434778"/>
            <a:chOff x="9561850" y="3277795"/>
            <a:chExt cx="482645" cy="434778"/>
          </a:xfrm>
        </p:grpSpPr>
        <p:sp>
          <p:nvSpPr>
            <p:cNvPr id="23" name="Fluxograma: Conector 22">
              <a:extLst>
                <a:ext uri="{FF2B5EF4-FFF2-40B4-BE49-F238E27FC236}">
                  <a16:creationId xmlns:a16="http://schemas.microsoft.com/office/drawing/2014/main" id="{8C7A1090-C0AE-A981-2947-03E3DD0E5175}"/>
                </a:ext>
              </a:extLst>
            </p:cNvPr>
            <p:cNvSpPr/>
            <p:nvPr/>
          </p:nvSpPr>
          <p:spPr>
            <a:xfrm>
              <a:off x="9561850" y="3277795"/>
              <a:ext cx="482645" cy="434778"/>
            </a:xfrm>
            <a:prstGeom prst="flowChartConnector">
              <a:avLst/>
            </a:prstGeom>
            <a:solidFill>
              <a:srgbClr val="DAFA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57" name="Agrupar 156">
              <a:extLst>
                <a:ext uri="{FF2B5EF4-FFF2-40B4-BE49-F238E27FC236}">
                  <a16:creationId xmlns:a16="http://schemas.microsoft.com/office/drawing/2014/main" id="{8F3BAE32-8966-DB6E-54A8-22A0855436AC}"/>
                </a:ext>
              </a:extLst>
            </p:cNvPr>
            <p:cNvGrpSpPr/>
            <p:nvPr/>
          </p:nvGrpSpPr>
          <p:grpSpPr>
            <a:xfrm>
              <a:off x="9669372" y="3376251"/>
              <a:ext cx="267600" cy="237866"/>
              <a:chOff x="10325751" y="21667"/>
              <a:chExt cx="685800" cy="609600"/>
            </a:xfrm>
            <a:solidFill>
              <a:srgbClr val="0DB87F"/>
            </a:solidFill>
          </p:grpSpPr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15B50CCB-512C-7BDB-3A05-706D249D0D34}"/>
                  </a:ext>
                </a:extLst>
              </p:cNvPr>
              <p:cNvSpPr/>
              <p:nvPr/>
            </p:nvSpPr>
            <p:spPr>
              <a:xfrm>
                <a:off x="10497198" y="516967"/>
                <a:ext cx="342900" cy="114300"/>
              </a:xfrm>
              <a:custGeom>
                <a:avLst/>
                <a:gdLst>
                  <a:gd name="connsiteX0" fmla="*/ 224917 w 342900"/>
                  <a:gd name="connsiteY0" fmla="*/ 0 h 114300"/>
                  <a:gd name="connsiteX1" fmla="*/ 243557 w 342900"/>
                  <a:gd name="connsiteY1" fmla="*/ 49671 h 114300"/>
                  <a:gd name="connsiteX2" fmla="*/ 281843 w 342900"/>
                  <a:gd name="connsiteY2" fmla="*/ 76200 h 114300"/>
                  <a:gd name="connsiteX3" fmla="*/ 323850 w 342900"/>
                  <a:gd name="connsiteY3" fmla="*/ 76200 h 114300"/>
                  <a:gd name="connsiteX4" fmla="*/ 342900 w 342900"/>
                  <a:gd name="connsiteY4" fmla="*/ 95250 h 114300"/>
                  <a:gd name="connsiteX5" fmla="*/ 323850 w 342900"/>
                  <a:gd name="connsiteY5" fmla="*/ 114300 h 114300"/>
                  <a:gd name="connsiteX6" fmla="*/ 19050 w 342900"/>
                  <a:gd name="connsiteY6" fmla="*/ 114300 h 114300"/>
                  <a:gd name="connsiteX7" fmla="*/ 0 w 342900"/>
                  <a:gd name="connsiteY7" fmla="*/ 95250 h 114300"/>
                  <a:gd name="connsiteX8" fmla="*/ 19050 w 342900"/>
                  <a:gd name="connsiteY8" fmla="*/ 76200 h 114300"/>
                  <a:gd name="connsiteX9" fmla="*/ 61057 w 342900"/>
                  <a:gd name="connsiteY9" fmla="*/ 76200 h 114300"/>
                  <a:gd name="connsiteX10" fmla="*/ 99343 w 342900"/>
                  <a:gd name="connsiteY10" fmla="*/ 49671 h 114300"/>
                  <a:gd name="connsiteX11" fmla="*/ 117983 w 342900"/>
                  <a:gd name="connsiteY11" fmla="*/ 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2900" h="114300">
                    <a:moveTo>
                      <a:pt x="224917" y="0"/>
                    </a:moveTo>
                    <a:lnTo>
                      <a:pt x="243557" y="49671"/>
                    </a:lnTo>
                    <a:cubicBezTo>
                      <a:pt x="249547" y="65633"/>
                      <a:pt x="264803" y="76200"/>
                      <a:pt x="281843" y="76200"/>
                    </a:cubicBezTo>
                    <a:lnTo>
                      <a:pt x="323850" y="76200"/>
                    </a:lnTo>
                    <a:cubicBezTo>
                      <a:pt x="334380" y="76200"/>
                      <a:pt x="342900" y="84720"/>
                      <a:pt x="342900" y="95250"/>
                    </a:cubicBezTo>
                    <a:cubicBezTo>
                      <a:pt x="342900" y="105780"/>
                      <a:pt x="334380" y="114300"/>
                      <a:pt x="323850" y="114300"/>
                    </a:cubicBezTo>
                    <a:lnTo>
                      <a:pt x="19050" y="114300"/>
                    </a:lnTo>
                    <a:cubicBezTo>
                      <a:pt x="8520" y="114300"/>
                      <a:pt x="0" y="105780"/>
                      <a:pt x="0" y="95250"/>
                    </a:cubicBezTo>
                    <a:cubicBezTo>
                      <a:pt x="0" y="84720"/>
                      <a:pt x="8520" y="76200"/>
                      <a:pt x="19050" y="76200"/>
                    </a:cubicBezTo>
                    <a:lnTo>
                      <a:pt x="61057" y="76200"/>
                    </a:lnTo>
                    <a:cubicBezTo>
                      <a:pt x="78098" y="76200"/>
                      <a:pt x="93353" y="65633"/>
                      <a:pt x="99343" y="49671"/>
                    </a:cubicBezTo>
                    <a:lnTo>
                      <a:pt x="1179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6" name="Forma Livre: Forma 145">
                <a:extLst>
                  <a:ext uri="{FF2B5EF4-FFF2-40B4-BE49-F238E27FC236}">
                    <a16:creationId xmlns:a16="http://schemas.microsoft.com/office/drawing/2014/main" id="{BAB51D33-D8E0-099D-18DB-7A28248DB1C9}"/>
                  </a:ext>
                </a:extLst>
              </p:cNvPr>
              <p:cNvSpPr/>
              <p:nvPr/>
            </p:nvSpPr>
            <p:spPr>
              <a:xfrm>
                <a:off x="10325751" y="402667"/>
                <a:ext cx="685800" cy="76200"/>
              </a:xfrm>
              <a:custGeom>
                <a:avLst/>
                <a:gdLst>
                  <a:gd name="connsiteX0" fmla="*/ 685800 w 685800"/>
                  <a:gd name="connsiteY0" fmla="*/ 0 h 76200"/>
                  <a:gd name="connsiteX1" fmla="*/ 685800 w 685800"/>
                  <a:gd name="connsiteY1" fmla="*/ 38100 h 76200"/>
                  <a:gd name="connsiteX2" fmla="*/ 647700 w 685800"/>
                  <a:gd name="connsiteY2" fmla="*/ 76200 h 76200"/>
                  <a:gd name="connsiteX3" fmla="*/ 38100 w 685800"/>
                  <a:gd name="connsiteY3" fmla="*/ 76200 h 76200"/>
                  <a:gd name="connsiteX4" fmla="*/ 0 w 685800"/>
                  <a:gd name="connsiteY4" fmla="*/ 38100 h 76200"/>
                  <a:gd name="connsiteX5" fmla="*/ 0 w 685800"/>
                  <a:gd name="connsiteY5" fmla="*/ 0 h 76200"/>
                  <a:gd name="connsiteX6" fmla="*/ 314325 w 685800"/>
                  <a:gd name="connsiteY6" fmla="*/ 19050 h 76200"/>
                  <a:gd name="connsiteX7" fmla="*/ 295275 w 685800"/>
                  <a:gd name="connsiteY7" fmla="*/ 38100 h 76200"/>
                  <a:gd name="connsiteX8" fmla="*/ 314325 w 685800"/>
                  <a:gd name="connsiteY8" fmla="*/ 57150 h 76200"/>
                  <a:gd name="connsiteX9" fmla="*/ 371475 w 685800"/>
                  <a:gd name="connsiteY9" fmla="*/ 57150 h 76200"/>
                  <a:gd name="connsiteX10" fmla="*/ 390525 w 685800"/>
                  <a:gd name="connsiteY10" fmla="*/ 38100 h 76200"/>
                  <a:gd name="connsiteX11" fmla="*/ 371475 w 685800"/>
                  <a:gd name="connsiteY11" fmla="*/ 1905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" h="76200">
                    <a:moveTo>
                      <a:pt x="685800" y="0"/>
                    </a:moveTo>
                    <a:lnTo>
                      <a:pt x="685800" y="38100"/>
                    </a:lnTo>
                    <a:cubicBezTo>
                      <a:pt x="685800" y="59159"/>
                      <a:pt x="668759" y="76200"/>
                      <a:pt x="647700" y="76200"/>
                    </a:cubicBezTo>
                    <a:lnTo>
                      <a:pt x="38100" y="76200"/>
                    </a:lnTo>
                    <a:cubicBezTo>
                      <a:pt x="17041" y="76200"/>
                      <a:pt x="0" y="59159"/>
                      <a:pt x="0" y="38100"/>
                    </a:cubicBezTo>
                    <a:lnTo>
                      <a:pt x="0" y="0"/>
                    </a:lnTo>
                    <a:close/>
                    <a:moveTo>
                      <a:pt x="314325" y="19050"/>
                    </a:moveTo>
                    <a:cubicBezTo>
                      <a:pt x="303795" y="19050"/>
                      <a:pt x="295275" y="27570"/>
                      <a:pt x="295275" y="38100"/>
                    </a:cubicBezTo>
                    <a:cubicBezTo>
                      <a:pt x="295275" y="48630"/>
                      <a:pt x="303795" y="57150"/>
                      <a:pt x="314325" y="57150"/>
                    </a:cubicBezTo>
                    <a:lnTo>
                      <a:pt x="371475" y="57150"/>
                    </a:lnTo>
                    <a:cubicBezTo>
                      <a:pt x="382005" y="57150"/>
                      <a:pt x="390525" y="48630"/>
                      <a:pt x="390525" y="38100"/>
                    </a:cubicBezTo>
                    <a:cubicBezTo>
                      <a:pt x="390525" y="27570"/>
                      <a:pt x="382005" y="19050"/>
                      <a:pt x="371475" y="1905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2" name="Forma Livre: Forma 151">
                <a:extLst>
                  <a:ext uri="{FF2B5EF4-FFF2-40B4-BE49-F238E27FC236}">
                    <a16:creationId xmlns:a16="http://schemas.microsoft.com/office/drawing/2014/main" id="{6006E5D9-D5E8-5D90-AC98-A90105207875}"/>
                  </a:ext>
                </a:extLst>
              </p:cNvPr>
              <p:cNvSpPr/>
              <p:nvPr/>
            </p:nvSpPr>
            <p:spPr>
              <a:xfrm>
                <a:off x="10459845" y="181661"/>
                <a:ext cx="2939" cy="2864"/>
              </a:xfrm>
              <a:custGeom>
                <a:avLst/>
                <a:gdLst>
                  <a:gd name="connsiteX0" fmla="*/ 2046 w 2939"/>
                  <a:gd name="connsiteY0" fmla="*/ 112 h 2864"/>
                  <a:gd name="connsiteX1" fmla="*/ 2790 w 2939"/>
                  <a:gd name="connsiteY1" fmla="*/ 893 h 2864"/>
                  <a:gd name="connsiteX2" fmla="*/ 2939 w 2939"/>
                  <a:gd name="connsiteY2" fmla="*/ 1414 h 2864"/>
                  <a:gd name="connsiteX3" fmla="*/ 2790 w 2939"/>
                  <a:gd name="connsiteY3" fmla="*/ 1972 h 2864"/>
                  <a:gd name="connsiteX4" fmla="*/ 1451 w 2939"/>
                  <a:gd name="connsiteY4" fmla="*/ 2865 h 2864"/>
                  <a:gd name="connsiteX5" fmla="*/ 112 w 2939"/>
                  <a:gd name="connsiteY5" fmla="*/ 1972 h 2864"/>
                  <a:gd name="connsiteX6" fmla="*/ 0 w 2939"/>
                  <a:gd name="connsiteY6" fmla="*/ 1414 h 2864"/>
                  <a:gd name="connsiteX7" fmla="*/ 1451 w 2939"/>
                  <a:gd name="connsiteY7" fmla="*/ 0 h 2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39" h="2864">
                    <a:moveTo>
                      <a:pt x="2046" y="112"/>
                    </a:moveTo>
                    <a:cubicBezTo>
                      <a:pt x="2381" y="260"/>
                      <a:pt x="2679" y="521"/>
                      <a:pt x="2790" y="893"/>
                    </a:cubicBezTo>
                    <a:lnTo>
                      <a:pt x="2939" y="1414"/>
                    </a:lnTo>
                    <a:lnTo>
                      <a:pt x="2790" y="1972"/>
                    </a:lnTo>
                    <a:cubicBezTo>
                      <a:pt x="2604" y="2493"/>
                      <a:pt x="2084" y="2865"/>
                      <a:pt x="1451" y="2865"/>
                    </a:cubicBezTo>
                    <a:cubicBezTo>
                      <a:pt x="819" y="2865"/>
                      <a:pt x="335" y="2493"/>
                      <a:pt x="112" y="1972"/>
                    </a:cubicBezTo>
                    <a:lnTo>
                      <a:pt x="0" y="1414"/>
                    </a:lnTo>
                    <a:cubicBezTo>
                      <a:pt x="0" y="670"/>
                      <a:pt x="633" y="0"/>
                      <a:pt x="145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3" name="Forma Livre: Forma 152">
                <a:extLst>
                  <a:ext uri="{FF2B5EF4-FFF2-40B4-BE49-F238E27FC236}">
                    <a16:creationId xmlns:a16="http://schemas.microsoft.com/office/drawing/2014/main" id="{EF265780-177B-2959-E9C7-FA9265952BB5}"/>
                  </a:ext>
                </a:extLst>
              </p:cNvPr>
              <p:cNvSpPr/>
              <p:nvPr/>
            </p:nvSpPr>
            <p:spPr>
              <a:xfrm>
                <a:off x="10417054" y="103486"/>
                <a:ext cx="179932" cy="180342"/>
              </a:xfrm>
              <a:custGeom>
                <a:avLst/>
                <a:gdLst>
                  <a:gd name="connsiteX0" fmla="*/ 89966 w 179932"/>
                  <a:gd name="connsiteY0" fmla="*/ 0 h 180342"/>
                  <a:gd name="connsiteX1" fmla="*/ 179933 w 179932"/>
                  <a:gd name="connsiteY1" fmla="*/ 90152 h 180342"/>
                  <a:gd name="connsiteX2" fmla="*/ 89966 w 179932"/>
                  <a:gd name="connsiteY2" fmla="*/ 180343 h 180342"/>
                  <a:gd name="connsiteX3" fmla="*/ 0 w 179932"/>
                  <a:gd name="connsiteY3" fmla="*/ 90152 h 180342"/>
                  <a:gd name="connsiteX4" fmla="*/ 89966 w 179932"/>
                  <a:gd name="connsiteY4" fmla="*/ 0 h 180342"/>
                  <a:gd name="connsiteX5" fmla="*/ 89966 w 179932"/>
                  <a:gd name="connsiteY5" fmla="*/ 106337 h 180342"/>
                  <a:gd name="connsiteX6" fmla="*/ 53317 w 179932"/>
                  <a:gd name="connsiteY6" fmla="*/ 142986 h 180342"/>
                  <a:gd name="connsiteX7" fmla="*/ 89966 w 179932"/>
                  <a:gd name="connsiteY7" fmla="*/ 179673 h 180342"/>
                  <a:gd name="connsiteX8" fmla="*/ 126616 w 179932"/>
                  <a:gd name="connsiteY8" fmla="*/ 142986 h 180342"/>
                  <a:gd name="connsiteX9" fmla="*/ 108942 w 179932"/>
                  <a:gd name="connsiteY9" fmla="*/ 124011 h 180342"/>
                  <a:gd name="connsiteX10" fmla="*/ 91901 w 179932"/>
                  <a:gd name="connsiteY10" fmla="*/ 106449 h 180342"/>
                  <a:gd name="connsiteX11" fmla="*/ 44239 w 179932"/>
                  <a:gd name="connsiteY11" fmla="*/ 42937 h 180342"/>
                  <a:gd name="connsiteX12" fmla="*/ 7665 w 179932"/>
                  <a:gd name="connsiteY12" fmla="*/ 77688 h 180342"/>
                  <a:gd name="connsiteX13" fmla="*/ 7628 w 179932"/>
                  <a:gd name="connsiteY13" fmla="*/ 79585 h 180342"/>
                  <a:gd name="connsiteX14" fmla="*/ 7665 w 179932"/>
                  <a:gd name="connsiteY14" fmla="*/ 81483 h 180342"/>
                  <a:gd name="connsiteX15" fmla="*/ 44239 w 179932"/>
                  <a:gd name="connsiteY15" fmla="*/ 116271 h 180342"/>
                  <a:gd name="connsiteX16" fmla="*/ 80888 w 179932"/>
                  <a:gd name="connsiteY16" fmla="*/ 79585 h 180342"/>
                  <a:gd name="connsiteX17" fmla="*/ 46137 w 179932"/>
                  <a:gd name="connsiteY17" fmla="*/ 42972 h 180342"/>
                  <a:gd name="connsiteX18" fmla="*/ 152367 w 179932"/>
                  <a:gd name="connsiteY18" fmla="*/ 35012 h 180342"/>
                  <a:gd name="connsiteX19" fmla="*/ 104965 w 179932"/>
                  <a:gd name="connsiteY19" fmla="*/ 22287 h 180342"/>
                  <a:gd name="connsiteX20" fmla="*/ 103290 w 179932"/>
                  <a:gd name="connsiteY20" fmla="*/ 23217 h 180342"/>
                  <a:gd name="connsiteX21" fmla="*/ 96333 w 179932"/>
                  <a:gd name="connsiteY21" fmla="*/ 49225 h 180342"/>
                  <a:gd name="connsiteX22" fmla="*/ 115308 w 179932"/>
                  <a:gd name="connsiteY22" fmla="*/ 58564 h 180342"/>
                  <a:gd name="connsiteX23" fmla="*/ 113932 w 179932"/>
                  <a:gd name="connsiteY23" fmla="*/ 79736 h 180342"/>
                  <a:gd name="connsiteX24" fmla="*/ 139940 w 179932"/>
                  <a:gd name="connsiteY24" fmla="*/ 86693 h 180342"/>
                  <a:gd name="connsiteX25" fmla="*/ 154264 w 179932"/>
                  <a:gd name="connsiteY25" fmla="*/ 38287 h 180342"/>
                  <a:gd name="connsiteX26" fmla="*/ 153334 w 179932"/>
                  <a:gd name="connsiteY26" fmla="*/ 36613 h 180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79932" h="180342">
                    <a:moveTo>
                      <a:pt x="89966" y="0"/>
                    </a:moveTo>
                    <a:cubicBezTo>
                      <a:pt x="139637" y="0"/>
                      <a:pt x="179933" y="40333"/>
                      <a:pt x="179933" y="90152"/>
                    </a:cubicBezTo>
                    <a:cubicBezTo>
                      <a:pt x="179933" y="139973"/>
                      <a:pt x="139637" y="180304"/>
                      <a:pt x="89966" y="180343"/>
                    </a:cubicBezTo>
                    <a:cubicBezTo>
                      <a:pt x="40296" y="180305"/>
                      <a:pt x="0" y="139973"/>
                      <a:pt x="0" y="90152"/>
                    </a:cubicBezTo>
                    <a:cubicBezTo>
                      <a:pt x="0" y="40332"/>
                      <a:pt x="40296" y="0"/>
                      <a:pt x="89966" y="0"/>
                    </a:cubicBezTo>
                    <a:close/>
                    <a:moveTo>
                      <a:pt x="89966" y="106337"/>
                    </a:moveTo>
                    <a:cubicBezTo>
                      <a:pt x="69689" y="106337"/>
                      <a:pt x="53317" y="122783"/>
                      <a:pt x="53317" y="142986"/>
                    </a:cubicBezTo>
                    <a:cubicBezTo>
                      <a:pt x="53317" y="163227"/>
                      <a:pt x="69689" y="179673"/>
                      <a:pt x="89966" y="179673"/>
                    </a:cubicBezTo>
                    <a:cubicBezTo>
                      <a:pt x="110244" y="179673"/>
                      <a:pt x="126579" y="163227"/>
                      <a:pt x="126616" y="142986"/>
                    </a:cubicBezTo>
                    <a:cubicBezTo>
                      <a:pt x="126579" y="132940"/>
                      <a:pt x="118802" y="124718"/>
                      <a:pt x="108942" y="124011"/>
                    </a:cubicBezTo>
                    <a:cubicBezTo>
                      <a:pt x="108272" y="114783"/>
                      <a:pt x="101054" y="107379"/>
                      <a:pt x="91901" y="106449"/>
                    </a:cubicBezTo>
                    <a:close/>
                    <a:moveTo>
                      <a:pt x="44239" y="42937"/>
                    </a:moveTo>
                    <a:cubicBezTo>
                      <a:pt x="24631" y="42937"/>
                      <a:pt x="8632" y="58378"/>
                      <a:pt x="7665" y="77688"/>
                    </a:cubicBezTo>
                    <a:lnTo>
                      <a:pt x="7628" y="79585"/>
                    </a:lnTo>
                    <a:lnTo>
                      <a:pt x="7665" y="81483"/>
                    </a:lnTo>
                    <a:cubicBezTo>
                      <a:pt x="8632" y="100830"/>
                      <a:pt x="24631" y="116271"/>
                      <a:pt x="44239" y="116271"/>
                    </a:cubicBezTo>
                    <a:cubicBezTo>
                      <a:pt x="64517" y="116271"/>
                      <a:pt x="80888" y="99825"/>
                      <a:pt x="80888" y="79585"/>
                    </a:cubicBezTo>
                    <a:cubicBezTo>
                      <a:pt x="80888" y="60014"/>
                      <a:pt x="65522" y="43977"/>
                      <a:pt x="46137" y="42972"/>
                    </a:cubicBezTo>
                    <a:close/>
                    <a:moveTo>
                      <a:pt x="152367" y="35012"/>
                    </a:moveTo>
                    <a:cubicBezTo>
                      <a:pt x="142209" y="19236"/>
                      <a:pt x="121670" y="13729"/>
                      <a:pt x="104965" y="22287"/>
                    </a:cubicBezTo>
                    <a:lnTo>
                      <a:pt x="103290" y="23217"/>
                    </a:lnTo>
                    <a:cubicBezTo>
                      <a:pt x="94175" y="28464"/>
                      <a:pt x="91087" y="40109"/>
                      <a:pt x="96333" y="49225"/>
                    </a:cubicBezTo>
                    <a:cubicBezTo>
                      <a:pt x="100314" y="56072"/>
                      <a:pt x="107904" y="59532"/>
                      <a:pt x="115308" y="58564"/>
                    </a:cubicBezTo>
                    <a:cubicBezTo>
                      <a:pt x="110732" y="64518"/>
                      <a:pt x="109950" y="72852"/>
                      <a:pt x="113932" y="79736"/>
                    </a:cubicBezTo>
                    <a:cubicBezTo>
                      <a:pt x="119178" y="88851"/>
                      <a:pt x="130860" y="91939"/>
                      <a:pt x="139940" y="86693"/>
                    </a:cubicBezTo>
                    <a:cubicBezTo>
                      <a:pt x="156906" y="76871"/>
                      <a:pt x="163082" y="55514"/>
                      <a:pt x="154264" y="38287"/>
                    </a:cubicBezTo>
                    <a:lnTo>
                      <a:pt x="153334" y="3661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4" name="Forma Livre: Forma 153">
                <a:extLst>
                  <a:ext uri="{FF2B5EF4-FFF2-40B4-BE49-F238E27FC236}">
                    <a16:creationId xmlns:a16="http://schemas.microsoft.com/office/drawing/2014/main" id="{21A6A76F-0F92-5DD0-6F85-8BC5EBA407B0}"/>
                  </a:ext>
                </a:extLst>
              </p:cNvPr>
              <p:cNvSpPr/>
              <p:nvPr/>
            </p:nvSpPr>
            <p:spPr>
              <a:xfrm>
                <a:off x="10325751" y="21667"/>
                <a:ext cx="685800" cy="342900"/>
              </a:xfrm>
              <a:custGeom>
                <a:avLst/>
                <a:gdLst>
                  <a:gd name="connsiteX0" fmla="*/ 647700 w 685800"/>
                  <a:gd name="connsiteY0" fmla="*/ 0 h 342900"/>
                  <a:gd name="connsiteX1" fmla="*/ 685800 w 685800"/>
                  <a:gd name="connsiteY1" fmla="*/ 38100 h 342900"/>
                  <a:gd name="connsiteX2" fmla="*/ 685800 w 685800"/>
                  <a:gd name="connsiteY2" fmla="*/ 342900 h 342900"/>
                  <a:gd name="connsiteX3" fmla="*/ 0 w 685800"/>
                  <a:gd name="connsiteY3" fmla="*/ 342900 h 342900"/>
                  <a:gd name="connsiteX4" fmla="*/ 0 w 685800"/>
                  <a:gd name="connsiteY4" fmla="*/ 38100 h 342900"/>
                  <a:gd name="connsiteX5" fmla="*/ 38100 w 685800"/>
                  <a:gd name="connsiteY5" fmla="*/ 0 h 342900"/>
                  <a:gd name="connsiteX6" fmla="*/ 208845 w 685800"/>
                  <a:gd name="connsiteY6" fmla="*/ 29580 h 342900"/>
                  <a:gd name="connsiteX7" fmla="*/ 183284 w 685800"/>
                  <a:gd name="connsiteY7" fmla="*/ 21059 h 342900"/>
                  <a:gd name="connsiteX8" fmla="*/ 161517 w 685800"/>
                  <a:gd name="connsiteY8" fmla="*/ 45244 h 342900"/>
                  <a:gd name="connsiteX9" fmla="*/ 148793 w 685800"/>
                  <a:gd name="connsiteY9" fmla="*/ 47886 h 342900"/>
                  <a:gd name="connsiteX10" fmla="*/ 144291 w 685800"/>
                  <a:gd name="connsiteY10" fmla="*/ 28166 h 342900"/>
                  <a:gd name="connsiteX11" fmla="*/ 117353 w 685800"/>
                  <a:gd name="connsiteY11" fmla="*/ 28166 h 342900"/>
                  <a:gd name="connsiteX12" fmla="*/ 104331 w 685800"/>
                  <a:gd name="connsiteY12" fmla="*/ 69429 h 342900"/>
                  <a:gd name="connsiteX13" fmla="*/ 95029 w 685800"/>
                  <a:gd name="connsiteY13" fmla="*/ 77131 h 342900"/>
                  <a:gd name="connsiteX14" fmla="*/ 80964 w 685800"/>
                  <a:gd name="connsiteY14" fmla="*/ 58453 h 342900"/>
                  <a:gd name="connsiteX15" fmla="*/ 57598 w 685800"/>
                  <a:gd name="connsiteY15" fmla="*/ 71922 h 342900"/>
                  <a:gd name="connsiteX16" fmla="*/ 66937 w 685800"/>
                  <a:gd name="connsiteY16" fmla="*/ 114152 h 342900"/>
                  <a:gd name="connsiteX17" fmla="*/ 63180 w 685800"/>
                  <a:gd name="connsiteY17" fmla="*/ 122226 h 342900"/>
                  <a:gd name="connsiteX18" fmla="*/ 38139 w 685800"/>
                  <a:gd name="connsiteY18" fmla="*/ 116720 h 342900"/>
                  <a:gd name="connsiteX19" fmla="*/ 31107 w 685800"/>
                  <a:gd name="connsiteY19" fmla="*/ 142728 h 342900"/>
                  <a:gd name="connsiteX20" fmla="*/ 53543 w 685800"/>
                  <a:gd name="connsiteY20" fmla="*/ 162373 h 342900"/>
                  <a:gd name="connsiteX21" fmla="*/ 53208 w 685800"/>
                  <a:gd name="connsiteY21" fmla="*/ 171972 h 342900"/>
                  <a:gd name="connsiteX22" fmla="*/ 53692 w 685800"/>
                  <a:gd name="connsiteY22" fmla="*/ 183060 h 342900"/>
                  <a:gd name="connsiteX23" fmla="*/ 48781 w 685800"/>
                  <a:gd name="connsiteY23" fmla="*/ 184884 h 342900"/>
                  <a:gd name="connsiteX24" fmla="*/ 28614 w 685800"/>
                  <a:gd name="connsiteY24" fmla="*/ 202743 h 342900"/>
                  <a:gd name="connsiteX25" fmla="*/ 46474 w 685800"/>
                  <a:gd name="connsiteY25" fmla="*/ 222946 h 342900"/>
                  <a:gd name="connsiteX26" fmla="*/ 62845 w 685800"/>
                  <a:gd name="connsiteY26" fmla="*/ 220900 h 342900"/>
                  <a:gd name="connsiteX27" fmla="*/ 68240 w 685800"/>
                  <a:gd name="connsiteY27" fmla="*/ 232360 h 342900"/>
                  <a:gd name="connsiteX28" fmla="*/ 59274 w 685800"/>
                  <a:gd name="connsiteY28" fmla="*/ 241699 h 342900"/>
                  <a:gd name="connsiteX29" fmla="*/ 47107 w 685800"/>
                  <a:gd name="connsiteY29" fmla="*/ 265734 h 342900"/>
                  <a:gd name="connsiteX30" fmla="*/ 71143 w 685800"/>
                  <a:gd name="connsiteY30" fmla="*/ 277900 h 342900"/>
                  <a:gd name="connsiteX31" fmla="*/ 92574 w 685800"/>
                  <a:gd name="connsiteY31" fmla="*/ 264506 h 342900"/>
                  <a:gd name="connsiteX32" fmla="*/ 104480 w 685800"/>
                  <a:gd name="connsiteY32" fmla="*/ 274627 h 342900"/>
                  <a:gd name="connsiteX33" fmla="*/ 101504 w 685800"/>
                  <a:gd name="connsiteY33" fmla="*/ 276226 h 342900"/>
                  <a:gd name="connsiteX34" fmla="*/ 89300 w 685800"/>
                  <a:gd name="connsiteY34" fmla="*/ 300262 h 342900"/>
                  <a:gd name="connsiteX35" fmla="*/ 113336 w 685800"/>
                  <a:gd name="connsiteY35" fmla="*/ 312428 h 342900"/>
                  <a:gd name="connsiteX36" fmla="*/ 138562 w 685800"/>
                  <a:gd name="connsiteY36" fmla="*/ 292931 h 342900"/>
                  <a:gd name="connsiteX37" fmla="*/ 156495 w 685800"/>
                  <a:gd name="connsiteY37" fmla="*/ 297843 h 342900"/>
                  <a:gd name="connsiteX38" fmla="*/ 159807 w 685800"/>
                  <a:gd name="connsiteY38" fmla="*/ 317228 h 342900"/>
                  <a:gd name="connsiteX39" fmla="*/ 186670 w 685800"/>
                  <a:gd name="connsiteY39" fmla="*/ 319237 h 342900"/>
                  <a:gd name="connsiteX40" fmla="*/ 200288 w 685800"/>
                  <a:gd name="connsiteY40" fmla="*/ 298811 h 342900"/>
                  <a:gd name="connsiteX41" fmla="*/ 227114 w 685800"/>
                  <a:gd name="connsiteY41" fmla="*/ 291779 h 342900"/>
                  <a:gd name="connsiteX42" fmla="*/ 229086 w 685800"/>
                  <a:gd name="connsiteY42" fmla="*/ 297062 h 342900"/>
                  <a:gd name="connsiteX43" fmla="*/ 248136 w 685800"/>
                  <a:gd name="connsiteY43" fmla="*/ 316149 h 342900"/>
                  <a:gd name="connsiteX44" fmla="*/ 267186 w 685800"/>
                  <a:gd name="connsiteY44" fmla="*/ 297099 h 342900"/>
                  <a:gd name="connsiteX45" fmla="*/ 260303 w 685800"/>
                  <a:gd name="connsiteY45" fmla="*/ 272914 h 342900"/>
                  <a:gd name="connsiteX46" fmla="*/ 267819 w 685800"/>
                  <a:gd name="connsiteY46" fmla="*/ 266478 h 342900"/>
                  <a:gd name="connsiteX47" fmla="*/ 286831 w 685800"/>
                  <a:gd name="connsiteY47" fmla="*/ 284411 h 342900"/>
                  <a:gd name="connsiteX48" fmla="*/ 305881 w 685800"/>
                  <a:gd name="connsiteY48" fmla="*/ 265398 h 342900"/>
                  <a:gd name="connsiteX49" fmla="*/ 293491 w 685800"/>
                  <a:gd name="connsiteY49" fmla="*/ 233810 h 342900"/>
                  <a:gd name="connsiteX50" fmla="*/ 296617 w 685800"/>
                  <a:gd name="connsiteY50" fmla="*/ 227819 h 342900"/>
                  <a:gd name="connsiteX51" fmla="*/ 307928 w 685800"/>
                  <a:gd name="connsiteY51" fmla="*/ 231577 h 342900"/>
                  <a:gd name="connsiteX52" fmla="*/ 327015 w 685800"/>
                  <a:gd name="connsiteY52" fmla="*/ 212564 h 342900"/>
                  <a:gd name="connsiteX53" fmla="*/ 309267 w 685800"/>
                  <a:gd name="connsiteY53" fmla="*/ 175878 h 342900"/>
                  <a:gd name="connsiteX54" fmla="*/ 309341 w 685800"/>
                  <a:gd name="connsiteY54" fmla="*/ 171971 h 342900"/>
                  <a:gd name="connsiteX55" fmla="*/ 309230 w 685800"/>
                  <a:gd name="connsiteY55" fmla="*/ 166502 h 342900"/>
                  <a:gd name="connsiteX56" fmla="*/ 322401 w 685800"/>
                  <a:gd name="connsiteY56" fmla="*/ 165423 h 342900"/>
                  <a:gd name="connsiteX57" fmla="*/ 331591 w 685800"/>
                  <a:gd name="connsiteY57" fmla="*/ 140122 h 342900"/>
                  <a:gd name="connsiteX58" fmla="*/ 295240 w 685800"/>
                  <a:gd name="connsiteY58" fmla="*/ 113445 h 342900"/>
                  <a:gd name="connsiteX59" fmla="*/ 292375 w 685800"/>
                  <a:gd name="connsiteY59" fmla="*/ 108124 h 342900"/>
                  <a:gd name="connsiteX60" fmla="*/ 317081 w 685800"/>
                  <a:gd name="connsiteY60" fmla="*/ 100497 h 342900"/>
                  <a:gd name="connsiteX61" fmla="*/ 310160 w 685800"/>
                  <a:gd name="connsiteY61" fmla="*/ 74489 h 342900"/>
                  <a:gd name="connsiteX62" fmla="*/ 263874 w 685800"/>
                  <a:gd name="connsiteY62" fmla="*/ 73968 h 342900"/>
                  <a:gd name="connsiteX63" fmla="*/ 259782 w 685800"/>
                  <a:gd name="connsiteY63" fmla="*/ 70656 h 342900"/>
                  <a:gd name="connsiteX64" fmla="*/ 274181 w 685800"/>
                  <a:gd name="connsiteY64" fmla="*/ 52202 h 342900"/>
                  <a:gd name="connsiteX65" fmla="*/ 255131 w 685800"/>
                  <a:gd name="connsiteY65" fmla="*/ 33152 h 342900"/>
                  <a:gd name="connsiteX66" fmla="*/ 219635 w 685800"/>
                  <a:gd name="connsiteY66" fmla="*/ 49560 h 342900"/>
                  <a:gd name="connsiteX67" fmla="*/ 208808 w 685800"/>
                  <a:gd name="connsiteY67" fmla="*/ 46695 h 342900"/>
                  <a:gd name="connsiteX68" fmla="*/ 208845 w 685800"/>
                  <a:gd name="connsiteY68" fmla="*/ 29580 h 342900"/>
                  <a:gd name="connsiteX69" fmla="*/ 438150 w 685800"/>
                  <a:gd name="connsiteY69" fmla="*/ 219080 h 342900"/>
                  <a:gd name="connsiteX70" fmla="*/ 419100 w 685800"/>
                  <a:gd name="connsiteY70" fmla="*/ 238130 h 342900"/>
                  <a:gd name="connsiteX71" fmla="*/ 438150 w 685800"/>
                  <a:gd name="connsiteY71" fmla="*/ 257180 h 342900"/>
                  <a:gd name="connsiteX72" fmla="*/ 590550 w 685800"/>
                  <a:gd name="connsiteY72" fmla="*/ 257180 h 342900"/>
                  <a:gd name="connsiteX73" fmla="*/ 609600 w 685800"/>
                  <a:gd name="connsiteY73" fmla="*/ 238130 h 342900"/>
                  <a:gd name="connsiteX74" fmla="*/ 590550 w 685800"/>
                  <a:gd name="connsiteY74" fmla="*/ 219080 h 342900"/>
                  <a:gd name="connsiteX75" fmla="*/ 438150 w 685800"/>
                  <a:gd name="connsiteY75" fmla="*/ 161930 h 342900"/>
                  <a:gd name="connsiteX76" fmla="*/ 419100 w 685800"/>
                  <a:gd name="connsiteY76" fmla="*/ 180980 h 342900"/>
                  <a:gd name="connsiteX77" fmla="*/ 438150 w 685800"/>
                  <a:gd name="connsiteY77" fmla="*/ 200030 h 342900"/>
                  <a:gd name="connsiteX78" fmla="*/ 590550 w 685800"/>
                  <a:gd name="connsiteY78" fmla="*/ 200030 h 342900"/>
                  <a:gd name="connsiteX79" fmla="*/ 609600 w 685800"/>
                  <a:gd name="connsiteY79" fmla="*/ 180980 h 342900"/>
                  <a:gd name="connsiteX80" fmla="*/ 590550 w 685800"/>
                  <a:gd name="connsiteY80" fmla="*/ 161930 h 342900"/>
                  <a:gd name="connsiteX81" fmla="*/ 438150 w 685800"/>
                  <a:gd name="connsiteY81" fmla="*/ 104780 h 342900"/>
                  <a:gd name="connsiteX82" fmla="*/ 419100 w 685800"/>
                  <a:gd name="connsiteY82" fmla="*/ 123830 h 342900"/>
                  <a:gd name="connsiteX83" fmla="*/ 438150 w 685800"/>
                  <a:gd name="connsiteY83" fmla="*/ 142880 h 342900"/>
                  <a:gd name="connsiteX84" fmla="*/ 590550 w 685800"/>
                  <a:gd name="connsiteY84" fmla="*/ 142880 h 342900"/>
                  <a:gd name="connsiteX85" fmla="*/ 609600 w 685800"/>
                  <a:gd name="connsiteY85" fmla="*/ 123830 h 342900"/>
                  <a:gd name="connsiteX86" fmla="*/ 590550 w 685800"/>
                  <a:gd name="connsiteY86" fmla="*/ 104780 h 342900"/>
                  <a:gd name="connsiteX87" fmla="*/ 533400 w 685800"/>
                  <a:gd name="connsiteY87" fmla="*/ 47630 h 342900"/>
                  <a:gd name="connsiteX88" fmla="*/ 514350 w 685800"/>
                  <a:gd name="connsiteY88" fmla="*/ 66680 h 342900"/>
                  <a:gd name="connsiteX89" fmla="*/ 533400 w 685800"/>
                  <a:gd name="connsiteY89" fmla="*/ 85730 h 342900"/>
                  <a:gd name="connsiteX90" fmla="*/ 590550 w 685800"/>
                  <a:gd name="connsiteY90" fmla="*/ 85730 h 342900"/>
                  <a:gd name="connsiteX91" fmla="*/ 609600 w 685800"/>
                  <a:gd name="connsiteY91" fmla="*/ 66680 h 342900"/>
                  <a:gd name="connsiteX92" fmla="*/ 590550 w 685800"/>
                  <a:gd name="connsiteY92" fmla="*/ 47630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685800" h="342900">
                    <a:moveTo>
                      <a:pt x="647700" y="0"/>
                    </a:moveTo>
                    <a:cubicBezTo>
                      <a:pt x="668759" y="0"/>
                      <a:pt x="685800" y="17041"/>
                      <a:pt x="685800" y="38100"/>
                    </a:cubicBezTo>
                    <a:lnTo>
                      <a:pt x="685800" y="342900"/>
                    </a:lnTo>
                    <a:lnTo>
                      <a:pt x="0" y="342900"/>
                    </a:lnTo>
                    <a:lnTo>
                      <a:pt x="0" y="38100"/>
                    </a:lnTo>
                    <a:cubicBezTo>
                      <a:pt x="0" y="17041"/>
                      <a:pt x="17041" y="0"/>
                      <a:pt x="38100" y="0"/>
                    </a:cubicBezTo>
                    <a:close/>
                    <a:moveTo>
                      <a:pt x="208845" y="29580"/>
                    </a:moveTo>
                    <a:cubicBezTo>
                      <a:pt x="204157" y="20167"/>
                      <a:pt x="192697" y="16372"/>
                      <a:pt x="183284" y="21059"/>
                    </a:cubicBezTo>
                    <a:cubicBezTo>
                      <a:pt x="172904" y="26268"/>
                      <a:pt x="165313" y="34937"/>
                      <a:pt x="161517" y="45244"/>
                    </a:cubicBezTo>
                    <a:cubicBezTo>
                      <a:pt x="157201" y="45914"/>
                      <a:pt x="152960" y="46807"/>
                      <a:pt x="148793" y="47886"/>
                    </a:cubicBezTo>
                    <a:cubicBezTo>
                      <a:pt x="151100" y="41189"/>
                      <a:pt x="149649" y="33487"/>
                      <a:pt x="144291" y="28166"/>
                    </a:cubicBezTo>
                    <a:cubicBezTo>
                      <a:pt x="136849" y="20725"/>
                      <a:pt x="124794" y="20725"/>
                      <a:pt x="117353" y="28166"/>
                    </a:cubicBezTo>
                    <a:cubicBezTo>
                      <a:pt x="106228" y="39292"/>
                      <a:pt x="102172" y="54657"/>
                      <a:pt x="104331" y="69429"/>
                    </a:cubicBezTo>
                    <a:cubicBezTo>
                      <a:pt x="101131" y="71847"/>
                      <a:pt x="98005" y="74415"/>
                      <a:pt x="95029" y="77131"/>
                    </a:cubicBezTo>
                    <a:cubicBezTo>
                      <a:pt x="95178" y="68610"/>
                      <a:pt x="89559" y="60759"/>
                      <a:pt x="80964" y="58453"/>
                    </a:cubicBezTo>
                    <a:cubicBezTo>
                      <a:pt x="70807" y="55737"/>
                      <a:pt x="60351" y="61764"/>
                      <a:pt x="57598" y="71922"/>
                    </a:cubicBezTo>
                    <a:cubicBezTo>
                      <a:pt x="53543" y="87103"/>
                      <a:pt x="57673" y="102432"/>
                      <a:pt x="66937" y="114152"/>
                    </a:cubicBezTo>
                    <a:cubicBezTo>
                      <a:pt x="65598" y="116794"/>
                      <a:pt x="64333" y="119510"/>
                      <a:pt x="63180" y="122226"/>
                    </a:cubicBezTo>
                    <a:cubicBezTo>
                      <a:pt x="57561" y="114301"/>
                      <a:pt x="46734" y="111771"/>
                      <a:pt x="38139" y="116720"/>
                    </a:cubicBezTo>
                    <a:cubicBezTo>
                      <a:pt x="29024" y="121966"/>
                      <a:pt x="25861" y="133611"/>
                      <a:pt x="31107" y="142728"/>
                    </a:cubicBezTo>
                    <a:cubicBezTo>
                      <a:pt x="36391" y="151881"/>
                      <a:pt x="44390" y="158503"/>
                      <a:pt x="53543" y="162373"/>
                    </a:cubicBezTo>
                    <a:cubicBezTo>
                      <a:pt x="53320" y="165536"/>
                      <a:pt x="53208" y="168735"/>
                      <a:pt x="53208" y="171972"/>
                    </a:cubicBezTo>
                    <a:cubicBezTo>
                      <a:pt x="53208" y="175730"/>
                      <a:pt x="53357" y="179414"/>
                      <a:pt x="53692" y="183060"/>
                    </a:cubicBezTo>
                    <a:cubicBezTo>
                      <a:pt x="52427" y="184400"/>
                      <a:pt x="50753" y="184995"/>
                      <a:pt x="48781" y="184884"/>
                    </a:cubicBezTo>
                    <a:cubicBezTo>
                      <a:pt x="38288" y="184251"/>
                      <a:pt x="29247" y="192251"/>
                      <a:pt x="28614" y="202743"/>
                    </a:cubicBezTo>
                    <a:cubicBezTo>
                      <a:pt x="27982" y="213236"/>
                      <a:pt x="35981" y="222277"/>
                      <a:pt x="46474" y="222946"/>
                    </a:cubicBezTo>
                    <a:cubicBezTo>
                      <a:pt x="52167" y="223281"/>
                      <a:pt x="57711" y="222537"/>
                      <a:pt x="62845" y="220900"/>
                    </a:cubicBezTo>
                    <a:cubicBezTo>
                      <a:pt x="64445" y="224844"/>
                      <a:pt x="66269" y="228639"/>
                      <a:pt x="68240" y="232360"/>
                    </a:cubicBezTo>
                    <a:cubicBezTo>
                      <a:pt x="67050" y="236899"/>
                      <a:pt x="63887" y="240210"/>
                      <a:pt x="59274" y="241699"/>
                    </a:cubicBezTo>
                    <a:cubicBezTo>
                      <a:pt x="49302" y="244973"/>
                      <a:pt x="43833" y="255763"/>
                      <a:pt x="47107" y="265734"/>
                    </a:cubicBezTo>
                    <a:cubicBezTo>
                      <a:pt x="50381" y="275743"/>
                      <a:pt x="61135" y="281175"/>
                      <a:pt x="71143" y="277900"/>
                    </a:cubicBezTo>
                    <a:cubicBezTo>
                      <a:pt x="79551" y="275147"/>
                      <a:pt x="86807" y="270496"/>
                      <a:pt x="92574" y="264506"/>
                    </a:cubicBezTo>
                    <a:cubicBezTo>
                      <a:pt x="96332" y="268115"/>
                      <a:pt x="100313" y="271501"/>
                      <a:pt x="104480" y="274627"/>
                    </a:cubicBezTo>
                    <a:cubicBezTo>
                      <a:pt x="103624" y="275296"/>
                      <a:pt x="102620" y="275854"/>
                      <a:pt x="101504" y="276226"/>
                    </a:cubicBezTo>
                    <a:cubicBezTo>
                      <a:pt x="91495" y="279501"/>
                      <a:pt x="86025" y="290254"/>
                      <a:pt x="89300" y="300262"/>
                    </a:cubicBezTo>
                    <a:cubicBezTo>
                      <a:pt x="92574" y="310234"/>
                      <a:pt x="103365" y="315703"/>
                      <a:pt x="113336" y="312428"/>
                    </a:cubicBezTo>
                    <a:cubicBezTo>
                      <a:pt x="124125" y="308893"/>
                      <a:pt x="132869" y="301935"/>
                      <a:pt x="138562" y="292931"/>
                    </a:cubicBezTo>
                    <a:cubicBezTo>
                      <a:pt x="144366" y="294978"/>
                      <a:pt x="150356" y="296615"/>
                      <a:pt x="156495" y="297843"/>
                    </a:cubicBezTo>
                    <a:cubicBezTo>
                      <a:pt x="154002" y="304205"/>
                      <a:pt x="155044" y="311721"/>
                      <a:pt x="159807" y="317228"/>
                    </a:cubicBezTo>
                    <a:cubicBezTo>
                      <a:pt x="166690" y="325227"/>
                      <a:pt x="178708" y="326120"/>
                      <a:pt x="186670" y="319237"/>
                    </a:cubicBezTo>
                    <a:cubicBezTo>
                      <a:pt x="193181" y="313619"/>
                      <a:pt x="197683" y="306550"/>
                      <a:pt x="200288" y="298811"/>
                    </a:cubicBezTo>
                    <a:cubicBezTo>
                      <a:pt x="209590" y="297434"/>
                      <a:pt x="218557" y="295053"/>
                      <a:pt x="227114" y="291779"/>
                    </a:cubicBezTo>
                    <a:cubicBezTo>
                      <a:pt x="228565" y="293639"/>
                      <a:pt x="229123" y="295574"/>
                      <a:pt x="229086" y="297062"/>
                    </a:cubicBezTo>
                    <a:cubicBezTo>
                      <a:pt x="229086" y="307555"/>
                      <a:pt x="237607" y="316112"/>
                      <a:pt x="248136" y="316149"/>
                    </a:cubicBezTo>
                    <a:cubicBezTo>
                      <a:pt x="258666" y="316149"/>
                      <a:pt x="267186" y="307629"/>
                      <a:pt x="267186" y="297099"/>
                    </a:cubicBezTo>
                    <a:cubicBezTo>
                      <a:pt x="267223" y="288207"/>
                      <a:pt x="264656" y="280021"/>
                      <a:pt x="260303" y="272914"/>
                    </a:cubicBezTo>
                    <a:cubicBezTo>
                      <a:pt x="262907" y="270868"/>
                      <a:pt x="265400" y="268710"/>
                      <a:pt x="267819" y="266478"/>
                    </a:cubicBezTo>
                    <a:cubicBezTo>
                      <a:pt x="268414" y="276486"/>
                      <a:pt x="276674" y="284411"/>
                      <a:pt x="286831" y="284411"/>
                    </a:cubicBezTo>
                    <a:cubicBezTo>
                      <a:pt x="297324" y="284448"/>
                      <a:pt x="305881" y="275928"/>
                      <a:pt x="305881" y="265398"/>
                    </a:cubicBezTo>
                    <a:cubicBezTo>
                      <a:pt x="305919" y="253232"/>
                      <a:pt x="301156" y="242293"/>
                      <a:pt x="293491" y="233810"/>
                    </a:cubicBezTo>
                    <a:cubicBezTo>
                      <a:pt x="294570" y="231838"/>
                      <a:pt x="295612" y="229828"/>
                      <a:pt x="296617" y="227819"/>
                    </a:cubicBezTo>
                    <a:cubicBezTo>
                      <a:pt x="299779" y="230163"/>
                      <a:pt x="303686" y="231577"/>
                      <a:pt x="307928" y="231577"/>
                    </a:cubicBezTo>
                    <a:cubicBezTo>
                      <a:pt x="318420" y="231577"/>
                      <a:pt x="326978" y="223057"/>
                      <a:pt x="327015" y="212564"/>
                    </a:cubicBezTo>
                    <a:cubicBezTo>
                      <a:pt x="327015" y="197793"/>
                      <a:pt x="320020" y="184807"/>
                      <a:pt x="309267" y="175878"/>
                    </a:cubicBezTo>
                    <a:cubicBezTo>
                      <a:pt x="309304" y="174576"/>
                      <a:pt x="309341" y="173273"/>
                      <a:pt x="309341" y="171971"/>
                    </a:cubicBezTo>
                    <a:cubicBezTo>
                      <a:pt x="309341" y="170148"/>
                      <a:pt x="309304" y="168325"/>
                      <a:pt x="309230" y="166502"/>
                    </a:cubicBezTo>
                    <a:cubicBezTo>
                      <a:pt x="313434" y="167692"/>
                      <a:pt x="318085" y="167432"/>
                      <a:pt x="322401" y="165423"/>
                    </a:cubicBezTo>
                    <a:cubicBezTo>
                      <a:pt x="331926" y="160995"/>
                      <a:pt x="336019" y="149647"/>
                      <a:pt x="331591" y="140122"/>
                    </a:cubicBezTo>
                    <a:cubicBezTo>
                      <a:pt x="324596" y="125202"/>
                      <a:pt x="310681" y="116013"/>
                      <a:pt x="295240" y="113445"/>
                    </a:cubicBezTo>
                    <a:cubicBezTo>
                      <a:pt x="294309" y="111621"/>
                      <a:pt x="293342" y="109873"/>
                      <a:pt x="292375" y="108124"/>
                    </a:cubicBezTo>
                    <a:cubicBezTo>
                      <a:pt x="301230" y="112403"/>
                      <a:pt x="312057" y="109166"/>
                      <a:pt x="317081" y="100497"/>
                    </a:cubicBezTo>
                    <a:cubicBezTo>
                      <a:pt x="322364" y="91418"/>
                      <a:pt x="319276" y="79735"/>
                      <a:pt x="310160" y="74489"/>
                    </a:cubicBezTo>
                    <a:cubicBezTo>
                      <a:pt x="295500" y="65968"/>
                      <a:pt x="278273" y="66675"/>
                      <a:pt x="263874" y="73968"/>
                    </a:cubicBezTo>
                    <a:cubicBezTo>
                      <a:pt x="262535" y="72852"/>
                      <a:pt x="261158" y="71735"/>
                      <a:pt x="259782" y="70656"/>
                    </a:cubicBezTo>
                    <a:cubicBezTo>
                      <a:pt x="268042" y="68573"/>
                      <a:pt x="274181" y="61131"/>
                      <a:pt x="274181" y="52202"/>
                    </a:cubicBezTo>
                    <a:cubicBezTo>
                      <a:pt x="274181" y="41709"/>
                      <a:pt x="265660" y="33152"/>
                      <a:pt x="255131" y="33152"/>
                    </a:cubicBezTo>
                    <a:cubicBezTo>
                      <a:pt x="240992" y="33152"/>
                      <a:pt x="228527" y="39588"/>
                      <a:pt x="219635" y="49560"/>
                    </a:cubicBezTo>
                    <a:cubicBezTo>
                      <a:pt x="216100" y="48444"/>
                      <a:pt x="212491" y="47514"/>
                      <a:pt x="208808" y="46695"/>
                    </a:cubicBezTo>
                    <a:cubicBezTo>
                      <a:pt x="211412" y="41486"/>
                      <a:pt x="211673" y="35199"/>
                      <a:pt x="208845" y="29580"/>
                    </a:cubicBezTo>
                    <a:close/>
                    <a:moveTo>
                      <a:pt x="438150" y="219080"/>
                    </a:moveTo>
                    <a:cubicBezTo>
                      <a:pt x="427620" y="219080"/>
                      <a:pt x="419100" y="227600"/>
                      <a:pt x="419100" y="238130"/>
                    </a:cubicBezTo>
                    <a:cubicBezTo>
                      <a:pt x="419100" y="248659"/>
                      <a:pt x="427620" y="257180"/>
                      <a:pt x="438150" y="257180"/>
                    </a:cubicBezTo>
                    <a:lnTo>
                      <a:pt x="590550" y="257180"/>
                    </a:lnTo>
                    <a:cubicBezTo>
                      <a:pt x="601080" y="257180"/>
                      <a:pt x="609600" y="248659"/>
                      <a:pt x="609600" y="238130"/>
                    </a:cubicBezTo>
                    <a:cubicBezTo>
                      <a:pt x="609600" y="227600"/>
                      <a:pt x="601080" y="219080"/>
                      <a:pt x="590550" y="219080"/>
                    </a:cubicBezTo>
                    <a:close/>
                    <a:moveTo>
                      <a:pt x="438150" y="161930"/>
                    </a:moveTo>
                    <a:cubicBezTo>
                      <a:pt x="427620" y="161930"/>
                      <a:pt x="419100" y="170450"/>
                      <a:pt x="419100" y="180980"/>
                    </a:cubicBezTo>
                    <a:cubicBezTo>
                      <a:pt x="419100" y="191509"/>
                      <a:pt x="427620" y="200030"/>
                      <a:pt x="438150" y="200030"/>
                    </a:cubicBezTo>
                    <a:lnTo>
                      <a:pt x="590550" y="200030"/>
                    </a:lnTo>
                    <a:cubicBezTo>
                      <a:pt x="601080" y="200030"/>
                      <a:pt x="609600" y="191509"/>
                      <a:pt x="609600" y="180980"/>
                    </a:cubicBezTo>
                    <a:cubicBezTo>
                      <a:pt x="609600" y="170450"/>
                      <a:pt x="601080" y="161930"/>
                      <a:pt x="590550" y="161930"/>
                    </a:cubicBezTo>
                    <a:close/>
                    <a:moveTo>
                      <a:pt x="438150" y="104780"/>
                    </a:moveTo>
                    <a:cubicBezTo>
                      <a:pt x="427620" y="104780"/>
                      <a:pt x="419100" y="113300"/>
                      <a:pt x="419100" y="123830"/>
                    </a:cubicBezTo>
                    <a:cubicBezTo>
                      <a:pt x="419100" y="134359"/>
                      <a:pt x="427620" y="142880"/>
                      <a:pt x="438150" y="142880"/>
                    </a:cubicBezTo>
                    <a:lnTo>
                      <a:pt x="590550" y="142880"/>
                    </a:lnTo>
                    <a:cubicBezTo>
                      <a:pt x="601080" y="142880"/>
                      <a:pt x="609600" y="134359"/>
                      <a:pt x="609600" y="123830"/>
                    </a:cubicBezTo>
                    <a:cubicBezTo>
                      <a:pt x="609600" y="113300"/>
                      <a:pt x="601080" y="104780"/>
                      <a:pt x="590550" y="104780"/>
                    </a:cubicBezTo>
                    <a:close/>
                    <a:moveTo>
                      <a:pt x="533400" y="47630"/>
                    </a:moveTo>
                    <a:cubicBezTo>
                      <a:pt x="522870" y="47630"/>
                      <a:pt x="514350" y="56150"/>
                      <a:pt x="514350" y="66680"/>
                    </a:cubicBezTo>
                    <a:cubicBezTo>
                      <a:pt x="514350" y="77209"/>
                      <a:pt x="522870" y="85730"/>
                      <a:pt x="533400" y="85730"/>
                    </a:cubicBezTo>
                    <a:lnTo>
                      <a:pt x="590550" y="85730"/>
                    </a:lnTo>
                    <a:cubicBezTo>
                      <a:pt x="601080" y="85730"/>
                      <a:pt x="609600" y="77209"/>
                      <a:pt x="609600" y="66680"/>
                    </a:cubicBezTo>
                    <a:cubicBezTo>
                      <a:pt x="609600" y="56150"/>
                      <a:pt x="601080" y="47630"/>
                      <a:pt x="590550" y="476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67" name="Agrupar 166">
            <a:extLst>
              <a:ext uri="{FF2B5EF4-FFF2-40B4-BE49-F238E27FC236}">
                <a16:creationId xmlns:a16="http://schemas.microsoft.com/office/drawing/2014/main" id="{5B1EF306-E275-C77F-7B62-EFCCD97630A7}"/>
              </a:ext>
            </a:extLst>
          </p:cNvPr>
          <p:cNvGrpSpPr/>
          <p:nvPr/>
        </p:nvGrpSpPr>
        <p:grpSpPr>
          <a:xfrm>
            <a:off x="508526" y="4773569"/>
            <a:ext cx="324071" cy="288133"/>
            <a:chOff x="508526" y="4778194"/>
            <a:chExt cx="324071" cy="288133"/>
          </a:xfrm>
        </p:grpSpPr>
        <p:sp>
          <p:nvSpPr>
            <p:cNvPr id="161" name="Retângulo: Cantos Arredondados 160">
              <a:extLst>
                <a:ext uri="{FF2B5EF4-FFF2-40B4-BE49-F238E27FC236}">
                  <a16:creationId xmlns:a16="http://schemas.microsoft.com/office/drawing/2014/main" id="{003DA839-FF61-FBD5-2B05-FC1AFFC7E196}"/>
                </a:ext>
              </a:extLst>
            </p:cNvPr>
            <p:cNvSpPr/>
            <p:nvPr/>
          </p:nvSpPr>
          <p:spPr>
            <a:xfrm>
              <a:off x="508526" y="4778194"/>
              <a:ext cx="324071" cy="288133"/>
            </a:xfrm>
            <a:prstGeom prst="roundRect">
              <a:avLst/>
            </a:prstGeom>
            <a:solidFill>
              <a:srgbClr val="2121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6" name="Forma Livre: Forma 165">
              <a:extLst>
                <a:ext uri="{FF2B5EF4-FFF2-40B4-BE49-F238E27FC236}">
                  <a16:creationId xmlns:a16="http://schemas.microsoft.com/office/drawing/2014/main" id="{52C4FC0F-CF19-178A-A86D-3D5D1E8E6D7E}"/>
                </a:ext>
              </a:extLst>
            </p:cNvPr>
            <p:cNvSpPr/>
            <p:nvPr/>
          </p:nvSpPr>
          <p:spPr>
            <a:xfrm>
              <a:off x="550642" y="4852977"/>
              <a:ext cx="239838" cy="138566"/>
            </a:xfrm>
            <a:custGeom>
              <a:avLst/>
              <a:gdLst>
                <a:gd name="connsiteX0" fmla="*/ 161887 w 857294"/>
                <a:gd name="connsiteY0" fmla="*/ 0 h 495299"/>
                <a:gd name="connsiteX1" fmla="*/ 66637 w 857294"/>
                <a:gd name="connsiteY1" fmla="*/ 95250 h 495299"/>
                <a:gd name="connsiteX2" fmla="*/ 161887 w 857294"/>
                <a:gd name="connsiteY2" fmla="*/ 190500 h 495299"/>
                <a:gd name="connsiteX3" fmla="*/ 257137 w 857294"/>
                <a:gd name="connsiteY3" fmla="*/ 95250 h 495299"/>
                <a:gd name="connsiteX4" fmla="*/ 161887 w 857294"/>
                <a:gd name="connsiteY4" fmla="*/ 0 h 495299"/>
                <a:gd name="connsiteX5" fmla="*/ 695287 w 857294"/>
                <a:gd name="connsiteY5" fmla="*/ 0 h 495299"/>
                <a:gd name="connsiteX6" fmla="*/ 600037 w 857294"/>
                <a:gd name="connsiteY6" fmla="*/ 95250 h 495299"/>
                <a:gd name="connsiteX7" fmla="*/ 695287 w 857294"/>
                <a:gd name="connsiteY7" fmla="*/ 190500 h 495299"/>
                <a:gd name="connsiteX8" fmla="*/ 790537 w 857294"/>
                <a:gd name="connsiteY8" fmla="*/ 95250 h 495299"/>
                <a:gd name="connsiteX9" fmla="*/ 695287 w 857294"/>
                <a:gd name="connsiteY9" fmla="*/ 0 h 495299"/>
                <a:gd name="connsiteX10" fmla="*/ 419062 w 857294"/>
                <a:gd name="connsiteY10" fmla="*/ 38100 h 495299"/>
                <a:gd name="connsiteX11" fmla="*/ 323812 w 857294"/>
                <a:gd name="connsiteY11" fmla="*/ 133350 h 495299"/>
                <a:gd name="connsiteX12" fmla="*/ 419062 w 857294"/>
                <a:gd name="connsiteY12" fmla="*/ 228600 h 495299"/>
                <a:gd name="connsiteX13" fmla="*/ 514312 w 857294"/>
                <a:gd name="connsiteY13" fmla="*/ 133350 h 495299"/>
                <a:gd name="connsiteX14" fmla="*/ 419062 w 857294"/>
                <a:gd name="connsiteY14" fmla="*/ 38100 h 495299"/>
                <a:gd name="connsiteX15" fmla="*/ 231134 w 857294"/>
                <a:gd name="connsiteY15" fmla="*/ 228600 h 495299"/>
                <a:gd name="connsiteX16" fmla="*/ 115605 w 857294"/>
                <a:gd name="connsiteY16" fmla="*/ 229009 h 495299"/>
                <a:gd name="connsiteX17" fmla="*/ 0 w 857294"/>
                <a:gd name="connsiteY17" fmla="*/ 342233 h 495299"/>
                <a:gd name="connsiteX18" fmla="*/ 0 w 857294"/>
                <a:gd name="connsiteY18" fmla="*/ 457200 h 495299"/>
                <a:gd name="connsiteX19" fmla="*/ 228600 w 857294"/>
                <a:gd name="connsiteY19" fmla="*/ 457497 h 495299"/>
                <a:gd name="connsiteX20" fmla="*/ 228600 w 857294"/>
                <a:gd name="connsiteY20" fmla="*/ 380330 h 495299"/>
                <a:gd name="connsiteX21" fmla="*/ 314362 w 857294"/>
                <a:gd name="connsiteY21" fmla="*/ 252561 h 495299"/>
                <a:gd name="connsiteX22" fmla="*/ 231130 w 857294"/>
                <a:gd name="connsiteY22" fmla="*/ 228563 h 495299"/>
                <a:gd name="connsiteX23" fmla="*/ 626088 w 857294"/>
                <a:gd name="connsiteY23" fmla="*/ 228600 h 495299"/>
                <a:gd name="connsiteX24" fmla="*/ 538465 w 857294"/>
                <a:gd name="connsiteY24" fmla="*/ 256840 h 495299"/>
                <a:gd name="connsiteX25" fmla="*/ 609419 w 857294"/>
                <a:gd name="connsiteY25" fmla="*/ 380408 h 495299"/>
                <a:gd name="connsiteX26" fmla="*/ 609568 w 857294"/>
                <a:gd name="connsiteY26" fmla="*/ 457538 h 495299"/>
                <a:gd name="connsiteX27" fmla="*/ 857294 w 857294"/>
                <a:gd name="connsiteY27" fmla="*/ 457203 h 495299"/>
                <a:gd name="connsiteX28" fmla="*/ 857294 w 857294"/>
                <a:gd name="connsiteY28" fmla="*/ 342237 h 495299"/>
                <a:gd name="connsiteX29" fmla="*/ 741689 w 857294"/>
                <a:gd name="connsiteY29" fmla="*/ 229013 h 495299"/>
                <a:gd name="connsiteX30" fmla="*/ 476145 w 857294"/>
                <a:gd name="connsiteY30" fmla="*/ 266700 h 495299"/>
                <a:gd name="connsiteX31" fmla="*/ 361960 w 857294"/>
                <a:gd name="connsiteY31" fmla="*/ 267109 h 495299"/>
                <a:gd name="connsiteX32" fmla="*/ 247660 w 857294"/>
                <a:gd name="connsiteY32" fmla="*/ 380333 h 495299"/>
                <a:gd name="connsiteX33" fmla="*/ 247660 w 857294"/>
                <a:gd name="connsiteY33" fmla="*/ 495300 h 495299"/>
                <a:gd name="connsiteX34" fmla="*/ 590560 w 857294"/>
                <a:gd name="connsiteY34" fmla="*/ 495039 h 495299"/>
                <a:gd name="connsiteX35" fmla="*/ 590336 w 857294"/>
                <a:gd name="connsiteY35" fmla="*/ 380444 h 495299"/>
                <a:gd name="connsiteX36" fmla="*/ 476151 w 857294"/>
                <a:gd name="connsiteY36" fmla="*/ 266668 h 495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57294" h="495299">
                  <a:moveTo>
                    <a:pt x="161887" y="0"/>
                  </a:moveTo>
                  <a:cubicBezTo>
                    <a:pt x="109277" y="0"/>
                    <a:pt x="66637" y="42640"/>
                    <a:pt x="66637" y="95250"/>
                  </a:cubicBezTo>
                  <a:cubicBezTo>
                    <a:pt x="66637" y="147860"/>
                    <a:pt x="109277" y="190500"/>
                    <a:pt x="161887" y="190500"/>
                  </a:cubicBezTo>
                  <a:cubicBezTo>
                    <a:pt x="214497" y="190500"/>
                    <a:pt x="257137" y="147860"/>
                    <a:pt x="257137" y="95250"/>
                  </a:cubicBezTo>
                  <a:cubicBezTo>
                    <a:pt x="257137" y="42640"/>
                    <a:pt x="214497" y="0"/>
                    <a:pt x="161887" y="0"/>
                  </a:cubicBezTo>
                  <a:close/>
                  <a:moveTo>
                    <a:pt x="695287" y="0"/>
                  </a:moveTo>
                  <a:cubicBezTo>
                    <a:pt x="642677" y="0"/>
                    <a:pt x="600037" y="42640"/>
                    <a:pt x="600037" y="95250"/>
                  </a:cubicBezTo>
                  <a:cubicBezTo>
                    <a:pt x="600037" y="147860"/>
                    <a:pt x="642677" y="190500"/>
                    <a:pt x="695287" y="190500"/>
                  </a:cubicBezTo>
                  <a:cubicBezTo>
                    <a:pt x="747897" y="190500"/>
                    <a:pt x="790537" y="147860"/>
                    <a:pt x="790537" y="95250"/>
                  </a:cubicBezTo>
                  <a:cubicBezTo>
                    <a:pt x="790537" y="42640"/>
                    <a:pt x="747897" y="0"/>
                    <a:pt x="695287" y="0"/>
                  </a:cubicBezTo>
                  <a:close/>
                  <a:moveTo>
                    <a:pt x="419062" y="38100"/>
                  </a:moveTo>
                  <a:cubicBezTo>
                    <a:pt x="366452" y="38100"/>
                    <a:pt x="323812" y="80740"/>
                    <a:pt x="323812" y="133350"/>
                  </a:cubicBezTo>
                  <a:cubicBezTo>
                    <a:pt x="323812" y="185960"/>
                    <a:pt x="366452" y="228600"/>
                    <a:pt x="419062" y="228600"/>
                  </a:cubicBezTo>
                  <a:cubicBezTo>
                    <a:pt x="471672" y="228600"/>
                    <a:pt x="514312" y="185960"/>
                    <a:pt x="514312" y="133350"/>
                  </a:cubicBezTo>
                  <a:cubicBezTo>
                    <a:pt x="514312" y="80740"/>
                    <a:pt x="471672" y="38100"/>
                    <a:pt x="419062" y="38100"/>
                  </a:cubicBezTo>
                  <a:close/>
                  <a:moveTo>
                    <a:pt x="231134" y="228600"/>
                  </a:moveTo>
                  <a:lnTo>
                    <a:pt x="115605" y="229009"/>
                  </a:lnTo>
                  <a:cubicBezTo>
                    <a:pt x="83569" y="229121"/>
                    <a:pt x="0" y="229009"/>
                    <a:pt x="0" y="342233"/>
                  </a:cubicBezTo>
                  <a:lnTo>
                    <a:pt x="0" y="457200"/>
                  </a:lnTo>
                  <a:lnTo>
                    <a:pt x="228600" y="457497"/>
                  </a:lnTo>
                  <a:lnTo>
                    <a:pt x="228600" y="380330"/>
                  </a:lnTo>
                  <a:cubicBezTo>
                    <a:pt x="228600" y="341336"/>
                    <a:pt x="239390" y="270906"/>
                    <a:pt x="314362" y="252561"/>
                  </a:cubicBezTo>
                  <a:cubicBezTo>
                    <a:pt x="287313" y="228637"/>
                    <a:pt x="250180" y="228489"/>
                    <a:pt x="231130" y="228563"/>
                  </a:cubicBezTo>
                  <a:close/>
                  <a:moveTo>
                    <a:pt x="626088" y="228600"/>
                  </a:moveTo>
                  <a:cubicBezTo>
                    <a:pt x="605996" y="228526"/>
                    <a:pt x="565701" y="228712"/>
                    <a:pt x="538465" y="256840"/>
                  </a:cubicBezTo>
                  <a:cubicBezTo>
                    <a:pt x="565032" y="267072"/>
                    <a:pt x="609233" y="296651"/>
                    <a:pt x="609419" y="380408"/>
                  </a:cubicBezTo>
                  <a:lnTo>
                    <a:pt x="609568" y="457538"/>
                  </a:lnTo>
                  <a:lnTo>
                    <a:pt x="857294" y="457203"/>
                  </a:lnTo>
                  <a:lnTo>
                    <a:pt x="857294" y="342237"/>
                  </a:lnTo>
                  <a:cubicBezTo>
                    <a:pt x="857294" y="229013"/>
                    <a:pt x="773690" y="229127"/>
                    <a:pt x="741689" y="229013"/>
                  </a:cubicBezTo>
                  <a:close/>
                  <a:moveTo>
                    <a:pt x="476145" y="266700"/>
                  </a:moveTo>
                  <a:lnTo>
                    <a:pt x="361960" y="267109"/>
                  </a:lnTo>
                  <a:cubicBezTo>
                    <a:pt x="330297" y="267221"/>
                    <a:pt x="247660" y="267109"/>
                    <a:pt x="247660" y="380333"/>
                  </a:cubicBezTo>
                  <a:lnTo>
                    <a:pt x="247660" y="495300"/>
                  </a:lnTo>
                  <a:lnTo>
                    <a:pt x="590560" y="495039"/>
                  </a:lnTo>
                  <a:lnTo>
                    <a:pt x="590336" y="380444"/>
                  </a:lnTo>
                  <a:cubicBezTo>
                    <a:pt x="590113" y="267116"/>
                    <a:pt x="507811" y="266554"/>
                    <a:pt x="476151" y="266668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77" name="Agrupar 176">
            <a:extLst>
              <a:ext uri="{FF2B5EF4-FFF2-40B4-BE49-F238E27FC236}">
                <a16:creationId xmlns:a16="http://schemas.microsoft.com/office/drawing/2014/main" id="{8B1986F9-D795-A988-F9D1-774350BDF699}"/>
              </a:ext>
            </a:extLst>
          </p:cNvPr>
          <p:cNvGrpSpPr/>
          <p:nvPr/>
        </p:nvGrpSpPr>
        <p:grpSpPr>
          <a:xfrm>
            <a:off x="591927" y="5235343"/>
            <a:ext cx="2617518" cy="799252"/>
            <a:chOff x="591927" y="5235343"/>
            <a:chExt cx="2617518" cy="799252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00297032-A79A-3EFF-82AF-FB82060D4E48}"/>
                </a:ext>
              </a:extLst>
            </p:cNvPr>
            <p:cNvSpPr/>
            <p:nvPr/>
          </p:nvSpPr>
          <p:spPr>
            <a:xfrm>
              <a:off x="591927" y="5235343"/>
              <a:ext cx="2574816" cy="799252"/>
            </a:xfrm>
            <a:prstGeom prst="roundRect">
              <a:avLst>
                <a:gd name="adj" fmla="val 6964"/>
              </a:avLst>
            </a:prstGeom>
            <a:solidFill>
              <a:srgbClr val="F0FDF4"/>
            </a:solidFill>
            <a:ln>
              <a:solidFill>
                <a:srgbClr val="C0F7D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3604030-9544-2976-8339-5BE41F013F11}"/>
                </a:ext>
              </a:extLst>
            </p:cNvPr>
            <p:cNvSpPr txBox="1"/>
            <p:nvPr/>
          </p:nvSpPr>
          <p:spPr>
            <a:xfrm>
              <a:off x="939110" y="5317777"/>
              <a:ext cx="2270335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0B996A"/>
                  </a:solidFill>
                </a:rPr>
                <a:t>Resolução de Problemas</a:t>
              </a:r>
              <a:endParaRPr lang="en-US" sz="1400" b="1" dirty="0">
                <a:solidFill>
                  <a:srgbClr val="0B996A"/>
                </a:solidFill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C587D9BE-88F2-6553-38F0-016DD0C6A17C}"/>
                </a:ext>
              </a:extLst>
            </p:cNvPr>
            <p:cNvSpPr txBox="1"/>
            <p:nvPr/>
          </p:nvSpPr>
          <p:spPr>
            <a:xfrm>
              <a:off x="677334" y="5574312"/>
              <a:ext cx="24040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5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pPr algn="l"/>
              <a:r>
                <a:rPr lang="pt-BR" dirty="0">
                  <a:solidFill>
                    <a:srgbClr val="0B996A"/>
                  </a:solidFill>
                </a:rPr>
                <a:t>Identificar obstáculos e desenvolver soluções criativas e eficazes</a:t>
              </a:r>
            </a:p>
          </p:txBody>
        </p:sp>
      </p:grpSp>
      <p:grpSp>
        <p:nvGrpSpPr>
          <p:cNvPr id="184" name="Agrupar 183">
            <a:extLst>
              <a:ext uri="{FF2B5EF4-FFF2-40B4-BE49-F238E27FC236}">
                <a16:creationId xmlns:a16="http://schemas.microsoft.com/office/drawing/2014/main" id="{68302C12-87AA-35F0-3C18-3248FF9A80AB}"/>
              </a:ext>
            </a:extLst>
          </p:cNvPr>
          <p:cNvGrpSpPr/>
          <p:nvPr/>
        </p:nvGrpSpPr>
        <p:grpSpPr>
          <a:xfrm>
            <a:off x="3414334" y="5235343"/>
            <a:ext cx="2741125" cy="799252"/>
            <a:chOff x="3414334" y="5235343"/>
            <a:chExt cx="2741125" cy="799252"/>
          </a:xfrm>
        </p:grpSpPr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E77F69D5-7836-0288-225E-BB5214DE1F17}"/>
                </a:ext>
              </a:extLst>
            </p:cNvPr>
            <p:cNvSpPr/>
            <p:nvPr/>
          </p:nvSpPr>
          <p:spPr>
            <a:xfrm>
              <a:off x="3414334" y="5235343"/>
              <a:ext cx="2574816" cy="799252"/>
            </a:xfrm>
            <a:prstGeom prst="roundRect">
              <a:avLst>
                <a:gd name="adj" fmla="val 6964"/>
              </a:avLst>
            </a:prstGeom>
            <a:solidFill>
              <a:srgbClr val="F0FDF4"/>
            </a:solidFill>
            <a:ln>
              <a:solidFill>
                <a:srgbClr val="C0F7D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3940C96D-B9C4-7844-DAD4-8FAEAD5EFA2E}"/>
                </a:ext>
              </a:extLst>
            </p:cNvPr>
            <p:cNvSpPr txBox="1"/>
            <p:nvPr/>
          </p:nvSpPr>
          <p:spPr>
            <a:xfrm>
              <a:off x="3761516" y="5317773"/>
              <a:ext cx="22703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0B996A"/>
                  </a:solidFill>
                </a:rPr>
                <a:t>Proatividade</a:t>
              </a:r>
              <a:endParaRPr lang="en-US" sz="1400" b="1" dirty="0">
                <a:solidFill>
                  <a:srgbClr val="0B996A"/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DD1A30D-8EC2-D437-28C2-CCEC71F94606}"/>
                </a:ext>
              </a:extLst>
            </p:cNvPr>
            <p:cNvSpPr txBox="1"/>
            <p:nvPr/>
          </p:nvSpPr>
          <p:spPr>
            <a:xfrm>
              <a:off x="3418460" y="5574308"/>
              <a:ext cx="273699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05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pt-BR" dirty="0">
                  <a:solidFill>
                    <a:srgbClr val="0B996A"/>
                  </a:solidFill>
                </a:rPr>
                <a:t>Buscar oportunidades e iniciar tarefas de forma independente sem direcionamento</a:t>
              </a:r>
            </a:p>
          </p:txBody>
        </p:sp>
        <p:sp>
          <p:nvSpPr>
            <p:cNvPr id="181" name="Forma Livre: Forma 180">
              <a:extLst>
                <a:ext uri="{FF2B5EF4-FFF2-40B4-BE49-F238E27FC236}">
                  <a16:creationId xmlns:a16="http://schemas.microsoft.com/office/drawing/2014/main" id="{F5818933-3F18-BA81-F921-C94B977EE831}"/>
                </a:ext>
              </a:extLst>
            </p:cNvPr>
            <p:cNvSpPr/>
            <p:nvPr/>
          </p:nvSpPr>
          <p:spPr>
            <a:xfrm>
              <a:off x="3520338" y="5357142"/>
              <a:ext cx="229184" cy="229039"/>
            </a:xfrm>
            <a:custGeom>
              <a:avLst/>
              <a:gdLst>
                <a:gd name="connsiteX0" fmla="*/ 421823 w 508827"/>
                <a:gd name="connsiteY0" fmla="*/ 334499 h 508506"/>
                <a:gd name="connsiteX1" fmla="*/ 334819 w 508827"/>
                <a:gd name="connsiteY1" fmla="*/ 421503 h 508506"/>
                <a:gd name="connsiteX2" fmla="*/ 421823 w 508827"/>
                <a:gd name="connsiteY2" fmla="*/ 508507 h 508506"/>
                <a:gd name="connsiteX3" fmla="*/ 508827 w 508827"/>
                <a:gd name="connsiteY3" fmla="*/ 421503 h 508506"/>
                <a:gd name="connsiteX4" fmla="*/ 508827 w 508827"/>
                <a:gd name="connsiteY4" fmla="*/ 421449 h 508506"/>
                <a:gd name="connsiteX5" fmla="*/ 421823 w 508827"/>
                <a:gd name="connsiteY5" fmla="*/ 334499 h 508506"/>
                <a:gd name="connsiteX6" fmla="*/ 471746 w 508827"/>
                <a:gd name="connsiteY6" fmla="*/ 408661 h 508506"/>
                <a:gd name="connsiteX7" fmla="*/ 408446 w 508827"/>
                <a:gd name="connsiteY7" fmla="*/ 454892 h 508506"/>
                <a:gd name="connsiteX8" fmla="*/ 390573 w 508827"/>
                <a:gd name="connsiteY8" fmla="*/ 452129 h 508506"/>
                <a:gd name="connsiteX9" fmla="*/ 389986 w 508827"/>
                <a:gd name="connsiteY9" fmla="*/ 451253 h 508506"/>
                <a:gd name="connsiteX10" fmla="*/ 368583 w 508827"/>
                <a:gd name="connsiteY10" fmla="*/ 416366 h 508506"/>
                <a:gd name="connsiteX11" fmla="*/ 372997 w 508827"/>
                <a:gd name="connsiteY11" fmla="*/ 398828 h 508506"/>
                <a:gd name="connsiteX12" fmla="*/ 390414 w 508827"/>
                <a:gd name="connsiteY12" fmla="*/ 403042 h 508506"/>
                <a:gd name="connsiteX13" fmla="*/ 404433 w 508827"/>
                <a:gd name="connsiteY13" fmla="*/ 426104 h 508506"/>
                <a:gd name="connsiteX14" fmla="*/ 456604 w 508827"/>
                <a:gd name="connsiteY14" fmla="*/ 388007 h 508506"/>
                <a:gd name="connsiteX15" fmla="*/ 474550 w 508827"/>
                <a:gd name="connsiteY15" fmla="*/ 390248 h 508506"/>
                <a:gd name="connsiteX16" fmla="*/ 472309 w 508827"/>
                <a:gd name="connsiteY16" fmla="*/ 408194 h 508506"/>
                <a:gd name="connsiteX17" fmla="*/ 471746 w 508827"/>
                <a:gd name="connsiteY17" fmla="*/ 408607 h 508506"/>
                <a:gd name="connsiteX18" fmla="*/ 324439 w 508827"/>
                <a:gd name="connsiteY18" fmla="*/ 416152 h 508506"/>
                <a:gd name="connsiteX19" fmla="*/ 324439 w 508827"/>
                <a:gd name="connsiteY19" fmla="*/ 426854 h 508506"/>
                <a:gd name="connsiteX20" fmla="*/ 299344 w 508827"/>
                <a:gd name="connsiteY20" fmla="*/ 426854 h 508506"/>
                <a:gd name="connsiteX21" fmla="*/ 299344 w 508827"/>
                <a:gd name="connsiteY21" fmla="*/ 416152 h 508506"/>
                <a:gd name="connsiteX22" fmla="*/ 405289 w 508827"/>
                <a:gd name="connsiteY22" fmla="*/ 93017 h 508506"/>
                <a:gd name="connsiteX23" fmla="*/ 405289 w 508827"/>
                <a:gd name="connsiteY23" fmla="*/ 82315 h 508506"/>
                <a:gd name="connsiteX24" fmla="*/ 482910 w 508827"/>
                <a:gd name="connsiteY24" fmla="*/ 181271 h 508506"/>
                <a:gd name="connsiteX25" fmla="*/ 394588 w 508827"/>
                <a:gd name="connsiteY25" fmla="*/ 259534 h 508506"/>
                <a:gd name="connsiteX26" fmla="*/ 352317 w 508827"/>
                <a:gd name="connsiteY26" fmla="*/ 259534 h 508506"/>
                <a:gd name="connsiteX27" fmla="*/ 352317 w 508827"/>
                <a:gd name="connsiteY27" fmla="*/ 248886 h 508506"/>
                <a:gd name="connsiteX28" fmla="*/ 394695 w 508827"/>
                <a:gd name="connsiteY28" fmla="*/ 248886 h 508506"/>
                <a:gd name="connsiteX29" fmla="*/ 472925 w 508827"/>
                <a:gd name="connsiteY29" fmla="*/ 170445 h 508506"/>
                <a:gd name="connsiteX30" fmla="*/ 405396 w 508827"/>
                <a:gd name="connsiteY30" fmla="*/ 92964 h 508506"/>
                <a:gd name="connsiteX31" fmla="*/ 185051 w 508827"/>
                <a:gd name="connsiteY31" fmla="*/ 92321 h 508506"/>
                <a:gd name="connsiteX32" fmla="*/ 185051 w 508827"/>
                <a:gd name="connsiteY32" fmla="*/ 81620 h 508506"/>
                <a:gd name="connsiteX33" fmla="*/ 210146 w 508827"/>
                <a:gd name="connsiteY33" fmla="*/ 81620 h 508506"/>
                <a:gd name="connsiteX34" fmla="*/ 210146 w 508827"/>
                <a:gd name="connsiteY34" fmla="*/ 92321 h 508506"/>
                <a:gd name="connsiteX35" fmla="*/ 103932 w 508827"/>
                <a:gd name="connsiteY35" fmla="*/ 415456 h 508506"/>
                <a:gd name="connsiteX36" fmla="*/ 103932 w 508827"/>
                <a:gd name="connsiteY36" fmla="*/ 426158 h 508506"/>
                <a:gd name="connsiteX37" fmla="*/ 25842 w 508827"/>
                <a:gd name="connsiteY37" fmla="*/ 327669 h 508506"/>
                <a:gd name="connsiteX38" fmla="*/ 114634 w 508827"/>
                <a:gd name="connsiteY38" fmla="*/ 248993 h 508506"/>
                <a:gd name="connsiteX39" fmla="*/ 157012 w 508827"/>
                <a:gd name="connsiteY39" fmla="*/ 248993 h 508506"/>
                <a:gd name="connsiteX40" fmla="*/ 157012 w 508827"/>
                <a:gd name="connsiteY40" fmla="*/ 259695 h 508506"/>
                <a:gd name="connsiteX41" fmla="*/ 114527 w 508827"/>
                <a:gd name="connsiteY41" fmla="*/ 259695 h 508506"/>
                <a:gd name="connsiteX42" fmla="*/ 36297 w 508827"/>
                <a:gd name="connsiteY42" fmla="*/ 338136 h 508506"/>
                <a:gd name="connsiteX43" fmla="*/ 103825 w 508827"/>
                <a:gd name="connsiteY43" fmla="*/ 415617 h 508506"/>
                <a:gd name="connsiteX44" fmla="*/ 33141 w 508827"/>
                <a:gd name="connsiteY44" fmla="*/ 154979 h 508506"/>
                <a:gd name="connsiteX45" fmla="*/ 45127 w 508827"/>
                <a:gd name="connsiteY45" fmla="*/ 154979 h 508506"/>
                <a:gd name="connsiteX46" fmla="*/ 54812 w 508827"/>
                <a:gd name="connsiteY46" fmla="*/ 146846 h 508506"/>
                <a:gd name="connsiteX47" fmla="*/ 66731 w 508827"/>
                <a:gd name="connsiteY47" fmla="*/ 147790 h 508506"/>
                <a:gd name="connsiteX48" fmla="*/ 68724 w 508827"/>
                <a:gd name="connsiteY48" fmla="*/ 152572 h 508506"/>
                <a:gd name="connsiteX49" fmla="*/ 69901 w 508827"/>
                <a:gd name="connsiteY49" fmla="*/ 165146 h 508506"/>
                <a:gd name="connsiteX50" fmla="*/ 78356 w 508827"/>
                <a:gd name="connsiteY50" fmla="*/ 173654 h 508506"/>
                <a:gd name="connsiteX51" fmla="*/ 97083 w 508827"/>
                <a:gd name="connsiteY51" fmla="*/ 173654 h 508506"/>
                <a:gd name="connsiteX52" fmla="*/ 105484 w 508827"/>
                <a:gd name="connsiteY52" fmla="*/ 165039 h 508506"/>
                <a:gd name="connsiteX53" fmla="*/ 106554 w 508827"/>
                <a:gd name="connsiteY53" fmla="*/ 152464 h 508506"/>
                <a:gd name="connsiteX54" fmla="*/ 115746 w 508827"/>
                <a:gd name="connsiteY54" fmla="*/ 144700 h 508506"/>
                <a:gd name="connsiteX55" fmla="*/ 120466 w 508827"/>
                <a:gd name="connsiteY55" fmla="*/ 146632 h 508506"/>
                <a:gd name="connsiteX56" fmla="*/ 130151 w 508827"/>
                <a:gd name="connsiteY56" fmla="*/ 154712 h 508506"/>
                <a:gd name="connsiteX57" fmla="*/ 142137 w 508827"/>
                <a:gd name="connsiteY57" fmla="*/ 154712 h 508506"/>
                <a:gd name="connsiteX58" fmla="*/ 155354 w 508827"/>
                <a:gd name="connsiteY58" fmla="*/ 141388 h 508506"/>
                <a:gd name="connsiteX59" fmla="*/ 155354 w 508827"/>
                <a:gd name="connsiteY59" fmla="*/ 129403 h 508506"/>
                <a:gd name="connsiteX60" fmla="*/ 147220 w 508827"/>
                <a:gd name="connsiteY60" fmla="*/ 119771 h 508506"/>
                <a:gd name="connsiteX61" fmla="*/ 147945 w 508827"/>
                <a:gd name="connsiteY61" fmla="*/ 107761 h 508506"/>
                <a:gd name="connsiteX62" fmla="*/ 152946 w 508827"/>
                <a:gd name="connsiteY62" fmla="*/ 105645 h 508506"/>
                <a:gd name="connsiteX63" fmla="*/ 165360 w 508827"/>
                <a:gd name="connsiteY63" fmla="*/ 104414 h 508506"/>
                <a:gd name="connsiteX64" fmla="*/ 173867 w 508827"/>
                <a:gd name="connsiteY64" fmla="*/ 96014 h 508506"/>
                <a:gd name="connsiteX65" fmla="*/ 173867 w 508827"/>
                <a:gd name="connsiteY65" fmla="*/ 77232 h 508506"/>
                <a:gd name="connsiteX66" fmla="*/ 165253 w 508827"/>
                <a:gd name="connsiteY66" fmla="*/ 68831 h 508506"/>
                <a:gd name="connsiteX67" fmla="*/ 152678 w 508827"/>
                <a:gd name="connsiteY67" fmla="*/ 67761 h 508506"/>
                <a:gd name="connsiteX68" fmla="*/ 144897 w 508827"/>
                <a:gd name="connsiteY68" fmla="*/ 58684 h 508506"/>
                <a:gd name="connsiteX69" fmla="*/ 146846 w 508827"/>
                <a:gd name="connsiteY69" fmla="*/ 53903 h 508506"/>
                <a:gd name="connsiteX70" fmla="*/ 154926 w 508827"/>
                <a:gd name="connsiteY70" fmla="*/ 44164 h 508506"/>
                <a:gd name="connsiteX71" fmla="*/ 154926 w 508827"/>
                <a:gd name="connsiteY71" fmla="*/ 32178 h 508506"/>
                <a:gd name="connsiteX72" fmla="*/ 141602 w 508827"/>
                <a:gd name="connsiteY72" fmla="*/ 18801 h 508506"/>
                <a:gd name="connsiteX73" fmla="*/ 129616 w 508827"/>
                <a:gd name="connsiteY73" fmla="*/ 18801 h 508506"/>
                <a:gd name="connsiteX74" fmla="*/ 119985 w 508827"/>
                <a:gd name="connsiteY74" fmla="*/ 26935 h 508506"/>
                <a:gd name="connsiteX75" fmla="*/ 107995 w 508827"/>
                <a:gd name="connsiteY75" fmla="*/ 25931 h 508506"/>
                <a:gd name="connsiteX76" fmla="*/ 106019 w 508827"/>
                <a:gd name="connsiteY76" fmla="*/ 21209 h 508506"/>
                <a:gd name="connsiteX77" fmla="*/ 104789 w 508827"/>
                <a:gd name="connsiteY77" fmla="*/ 9010 h 508506"/>
                <a:gd name="connsiteX78" fmla="*/ 96388 w 508827"/>
                <a:gd name="connsiteY78" fmla="*/ 502 h 508506"/>
                <a:gd name="connsiteX79" fmla="*/ 77606 w 508827"/>
                <a:gd name="connsiteY79" fmla="*/ 502 h 508506"/>
                <a:gd name="connsiteX80" fmla="*/ 69259 w 508827"/>
                <a:gd name="connsiteY80" fmla="*/ 9170 h 508506"/>
                <a:gd name="connsiteX81" fmla="*/ 68189 w 508827"/>
                <a:gd name="connsiteY81" fmla="*/ 21744 h 508506"/>
                <a:gd name="connsiteX82" fmla="*/ 59111 w 508827"/>
                <a:gd name="connsiteY82" fmla="*/ 29526 h 508506"/>
                <a:gd name="connsiteX83" fmla="*/ 54330 w 508827"/>
                <a:gd name="connsiteY83" fmla="*/ 27577 h 508506"/>
                <a:gd name="connsiteX84" fmla="*/ 44592 w 508827"/>
                <a:gd name="connsiteY84" fmla="*/ 19497 h 508506"/>
                <a:gd name="connsiteX85" fmla="*/ 32606 w 508827"/>
                <a:gd name="connsiteY85" fmla="*/ 19497 h 508506"/>
                <a:gd name="connsiteX86" fmla="*/ 19176 w 508827"/>
                <a:gd name="connsiteY86" fmla="*/ 32767 h 508506"/>
                <a:gd name="connsiteX87" fmla="*/ 19176 w 508827"/>
                <a:gd name="connsiteY87" fmla="*/ 44753 h 508506"/>
                <a:gd name="connsiteX88" fmla="*/ 27309 w 508827"/>
                <a:gd name="connsiteY88" fmla="*/ 54438 h 508506"/>
                <a:gd name="connsiteX89" fmla="*/ 26365 w 508827"/>
                <a:gd name="connsiteY89" fmla="*/ 66357 h 508506"/>
                <a:gd name="connsiteX90" fmla="*/ 21584 w 508827"/>
                <a:gd name="connsiteY90" fmla="*/ 68350 h 508506"/>
                <a:gd name="connsiteX91" fmla="*/ 9009 w 508827"/>
                <a:gd name="connsiteY91" fmla="*/ 69527 h 508506"/>
                <a:gd name="connsiteX92" fmla="*/ 501 w 508827"/>
                <a:gd name="connsiteY92" fmla="*/ 77981 h 508506"/>
                <a:gd name="connsiteX93" fmla="*/ 501 w 508827"/>
                <a:gd name="connsiteY93" fmla="*/ 96763 h 508506"/>
                <a:gd name="connsiteX94" fmla="*/ 9544 w 508827"/>
                <a:gd name="connsiteY94" fmla="*/ 105110 h 508506"/>
                <a:gd name="connsiteX95" fmla="*/ 22119 w 508827"/>
                <a:gd name="connsiteY95" fmla="*/ 106180 h 508506"/>
                <a:gd name="connsiteX96" fmla="*/ 29883 w 508827"/>
                <a:gd name="connsiteY96" fmla="*/ 115372 h 508506"/>
                <a:gd name="connsiteX97" fmla="*/ 27951 w 508827"/>
                <a:gd name="connsiteY97" fmla="*/ 120092 h 508506"/>
                <a:gd name="connsiteX98" fmla="*/ 19871 w 508827"/>
                <a:gd name="connsiteY98" fmla="*/ 129777 h 508506"/>
                <a:gd name="connsiteX99" fmla="*/ 19871 w 508827"/>
                <a:gd name="connsiteY99" fmla="*/ 141763 h 508506"/>
                <a:gd name="connsiteX100" fmla="*/ 33141 w 508827"/>
                <a:gd name="connsiteY100" fmla="*/ 154979 h 508506"/>
                <a:gd name="connsiteX101" fmla="*/ 87398 w 508827"/>
                <a:gd name="connsiteY101" fmla="*/ 48338 h 508506"/>
                <a:gd name="connsiteX102" fmla="*/ 126085 w 508827"/>
                <a:gd name="connsiteY102" fmla="*/ 87024 h 508506"/>
                <a:gd name="connsiteX103" fmla="*/ 87398 w 508827"/>
                <a:gd name="connsiteY103" fmla="*/ 125710 h 508506"/>
                <a:gd name="connsiteX104" fmla="*/ 48712 w 508827"/>
                <a:gd name="connsiteY104" fmla="*/ 87024 h 508506"/>
                <a:gd name="connsiteX105" fmla="*/ 87398 w 508827"/>
                <a:gd name="connsiteY105" fmla="*/ 48338 h 508506"/>
                <a:gd name="connsiteX106" fmla="*/ 231067 w 508827"/>
                <a:gd name="connsiteY106" fmla="*/ 134325 h 508506"/>
                <a:gd name="connsiteX107" fmla="*/ 384100 w 508827"/>
                <a:gd name="connsiteY107" fmla="*/ 134325 h 508506"/>
                <a:gd name="connsiteX108" fmla="*/ 394802 w 508827"/>
                <a:gd name="connsiteY108" fmla="*/ 123624 h 508506"/>
                <a:gd name="connsiteX109" fmla="*/ 394802 w 508827"/>
                <a:gd name="connsiteY109" fmla="*/ 50264 h 508506"/>
                <a:gd name="connsiteX110" fmla="*/ 384100 w 508827"/>
                <a:gd name="connsiteY110" fmla="*/ 39563 h 508506"/>
                <a:gd name="connsiteX111" fmla="*/ 231067 w 508827"/>
                <a:gd name="connsiteY111" fmla="*/ 39563 h 508506"/>
                <a:gd name="connsiteX112" fmla="*/ 220366 w 508827"/>
                <a:gd name="connsiteY112" fmla="*/ 50264 h 508506"/>
                <a:gd name="connsiteX113" fmla="*/ 220366 w 508827"/>
                <a:gd name="connsiteY113" fmla="*/ 123731 h 508506"/>
                <a:gd name="connsiteX114" fmla="*/ 231067 w 508827"/>
                <a:gd name="connsiteY114" fmla="*/ 134325 h 508506"/>
                <a:gd name="connsiteX115" fmla="*/ 350604 w 508827"/>
                <a:gd name="connsiteY115" fmla="*/ 81727 h 508506"/>
                <a:gd name="connsiteX116" fmla="*/ 373506 w 508827"/>
                <a:gd name="connsiteY116" fmla="*/ 81727 h 508506"/>
                <a:gd name="connsiteX117" fmla="*/ 378857 w 508827"/>
                <a:gd name="connsiteY117" fmla="*/ 87078 h 508506"/>
                <a:gd name="connsiteX118" fmla="*/ 373506 w 508827"/>
                <a:gd name="connsiteY118" fmla="*/ 92429 h 508506"/>
                <a:gd name="connsiteX119" fmla="*/ 350604 w 508827"/>
                <a:gd name="connsiteY119" fmla="*/ 92429 h 508506"/>
                <a:gd name="connsiteX120" fmla="*/ 345254 w 508827"/>
                <a:gd name="connsiteY120" fmla="*/ 87078 h 508506"/>
                <a:gd name="connsiteX121" fmla="*/ 350604 w 508827"/>
                <a:gd name="connsiteY121" fmla="*/ 81727 h 508506"/>
                <a:gd name="connsiteX122" fmla="*/ 296133 w 508827"/>
                <a:gd name="connsiteY122" fmla="*/ 81727 h 508506"/>
                <a:gd name="connsiteX123" fmla="*/ 318821 w 508827"/>
                <a:gd name="connsiteY123" fmla="*/ 81727 h 508506"/>
                <a:gd name="connsiteX124" fmla="*/ 324171 w 508827"/>
                <a:gd name="connsiteY124" fmla="*/ 87078 h 508506"/>
                <a:gd name="connsiteX125" fmla="*/ 318821 w 508827"/>
                <a:gd name="connsiteY125" fmla="*/ 92429 h 508506"/>
                <a:gd name="connsiteX126" fmla="*/ 296133 w 508827"/>
                <a:gd name="connsiteY126" fmla="*/ 92429 h 508506"/>
                <a:gd name="connsiteX127" fmla="*/ 290782 w 508827"/>
                <a:gd name="connsiteY127" fmla="*/ 87078 h 508506"/>
                <a:gd name="connsiteX128" fmla="*/ 296133 w 508827"/>
                <a:gd name="connsiteY128" fmla="*/ 81727 h 508506"/>
                <a:gd name="connsiteX129" fmla="*/ 241662 w 508827"/>
                <a:gd name="connsiteY129" fmla="*/ 81727 h 508506"/>
                <a:gd name="connsiteX130" fmla="*/ 264563 w 508827"/>
                <a:gd name="connsiteY130" fmla="*/ 81727 h 508506"/>
                <a:gd name="connsiteX131" fmla="*/ 269914 w 508827"/>
                <a:gd name="connsiteY131" fmla="*/ 87078 h 508506"/>
                <a:gd name="connsiteX132" fmla="*/ 264563 w 508827"/>
                <a:gd name="connsiteY132" fmla="*/ 92429 h 508506"/>
                <a:gd name="connsiteX133" fmla="*/ 241662 w 508827"/>
                <a:gd name="connsiteY133" fmla="*/ 92429 h 508506"/>
                <a:gd name="connsiteX134" fmla="*/ 236311 w 508827"/>
                <a:gd name="connsiteY134" fmla="*/ 87078 h 508506"/>
                <a:gd name="connsiteX135" fmla="*/ 241662 w 508827"/>
                <a:gd name="connsiteY135" fmla="*/ 81727 h 508506"/>
                <a:gd name="connsiteX136" fmla="*/ 341722 w 508827"/>
                <a:gd name="connsiteY136" fmla="*/ 290997 h 508506"/>
                <a:gd name="connsiteX137" fmla="*/ 341722 w 508827"/>
                <a:gd name="connsiteY137" fmla="*/ 217477 h 508506"/>
                <a:gd name="connsiteX138" fmla="*/ 331020 w 508827"/>
                <a:gd name="connsiteY138" fmla="*/ 206775 h 508506"/>
                <a:gd name="connsiteX139" fmla="*/ 178095 w 508827"/>
                <a:gd name="connsiteY139" fmla="*/ 206775 h 508506"/>
                <a:gd name="connsiteX140" fmla="*/ 167393 w 508827"/>
                <a:gd name="connsiteY140" fmla="*/ 217477 h 508506"/>
                <a:gd name="connsiteX141" fmla="*/ 167393 w 508827"/>
                <a:gd name="connsiteY141" fmla="*/ 290997 h 508506"/>
                <a:gd name="connsiteX142" fmla="*/ 178095 w 508827"/>
                <a:gd name="connsiteY142" fmla="*/ 301698 h 508506"/>
                <a:gd name="connsiteX143" fmla="*/ 331127 w 508827"/>
                <a:gd name="connsiteY143" fmla="*/ 301698 h 508506"/>
                <a:gd name="connsiteX144" fmla="*/ 341722 w 508827"/>
                <a:gd name="connsiteY144" fmla="*/ 290997 h 508506"/>
                <a:gd name="connsiteX145" fmla="*/ 211805 w 508827"/>
                <a:gd name="connsiteY145" fmla="*/ 259588 h 508506"/>
                <a:gd name="connsiteX146" fmla="*/ 188689 w 508827"/>
                <a:gd name="connsiteY146" fmla="*/ 259588 h 508506"/>
                <a:gd name="connsiteX147" fmla="*/ 183338 w 508827"/>
                <a:gd name="connsiteY147" fmla="*/ 254237 h 508506"/>
                <a:gd name="connsiteX148" fmla="*/ 188689 w 508827"/>
                <a:gd name="connsiteY148" fmla="*/ 248886 h 508506"/>
                <a:gd name="connsiteX149" fmla="*/ 211805 w 508827"/>
                <a:gd name="connsiteY149" fmla="*/ 248886 h 508506"/>
                <a:gd name="connsiteX150" fmla="*/ 217155 w 508827"/>
                <a:gd name="connsiteY150" fmla="*/ 254237 h 508506"/>
                <a:gd name="connsiteX151" fmla="*/ 211805 w 508827"/>
                <a:gd name="connsiteY151" fmla="*/ 259588 h 508506"/>
                <a:gd name="connsiteX152" fmla="*/ 266276 w 508827"/>
                <a:gd name="connsiteY152" fmla="*/ 259588 h 508506"/>
                <a:gd name="connsiteX153" fmla="*/ 243160 w 508827"/>
                <a:gd name="connsiteY153" fmla="*/ 259588 h 508506"/>
                <a:gd name="connsiteX154" fmla="*/ 237809 w 508827"/>
                <a:gd name="connsiteY154" fmla="*/ 254237 h 508506"/>
                <a:gd name="connsiteX155" fmla="*/ 243160 w 508827"/>
                <a:gd name="connsiteY155" fmla="*/ 248886 h 508506"/>
                <a:gd name="connsiteX156" fmla="*/ 266062 w 508827"/>
                <a:gd name="connsiteY156" fmla="*/ 248886 h 508506"/>
                <a:gd name="connsiteX157" fmla="*/ 271412 w 508827"/>
                <a:gd name="connsiteY157" fmla="*/ 254237 h 508506"/>
                <a:gd name="connsiteX158" fmla="*/ 266062 w 508827"/>
                <a:gd name="connsiteY158" fmla="*/ 259588 h 508506"/>
                <a:gd name="connsiteX159" fmla="*/ 320747 w 508827"/>
                <a:gd name="connsiteY159" fmla="*/ 259588 h 508506"/>
                <a:gd name="connsiteX160" fmla="*/ 297417 w 508827"/>
                <a:gd name="connsiteY160" fmla="*/ 259588 h 508506"/>
                <a:gd name="connsiteX161" fmla="*/ 292067 w 508827"/>
                <a:gd name="connsiteY161" fmla="*/ 254237 h 508506"/>
                <a:gd name="connsiteX162" fmla="*/ 297417 w 508827"/>
                <a:gd name="connsiteY162" fmla="*/ 248886 h 508506"/>
                <a:gd name="connsiteX163" fmla="*/ 320319 w 508827"/>
                <a:gd name="connsiteY163" fmla="*/ 248886 h 508506"/>
                <a:gd name="connsiteX164" fmla="*/ 325670 w 508827"/>
                <a:gd name="connsiteY164" fmla="*/ 254237 h 508506"/>
                <a:gd name="connsiteX165" fmla="*/ 320319 w 508827"/>
                <a:gd name="connsiteY165" fmla="*/ 259588 h 508506"/>
                <a:gd name="connsiteX166" fmla="*/ 278154 w 508827"/>
                <a:gd name="connsiteY166" fmla="*/ 374148 h 508506"/>
                <a:gd name="connsiteX167" fmla="*/ 125122 w 508827"/>
                <a:gd name="connsiteY167" fmla="*/ 374148 h 508506"/>
                <a:gd name="connsiteX168" fmla="*/ 114420 w 508827"/>
                <a:gd name="connsiteY168" fmla="*/ 384850 h 508506"/>
                <a:gd name="connsiteX169" fmla="*/ 114420 w 508827"/>
                <a:gd name="connsiteY169" fmla="*/ 458209 h 508506"/>
                <a:gd name="connsiteX170" fmla="*/ 125122 w 508827"/>
                <a:gd name="connsiteY170" fmla="*/ 468911 h 508506"/>
                <a:gd name="connsiteX171" fmla="*/ 278154 w 508827"/>
                <a:gd name="connsiteY171" fmla="*/ 468911 h 508506"/>
                <a:gd name="connsiteX172" fmla="*/ 288856 w 508827"/>
                <a:gd name="connsiteY172" fmla="*/ 458209 h 508506"/>
                <a:gd name="connsiteX173" fmla="*/ 288856 w 508827"/>
                <a:gd name="connsiteY173" fmla="*/ 384689 h 508506"/>
                <a:gd name="connsiteX174" fmla="*/ 278154 w 508827"/>
                <a:gd name="connsiteY174" fmla="*/ 374148 h 508506"/>
                <a:gd name="connsiteX175" fmla="*/ 158618 w 508827"/>
                <a:gd name="connsiteY175" fmla="*/ 426746 h 508506"/>
                <a:gd name="connsiteX176" fmla="*/ 135716 w 508827"/>
                <a:gd name="connsiteY176" fmla="*/ 426746 h 508506"/>
                <a:gd name="connsiteX177" fmla="*/ 130365 w 508827"/>
                <a:gd name="connsiteY177" fmla="*/ 421396 h 508506"/>
                <a:gd name="connsiteX178" fmla="*/ 135716 w 508827"/>
                <a:gd name="connsiteY178" fmla="*/ 416045 h 508506"/>
                <a:gd name="connsiteX179" fmla="*/ 158618 w 508827"/>
                <a:gd name="connsiteY179" fmla="*/ 416045 h 508506"/>
                <a:gd name="connsiteX180" fmla="*/ 163968 w 508827"/>
                <a:gd name="connsiteY180" fmla="*/ 421396 h 508506"/>
                <a:gd name="connsiteX181" fmla="*/ 158618 w 508827"/>
                <a:gd name="connsiteY181" fmla="*/ 426746 h 508506"/>
                <a:gd name="connsiteX182" fmla="*/ 213089 w 508827"/>
                <a:gd name="connsiteY182" fmla="*/ 426746 h 508506"/>
                <a:gd name="connsiteX183" fmla="*/ 190401 w 508827"/>
                <a:gd name="connsiteY183" fmla="*/ 426746 h 508506"/>
                <a:gd name="connsiteX184" fmla="*/ 185051 w 508827"/>
                <a:gd name="connsiteY184" fmla="*/ 421396 h 508506"/>
                <a:gd name="connsiteX185" fmla="*/ 190401 w 508827"/>
                <a:gd name="connsiteY185" fmla="*/ 416045 h 508506"/>
                <a:gd name="connsiteX186" fmla="*/ 213303 w 508827"/>
                <a:gd name="connsiteY186" fmla="*/ 416045 h 508506"/>
                <a:gd name="connsiteX187" fmla="*/ 218654 w 508827"/>
                <a:gd name="connsiteY187" fmla="*/ 421396 h 508506"/>
                <a:gd name="connsiteX188" fmla="*/ 213303 w 508827"/>
                <a:gd name="connsiteY188" fmla="*/ 426746 h 508506"/>
                <a:gd name="connsiteX189" fmla="*/ 267560 w 508827"/>
                <a:gd name="connsiteY189" fmla="*/ 426746 h 508506"/>
                <a:gd name="connsiteX190" fmla="*/ 244658 w 508827"/>
                <a:gd name="connsiteY190" fmla="*/ 426746 h 508506"/>
                <a:gd name="connsiteX191" fmla="*/ 239308 w 508827"/>
                <a:gd name="connsiteY191" fmla="*/ 421396 h 508506"/>
                <a:gd name="connsiteX192" fmla="*/ 244658 w 508827"/>
                <a:gd name="connsiteY192" fmla="*/ 416045 h 508506"/>
                <a:gd name="connsiteX193" fmla="*/ 267560 w 508827"/>
                <a:gd name="connsiteY193" fmla="*/ 416045 h 508506"/>
                <a:gd name="connsiteX194" fmla="*/ 272911 w 508827"/>
                <a:gd name="connsiteY194" fmla="*/ 421396 h 508506"/>
                <a:gd name="connsiteX195" fmla="*/ 267560 w 508827"/>
                <a:gd name="connsiteY195" fmla="*/ 426746 h 5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</a:cxnLst>
              <a:rect l="l" t="t" r="r" b="b"/>
              <a:pathLst>
                <a:path w="508827" h="508506">
                  <a:moveTo>
                    <a:pt x="421823" y="334499"/>
                  </a:moveTo>
                  <a:cubicBezTo>
                    <a:pt x="373773" y="334499"/>
                    <a:pt x="334819" y="373452"/>
                    <a:pt x="334819" y="421503"/>
                  </a:cubicBezTo>
                  <a:cubicBezTo>
                    <a:pt x="334819" y="469554"/>
                    <a:pt x="373773" y="508507"/>
                    <a:pt x="421823" y="508507"/>
                  </a:cubicBezTo>
                  <a:cubicBezTo>
                    <a:pt x="469875" y="508507"/>
                    <a:pt x="508827" y="469553"/>
                    <a:pt x="508827" y="421503"/>
                  </a:cubicBezTo>
                  <a:cubicBezTo>
                    <a:pt x="508827" y="421485"/>
                    <a:pt x="508827" y="421467"/>
                    <a:pt x="508827" y="421449"/>
                  </a:cubicBezTo>
                  <a:cubicBezTo>
                    <a:pt x="508798" y="373419"/>
                    <a:pt x="469853" y="334499"/>
                    <a:pt x="421823" y="334499"/>
                  </a:cubicBezTo>
                  <a:close/>
                  <a:moveTo>
                    <a:pt x="471746" y="408661"/>
                  </a:moveTo>
                  <a:lnTo>
                    <a:pt x="408446" y="454892"/>
                  </a:lnTo>
                  <a:cubicBezTo>
                    <a:pt x="402748" y="459064"/>
                    <a:pt x="394746" y="457827"/>
                    <a:pt x="390573" y="452129"/>
                  </a:cubicBezTo>
                  <a:cubicBezTo>
                    <a:pt x="390366" y="451845"/>
                    <a:pt x="390170" y="451553"/>
                    <a:pt x="389986" y="451253"/>
                  </a:cubicBezTo>
                  <a:lnTo>
                    <a:pt x="368583" y="416366"/>
                  </a:lnTo>
                  <a:cubicBezTo>
                    <a:pt x="364959" y="410304"/>
                    <a:pt x="366935" y="402452"/>
                    <a:pt x="372997" y="398828"/>
                  </a:cubicBezTo>
                  <a:cubicBezTo>
                    <a:pt x="378981" y="395250"/>
                    <a:pt x="386728" y="397124"/>
                    <a:pt x="390414" y="403042"/>
                  </a:cubicBezTo>
                  <a:lnTo>
                    <a:pt x="404433" y="426104"/>
                  </a:lnTo>
                  <a:lnTo>
                    <a:pt x="456604" y="388007"/>
                  </a:lnTo>
                  <a:cubicBezTo>
                    <a:pt x="462178" y="383670"/>
                    <a:pt x="470213" y="384673"/>
                    <a:pt x="474550" y="390248"/>
                  </a:cubicBezTo>
                  <a:cubicBezTo>
                    <a:pt x="478887" y="395823"/>
                    <a:pt x="477883" y="403857"/>
                    <a:pt x="472309" y="408194"/>
                  </a:cubicBezTo>
                  <a:cubicBezTo>
                    <a:pt x="472125" y="408337"/>
                    <a:pt x="471937" y="408475"/>
                    <a:pt x="471746" y="408607"/>
                  </a:cubicBezTo>
                  <a:close/>
                  <a:moveTo>
                    <a:pt x="324439" y="416152"/>
                  </a:moveTo>
                  <a:cubicBezTo>
                    <a:pt x="324221" y="419716"/>
                    <a:pt x="324221" y="423290"/>
                    <a:pt x="324439" y="426854"/>
                  </a:cubicBezTo>
                  <a:lnTo>
                    <a:pt x="299344" y="426854"/>
                  </a:lnTo>
                  <a:lnTo>
                    <a:pt x="299344" y="416152"/>
                  </a:lnTo>
                  <a:close/>
                  <a:moveTo>
                    <a:pt x="405289" y="93017"/>
                  </a:moveTo>
                  <a:lnTo>
                    <a:pt x="405289" y="82315"/>
                  </a:lnTo>
                  <a:cubicBezTo>
                    <a:pt x="454050" y="88207"/>
                    <a:pt x="488802" y="132511"/>
                    <a:pt x="482910" y="181271"/>
                  </a:cubicBezTo>
                  <a:cubicBezTo>
                    <a:pt x="477512" y="225948"/>
                    <a:pt x="439590" y="259552"/>
                    <a:pt x="394588" y="259534"/>
                  </a:cubicBezTo>
                  <a:lnTo>
                    <a:pt x="352317" y="259534"/>
                  </a:lnTo>
                  <a:lnTo>
                    <a:pt x="352317" y="248886"/>
                  </a:lnTo>
                  <a:lnTo>
                    <a:pt x="394695" y="248886"/>
                  </a:lnTo>
                  <a:cubicBezTo>
                    <a:pt x="437958" y="248828"/>
                    <a:pt x="472984" y="213708"/>
                    <a:pt x="472925" y="170445"/>
                  </a:cubicBezTo>
                  <a:cubicBezTo>
                    <a:pt x="472873" y="131397"/>
                    <a:pt x="444071" y="98351"/>
                    <a:pt x="405396" y="92964"/>
                  </a:cubicBezTo>
                  <a:close/>
                  <a:moveTo>
                    <a:pt x="185051" y="92321"/>
                  </a:moveTo>
                  <a:cubicBezTo>
                    <a:pt x="185269" y="88758"/>
                    <a:pt x="185269" y="85184"/>
                    <a:pt x="185051" y="81620"/>
                  </a:cubicBezTo>
                  <a:lnTo>
                    <a:pt x="210146" y="81620"/>
                  </a:lnTo>
                  <a:lnTo>
                    <a:pt x="210146" y="92321"/>
                  </a:lnTo>
                  <a:close/>
                  <a:moveTo>
                    <a:pt x="103932" y="415456"/>
                  </a:moveTo>
                  <a:lnTo>
                    <a:pt x="103932" y="426158"/>
                  </a:lnTo>
                  <a:cubicBezTo>
                    <a:pt x="55172" y="420525"/>
                    <a:pt x="20209" y="376430"/>
                    <a:pt x="25842" y="327669"/>
                  </a:cubicBezTo>
                  <a:cubicBezTo>
                    <a:pt x="31044" y="282637"/>
                    <a:pt x="69304" y="248737"/>
                    <a:pt x="114634" y="248993"/>
                  </a:cubicBezTo>
                  <a:lnTo>
                    <a:pt x="157012" y="248993"/>
                  </a:lnTo>
                  <a:lnTo>
                    <a:pt x="157012" y="259695"/>
                  </a:lnTo>
                  <a:lnTo>
                    <a:pt x="114527" y="259695"/>
                  </a:lnTo>
                  <a:cubicBezTo>
                    <a:pt x="71264" y="259753"/>
                    <a:pt x="36239" y="294872"/>
                    <a:pt x="36297" y="338136"/>
                  </a:cubicBezTo>
                  <a:cubicBezTo>
                    <a:pt x="36349" y="377184"/>
                    <a:pt x="65151" y="410230"/>
                    <a:pt x="103825" y="415617"/>
                  </a:cubicBezTo>
                  <a:close/>
                  <a:moveTo>
                    <a:pt x="33141" y="154979"/>
                  </a:moveTo>
                  <a:cubicBezTo>
                    <a:pt x="36613" y="157871"/>
                    <a:pt x="41655" y="157871"/>
                    <a:pt x="45127" y="154979"/>
                  </a:cubicBezTo>
                  <a:lnTo>
                    <a:pt x="54812" y="146846"/>
                  </a:lnTo>
                  <a:cubicBezTo>
                    <a:pt x="58364" y="143815"/>
                    <a:pt x="63700" y="144238"/>
                    <a:pt x="66731" y="147790"/>
                  </a:cubicBezTo>
                  <a:cubicBezTo>
                    <a:pt x="67879" y="149136"/>
                    <a:pt x="68576" y="150808"/>
                    <a:pt x="68724" y="152572"/>
                  </a:cubicBezTo>
                  <a:lnTo>
                    <a:pt x="69901" y="165146"/>
                  </a:lnTo>
                  <a:cubicBezTo>
                    <a:pt x="70295" y="169651"/>
                    <a:pt x="73853" y="173231"/>
                    <a:pt x="78356" y="173654"/>
                  </a:cubicBezTo>
                  <a:cubicBezTo>
                    <a:pt x="84580" y="174322"/>
                    <a:pt x="90859" y="174322"/>
                    <a:pt x="97083" y="173654"/>
                  </a:cubicBezTo>
                  <a:cubicBezTo>
                    <a:pt x="101593" y="173179"/>
                    <a:pt x="105122" y="169558"/>
                    <a:pt x="105484" y="165039"/>
                  </a:cubicBezTo>
                  <a:lnTo>
                    <a:pt x="106554" y="152464"/>
                  </a:lnTo>
                  <a:cubicBezTo>
                    <a:pt x="106949" y="147783"/>
                    <a:pt x="111063" y="144306"/>
                    <a:pt x="115746" y="144700"/>
                  </a:cubicBezTo>
                  <a:cubicBezTo>
                    <a:pt x="117480" y="144847"/>
                    <a:pt x="119128" y="145521"/>
                    <a:pt x="120466" y="146632"/>
                  </a:cubicBezTo>
                  <a:lnTo>
                    <a:pt x="130151" y="154712"/>
                  </a:lnTo>
                  <a:cubicBezTo>
                    <a:pt x="133623" y="157604"/>
                    <a:pt x="138665" y="157604"/>
                    <a:pt x="142137" y="154712"/>
                  </a:cubicBezTo>
                  <a:cubicBezTo>
                    <a:pt x="147013" y="150763"/>
                    <a:pt x="151444" y="146296"/>
                    <a:pt x="155354" y="141388"/>
                  </a:cubicBezTo>
                  <a:cubicBezTo>
                    <a:pt x="158246" y="137916"/>
                    <a:pt x="158246" y="132875"/>
                    <a:pt x="155354" y="129403"/>
                  </a:cubicBezTo>
                  <a:lnTo>
                    <a:pt x="147220" y="119771"/>
                  </a:lnTo>
                  <a:cubicBezTo>
                    <a:pt x="144104" y="116255"/>
                    <a:pt x="144428" y="110878"/>
                    <a:pt x="147945" y="107761"/>
                  </a:cubicBezTo>
                  <a:cubicBezTo>
                    <a:pt x="149336" y="106528"/>
                    <a:pt x="151092" y="105785"/>
                    <a:pt x="152946" y="105645"/>
                  </a:cubicBezTo>
                  <a:lnTo>
                    <a:pt x="165360" y="104414"/>
                  </a:lnTo>
                  <a:cubicBezTo>
                    <a:pt x="169847" y="104025"/>
                    <a:pt x="173421" y="100495"/>
                    <a:pt x="173867" y="96014"/>
                  </a:cubicBezTo>
                  <a:cubicBezTo>
                    <a:pt x="174536" y="89771"/>
                    <a:pt x="174536" y="83475"/>
                    <a:pt x="173867" y="77232"/>
                  </a:cubicBezTo>
                  <a:cubicBezTo>
                    <a:pt x="173372" y="72733"/>
                    <a:pt x="169763" y="69214"/>
                    <a:pt x="165253" y="68831"/>
                  </a:cubicBezTo>
                  <a:lnTo>
                    <a:pt x="152678" y="67761"/>
                  </a:lnTo>
                  <a:cubicBezTo>
                    <a:pt x="148023" y="67403"/>
                    <a:pt x="144539" y="63339"/>
                    <a:pt x="144897" y="58684"/>
                  </a:cubicBezTo>
                  <a:cubicBezTo>
                    <a:pt x="145032" y="56926"/>
                    <a:pt x="145714" y="55254"/>
                    <a:pt x="146846" y="53903"/>
                  </a:cubicBezTo>
                  <a:lnTo>
                    <a:pt x="154926" y="44164"/>
                  </a:lnTo>
                  <a:cubicBezTo>
                    <a:pt x="157818" y="40692"/>
                    <a:pt x="157818" y="35650"/>
                    <a:pt x="154926" y="32178"/>
                  </a:cubicBezTo>
                  <a:cubicBezTo>
                    <a:pt x="150986" y="27247"/>
                    <a:pt x="146518" y="22761"/>
                    <a:pt x="141602" y="18801"/>
                  </a:cubicBezTo>
                  <a:cubicBezTo>
                    <a:pt x="138130" y="15910"/>
                    <a:pt x="133088" y="15910"/>
                    <a:pt x="129616" y="18801"/>
                  </a:cubicBezTo>
                  <a:lnTo>
                    <a:pt x="119985" y="26935"/>
                  </a:lnTo>
                  <a:cubicBezTo>
                    <a:pt x="116397" y="29968"/>
                    <a:pt x="111029" y="29519"/>
                    <a:pt x="107995" y="25931"/>
                  </a:cubicBezTo>
                  <a:cubicBezTo>
                    <a:pt x="106867" y="24597"/>
                    <a:pt x="106178" y="22949"/>
                    <a:pt x="106019" y="21209"/>
                  </a:cubicBezTo>
                  <a:lnTo>
                    <a:pt x="104789" y="9010"/>
                  </a:lnTo>
                  <a:cubicBezTo>
                    <a:pt x="104379" y="4532"/>
                    <a:pt x="100860" y="968"/>
                    <a:pt x="96388" y="502"/>
                  </a:cubicBezTo>
                  <a:cubicBezTo>
                    <a:pt x="90145" y="-167"/>
                    <a:pt x="83849" y="-167"/>
                    <a:pt x="77606" y="502"/>
                  </a:cubicBezTo>
                  <a:cubicBezTo>
                    <a:pt x="73110" y="1025"/>
                    <a:pt x="69612" y="4657"/>
                    <a:pt x="69259" y="9170"/>
                  </a:cubicBezTo>
                  <a:lnTo>
                    <a:pt x="68189" y="21744"/>
                  </a:lnTo>
                  <a:cubicBezTo>
                    <a:pt x="67831" y="26400"/>
                    <a:pt x="63767" y="29884"/>
                    <a:pt x="59111" y="29526"/>
                  </a:cubicBezTo>
                  <a:cubicBezTo>
                    <a:pt x="57354" y="29390"/>
                    <a:pt x="55682" y="28709"/>
                    <a:pt x="54330" y="27577"/>
                  </a:cubicBezTo>
                  <a:lnTo>
                    <a:pt x="44592" y="19497"/>
                  </a:lnTo>
                  <a:cubicBezTo>
                    <a:pt x="41120" y="16605"/>
                    <a:pt x="36078" y="16605"/>
                    <a:pt x="32606" y="19497"/>
                  </a:cubicBezTo>
                  <a:cubicBezTo>
                    <a:pt x="27671" y="23431"/>
                    <a:pt x="23169" y="27879"/>
                    <a:pt x="19176" y="32767"/>
                  </a:cubicBezTo>
                  <a:cubicBezTo>
                    <a:pt x="16284" y="36239"/>
                    <a:pt x="16284" y="41281"/>
                    <a:pt x="19176" y="44753"/>
                  </a:cubicBezTo>
                  <a:lnTo>
                    <a:pt x="27309" y="54438"/>
                  </a:lnTo>
                  <a:cubicBezTo>
                    <a:pt x="30340" y="57990"/>
                    <a:pt x="29917" y="63326"/>
                    <a:pt x="26365" y="66357"/>
                  </a:cubicBezTo>
                  <a:cubicBezTo>
                    <a:pt x="25019" y="67505"/>
                    <a:pt x="23347" y="68202"/>
                    <a:pt x="21584" y="68350"/>
                  </a:cubicBezTo>
                  <a:lnTo>
                    <a:pt x="9009" y="69527"/>
                  </a:lnTo>
                  <a:cubicBezTo>
                    <a:pt x="4513" y="69941"/>
                    <a:pt x="944" y="73488"/>
                    <a:pt x="501" y="77981"/>
                  </a:cubicBezTo>
                  <a:cubicBezTo>
                    <a:pt x="-167" y="84224"/>
                    <a:pt x="-167" y="90520"/>
                    <a:pt x="501" y="96763"/>
                  </a:cubicBezTo>
                  <a:cubicBezTo>
                    <a:pt x="1029" y="101402"/>
                    <a:pt x="4877" y="104954"/>
                    <a:pt x="9544" y="105110"/>
                  </a:cubicBezTo>
                  <a:lnTo>
                    <a:pt x="22119" y="106180"/>
                  </a:lnTo>
                  <a:cubicBezTo>
                    <a:pt x="26801" y="106574"/>
                    <a:pt x="30277" y="110689"/>
                    <a:pt x="29883" y="115372"/>
                  </a:cubicBezTo>
                  <a:cubicBezTo>
                    <a:pt x="29737" y="117105"/>
                    <a:pt x="29063" y="118753"/>
                    <a:pt x="27951" y="120092"/>
                  </a:cubicBezTo>
                  <a:lnTo>
                    <a:pt x="19871" y="129777"/>
                  </a:lnTo>
                  <a:cubicBezTo>
                    <a:pt x="16979" y="133249"/>
                    <a:pt x="16979" y="138291"/>
                    <a:pt x="19871" y="141763"/>
                  </a:cubicBezTo>
                  <a:cubicBezTo>
                    <a:pt x="23817" y="146624"/>
                    <a:pt x="28265" y="151053"/>
                    <a:pt x="33141" y="154979"/>
                  </a:cubicBezTo>
                  <a:close/>
                  <a:moveTo>
                    <a:pt x="87398" y="48338"/>
                  </a:moveTo>
                  <a:cubicBezTo>
                    <a:pt x="108764" y="48338"/>
                    <a:pt x="126085" y="65658"/>
                    <a:pt x="126085" y="87024"/>
                  </a:cubicBezTo>
                  <a:cubicBezTo>
                    <a:pt x="126085" y="108390"/>
                    <a:pt x="108764" y="125710"/>
                    <a:pt x="87398" y="125710"/>
                  </a:cubicBezTo>
                  <a:cubicBezTo>
                    <a:pt x="66033" y="125710"/>
                    <a:pt x="48712" y="108390"/>
                    <a:pt x="48712" y="87024"/>
                  </a:cubicBezTo>
                  <a:cubicBezTo>
                    <a:pt x="48712" y="65658"/>
                    <a:pt x="66033" y="48338"/>
                    <a:pt x="87398" y="48338"/>
                  </a:cubicBezTo>
                  <a:close/>
                  <a:moveTo>
                    <a:pt x="231067" y="134325"/>
                  </a:moveTo>
                  <a:lnTo>
                    <a:pt x="384100" y="134325"/>
                  </a:lnTo>
                  <a:cubicBezTo>
                    <a:pt x="390011" y="134325"/>
                    <a:pt x="394802" y="129534"/>
                    <a:pt x="394802" y="123624"/>
                  </a:cubicBezTo>
                  <a:lnTo>
                    <a:pt x="394802" y="50264"/>
                  </a:lnTo>
                  <a:cubicBezTo>
                    <a:pt x="394802" y="44354"/>
                    <a:pt x="390011" y="39563"/>
                    <a:pt x="384100" y="39563"/>
                  </a:cubicBezTo>
                  <a:lnTo>
                    <a:pt x="231067" y="39563"/>
                  </a:lnTo>
                  <a:cubicBezTo>
                    <a:pt x="225157" y="39563"/>
                    <a:pt x="220366" y="44354"/>
                    <a:pt x="220366" y="50264"/>
                  </a:cubicBezTo>
                  <a:lnTo>
                    <a:pt x="220366" y="123731"/>
                  </a:lnTo>
                  <a:cubicBezTo>
                    <a:pt x="220425" y="129599"/>
                    <a:pt x="225199" y="134326"/>
                    <a:pt x="231067" y="134325"/>
                  </a:cubicBezTo>
                  <a:close/>
                  <a:moveTo>
                    <a:pt x="350604" y="81727"/>
                  </a:moveTo>
                  <a:lnTo>
                    <a:pt x="373506" y="81727"/>
                  </a:lnTo>
                  <a:cubicBezTo>
                    <a:pt x="376461" y="81727"/>
                    <a:pt x="378857" y="84122"/>
                    <a:pt x="378857" y="87078"/>
                  </a:cubicBezTo>
                  <a:cubicBezTo>
                    <a:pt x="378857" y="90033"/>
                    <a:pt x="376461" y="92429"/>
                    <a:pt x="373506" y="92429"/>
                  </a:cubicBezTo>
                  <a:lnTo>
                    <a:pt x="350604" y="92429"/>
                  </a:lnTo>
                  <a:cubicBezTo>
                    <a:pt x="347649" y="92429"/>
                    <a:pt x="345254" y="90033"/>
                    <a:pt x="345254" y="87078"/>
                  </a:cubicBezTo>
                  <a:cubicBezTo>
                    <a:pt x="345254" y="84122"/>
                    <a:pt x="347649" y="81727"/>
                    <a:pt x="350604" y="81727"/>
                  </a:cubicBezTo>
                  <a:close/>
                  <a:moveTo>
                    <a:pt x="296133" y="81727"/>
                  </a:moveTo>
                  <a:lnTo>
                    <a:pt x="318821" y="81727"/>
                  </a:lnTo>
                  <a:cubicBezTo>
                    <a:pt x="321776" y="81727"/>
                    <a:pt x="324171" y="84122"/>
                    <a:pt x="324171" y="87078"/>
                  </a:cubicBezTo>
                  <a:cubicBezTo>
                    <a:pt x="324171" y="90033"/>
                    <a:pt x="321776" y="92429"/>
                    <a:pt x="318821" y="92429"/>
                  </a:cubicBezTo>
                  <a:lnTo>
                    <a:pt x="296133" y="92429"/>
                  </a:lnTo>
                  <a:cubicBezTo>
                    <a:pt x="293178" y="92429"/>
                    <a:pt x="290782" y="90033"/>
                    <a:pt x="290782" y="87078"/>
                  </a:cubicBezTo>
                  <a:cubicBezTo>
                    <a:pt x="290782" y="84122"/>
                    <a:pt x="293178" y="81727"/>
                    <a:pt x="296133" y="81727"/>
                  </a:cubicBezTo>
                  <a:close/>
                  <a:moveTo>
                    <a:pt x="241662" y="81727"/>
                  </a:moveTo>
                  <a:lnTo>
                    <a:pt x="264563" y="81727"/>
                  </a:lnTo>
                  <a:cubicBezTo>
                    <a:pt x="267519" y="81727"/>
                    <a:pt x="269914" y="84122"/>
                    <a:pt x="269914" y="87078"/>
                  </a:cubicBezTo>
                  <a:cubicBezTo>
                    <a:pt x="269914" y="90033"/>
                    <a:pt x="267519" y="92429"/>
                    <a:pt x="264563" y="92429"/>
                  </a:cubicBezTo>
                  <a:lnTo>
                    <a:pt x="241662" y="92429"/>
                  </a:lnTo>
                  <a:cubicBezTo>
                    <a:pt x="238707" y="92429"/>
                    <a:pt x="236311" y="90033"/>
                    <a:pt x="236311" y="87078"/>
                  </a:cubicBezTo>
                  <a:cubicBezTo>
                    <a:pt x="236311" y="84122"/>
                    <a:pt x="238707" y="81727"/>
                    <a:pt x="241662" y="81727"/>
                  </a:cubicBezTo>
                  <a:close/>
                  <a:moveTo>
                    <a:pt x="341722" y="290997"/>
                  </a:moveTo>
                  <a:lnTo>
                    <a:pt x="341722" y="217477"/>
                  </a:lnTo>
                  <a:cubicBezTo>
                    <a:pt x="341722" y="211566"/>
                    <a:pt x="336931" y="206775"/>
                    <a:pt x="331020" y="206775"/>
                  </a:cubicBezTo>
                  <a:lnTo>
                    <a:pt x="178095" y="206775"/>
                  </a:lnTo>
                  <a:cubicBezTo>
                    <a:pt x="172184" y="206775"/>
                    <a:pt x="167393" y="211566"/>
                    <a:pt x="167393" y="217477"/>
                  </a:cubicBezTo>
                  <a:lnTo>
                    <a:pt x="167393" y="290997"/>
                  </a:lnTo>
                  <a:cubicBezTo>
                    <a:pt x="167393" y="296907"/>
                    <a:pt x="172184" y="301698"/>
                    <a:pt x="178095" y="301698"/>
                  </a:cubicBezTo>
                  <a:lnTo>
                    <a:pt x="331127" y="301698"/>
                  </a:lnTo>
                  <a:cubicBezTo>
                    <a:pt x="336996" y="301639"/>
                    <a:pt x="341722" y="296865"/>
                    <a:pt x="341722" y="290997"/>
                  </a:cubicBezTo>
                  <a:close/>
                  <a:moveTo>
                    <a:pt x="211805" y="259588"/>
                  </a:moveTo>
                  <a:lnTo>
                    <a:pt x="188689" y="259588"/>
                  </a:lnTo>
                  <a:cubicBezTo>
                    <a:pt x="185734" y="259588"/>
                    <a:pt x="183338" y="257192"/>
                    <a:pt x="183338" y="254237"/>
                  </a:cubicBezTo>
                  <a:cubicBezTo>
                    <a:pt x="183338" y="251281"/>
                    <a:pt x="185734" y="248886"/>
                    <a:pt x="188689" y="248886"/>
                  </a:cubicBezTo>
                  <a:lnTo>
                    <a:pt x="211805" y="248886"/>
                  </a:lnTo>
                  <a:cubicBezTo>
                    <a:pt x="214760" y="248886"/>
                    <a:pt x="217155" y="251281"/>
                    <a:pt x="217155" y="254237"/>
                  </a:cubicBezTo>
                  <a:cubicBezTo>
                    <a:pt x="217155" y="257192"/>
                    <a:pt x="214760" y="259588"/>
                    <a:pt x="211805" y="259588"/>
                  </a:cubicBezTo>
                  <a:close/>
                  <a:moveTo>
                    <a:pt x="266276" y="259588"/>
                  </a:moveTo>
                  <a:lnTo>
                    <a:pt x="243160" y="259588"/>
                  </a:lnTo>
                  <a:cubicBezTo>
                    <a:pt x="240205" y="259588"/>
                    <a:pt x="237809" y="257192"/>
                    <a:pt x="237809" y="254237"/>
                  </a:cubicBezTo>
                  <a:cubicBezTo>
                    <a:pt x="237809" y="251281"/>
                    <a:pt x="240205" y="248886"/>
                    <a:pt x="243160" y="248886"/>
                  </a:cubicBezTo>
                  <a:lnTo>
                    <a:pt x="266062" y="248886"/>
                  </a:lnTo>
                  <a:cubicBezTo>
                    <a:pt x="269017" y="248886"/>
                    <a:pt x="271412" y="251281"/>
                    <a:pt x="271412" y="254237"/>
                  </a:cubicBezTo>
                  <a:cubicBezTo>
                    <a:pt x="271412" y="257192"/>
                    <a:pt x="269017" y="259588"/>
                    <a:pt x="266062" y="259588"/>
                  </a:cubicBezTo>
                  <a:close/>
                  <a:moveTo>
                    <a:pt x="320747" y="259588"/>
                  </a:moveTo>
                  <a:lnTo>
                    <a:pt x="297417" y="259588"/>
                  </a:lnTo>
                  <a:cubicBezTo>
                    <a:pt x="294462" y="259588"/>
                    <a:pt x="292067" y="257192"/>
                    <a:pt x="292067" y="254237"/>
                  </a:cubicBezTo>
                  <a:cubicBezTo>
                    <a:pt x="292067" y="251281"/>
                    <a:pt x="294462" y="248886"/>
                    <a:pt x="297417" y="248886"/>
                  </a:cubicBezTo>
                  <a:lnTo>
                    <a:pt x="320319" y="248886"/>
                  </a:lnTo>
                  <a:cubicBezTo>
                    <a:pt x="323274" y="248886"/>
                    <a:pt x="325670" y="251281"/>
                    <a:pt x="325670" y="254237"/>
                  </a:cubicBezTo>
                  <a:cubicBezTo>
                    <a:pt x="325670" y="257192"/>
                    <a:pt x="323274" y="259588"/>
                    <a:pt x="320319" y="259588"/>
                  </a:cubicBezTo>
                  <a:close/>
                  <a:moveTo>
                    <a:pt x="278154" y="374148"/>
                  </a:moveTo>
                  <a:lnTo>
                    <a:pt x="125122" y="374148"/>
                  </a:lnTo>
                  <a:cubicBezTo>
                    <a:pt x="119211" y="374148"/>
                    <a:pt x="114420" y="378939"/>
                    <a:pt x="114420" y="384850"/>
                  </a:cubicBezTo>
                  <a:lnTo>
                    <a:pt x="114420" y="458209"/>
                  </a:lnTo>
                  <a:cubicBezTo>
                    <a:pt x="114420" y="464120"/>
                    <a:pt x="119211" y="468911"/>
                    <a:pt x="125122" y="468911"/>
                  </a:cubicBezTo>
                  <a:lnTo>
                    <a:pt x="278154" y="468911"/>
                  </a:lnTo>
                  <a:cubicBezTo>
                    <a:pt x="284065" y="468911"/>
                    <a:pt x="288856" y="464120"/>
                    <a:pt x="288856" y="458209"/>
                  </a:cubicBezTo>
                  <a:lnTo>
                    <a:pt x="288856" y="384689"/>
                  </a:lnTo>
                  <a:cubicBezTo>
                    <a:pt x="288768" y="378842"/>
                    <a:pt x="284003" y="374148"/>
                    <a:pt x="278154" y="374148"/>
                  </a:cubicBezTo>
                  <a:close/>
                  <a:moveTo>
                    <a:pt x="158618" y="426746"/>
                  </a:moveTo>
                  <a:lnTo>
                    <a:pt x="135716" y="426746"/>
                  </a:lnTo>
                  <a:cubicBezTo>
                    <a:pt x="132761" y="426746"/>
                    <a:pt x="130365" y="424351"/>
                    <a:pt x="130365" y="421396"/>
                  </a:cubicBezTo>
                  <a:cubicBezTo>
                    <a:pt x="130365" y="418440"/>
                    <a:pt x="132761" y="416045"/>
                    <a:pt x="135716" y="416045"/>
                  </a:cubicBezTo>
                  <a:lnTo>
                    <a:pt x="158618" y="416045"/>
                  </a:lnTo>
                  <a:cubicBezTo>
                    <a:pt x="161573" y="416045"/>
                    <a:pt x="163968" y="418440"/>
                    <a:pt x="163968" y="421396"/>
                  </a:cubicBezTo>
                  <a:cubicBezTo>
                    <a:pt x="163968" y="424351"/>
                    <a:pt x="161573" y="426746"/>
                    <a:pt x="158618" y="426746"/>
                  </a:cubicBezTo>
                  <a:close/>
                  <a:moveTo>
                    <a:pt x="213089" y="426746"/>
                  </a:moveTo>
                  <a:lnTo>
                    <a:pt x="190401" y="426746"/>
                  </a:lnTo>
                  <a:cubicBezTo>
                    <a:pt x="187446" y="426746"/>
                    <a:pt x="185051" y="424351"/>
                    <a:pt x="185051" y="421396"/>
                  </a:cubicBezTo>
                  <a:cubicBezTo>
                    <a:pt x="185051" y="418440"/>
                    <a:pt x="187446" y="416045"/>
                    <a:pt x="190401" y="416045"/>
                  </a:cubicBezTo>
                  <a:lnTo>
                    <a:pt x="213303" y="416045"/>
                  </a:lnTo>
                  <a:cubicBezTo>
                    <a:pt x="216258" y="416045"/>
                    <a:pt x="218654" y="418440"/>
                    <a:pt x="218654" y="421396"/>
                  </a:cubicBezTo>
                  <a:cubicBezTo>
                    <a:pt x="218654" y="424351"/>
                    <a:pt x="216258" y="426746"/>
                    <a:pt x="213303" y="426746"/>
                  </a:cubicBezTo>
                  <a:close/>
                  <a:moveTo>
                    <a:pt x="267560" y="426746"/>
                  </a:moveTo>
                  <a:lnTo>
                    <a:pt x="244658" y="426746"/>
                  </a:lnTo>
                  <a:cubicBezTo>
                    <a:pt x="241703" y="426746"/>
                    <a:pt x="239308" y="424351"/>
                    <a:pt x="239308" y="421396"/>
                  </a:cubicBezTo>
                  <a:cubicBezTo>
                    <a:pt x="239308" y="418440"/>
                    <a:pt x="241703" y="416045"/>
                    <a:pt x="244658" y="416045"/>
                  </a:cubicBezTo>
                  <a:lnTo>
                    <a:pt x="267560" y="416045"/>
                  </a:lnTo>
                  <a:cubicBezTo>
                    <a:pt x="270515" y="416045"/>
                    <a:pt x="272911" y="418440"/>
                    <a:pt x="272911" y="421396"/>
                  </a:cubicBezTo>
                  <a:cubicBezTo>
                    <a:pt x="272911" y="424351"/>
                    <a:pt x="270515" y="426746"/>
                    <a:pt x="267560" y="426746"/>
                  </a:cubicBezTo>
                  <a:close/>
                </a:path>
              </a:pathLst>
            </a:custGeom>
            <a:solidFill>
              <a:srgbClr val="1ABC85"/>
            </a:solidFill>
            <a:ln w="5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91" name="Agrupar 190">
            <a:extLst>
              <a:ext uri="{FF2B5EF4-FFF2-40B4-BE49-F238E27FC236}">
                <a16:creationId xmlns:a16="http://schemas.microsoft.com/office/drawing/2014/main" id="{61AE1C41-30AE-F148-6201-2031A567C166}"/>
              </a:ext>
            </a:extLst>
          </p:cNvPr>
          <p:cNvGrpSpPr/>
          <p:nvPr/>
        </p:nvGrpSpPr>
        <p:grpSpPr>
          <a:xfrm>
            <a:off x="6236741" y="5235343"/>
            <a:ext cx="2617518" cy="799252"/>
            <a:chOff x="6236741" y="5235343"/>
            <a:chExt cx="2617518" cy="799252"/>
          </a:xfrm>
        </p:grpSpPr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FBCBBDEB-9AB8-E4F3-47B7-19F11F2656F9}"/>
                </a:ext>
              </a:extLst>
            </p:cNvPr>
            <p:cNvSpPr/>
            <p:nvPr/>
          </p:nvSpPr>
          <p:spPr>
            <a:xfrm>
              <a:off x="6236741" y="5235343"/>
              <a:ext cx="2574816" cy="799252"/>
            </a:xfrm>
            <a:prstGeom prst="roundRect">
              <a:avLst>
                <a:gd name="adj" fmla="val 6964"/>
              </a:avLst>
            </a:prstGeom>
            <a:solidFill>
              <a:srgbClr val="F0FDF4"/>
            </a:solidFill>
            <a:ln>
              <a:solidFill>
                <a:srgbClr val="C0F7D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B996A"/>
                </a:solidFill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200E560-8E6A-CE60-5320-22B7651427CB}"/>
                </a:ext>
              </a:extLst>
            </p:cNvPr>
            <p:cNvSpPr txBox="1"/>
            <p:nvPr/>
          </p:nvSpPr>
          <p:spPr>
            <a:xfrm>
              <a:off x="6583924" y="5317777"/>
              <a:ext cx="2270335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0B996A"/>
                  </a:solidFill>
                </a:rPr>
                <a:t>Decisão</a:t>
              </a:r>
              <a:endParaRPr lang="en-US" sz="1400" b="1" dirty="0">
                <a:solidFill>
                  <a:srgbClr val="0B996A"/>
                </a:solidFill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79E10F66-A499-87C7-7FAE-78CE8ACAF503}"/>
                </a:ext>
              </a:extLst>
            </p:cNvPr>
            <p:cNvSpPr txBox="1"/>
            <p:nvPr/>
          </p:nvSpPr>
          <p:spPr>
            <a:xfrm>
              <a:off x="6322148" y="5574312"/>
              <a:ext cx="24040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05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pt-BR" dirty="0">
                  <a:solidFill>
                    <a:srgbClr val="0B996A"/>
                  </a:solidFill>
                </a:rPr>
                <a:t>Escolhas técnicas (</a:t>
              </a:r>
              <a:r>
                <a:rPr lang="pt-BR" dirty="0" err="1">
                  <a:solidFill>
                    <a:srgbClr val="0B996A"/>
                  </a:solidFill>
                </a:rPr>
                <a:t>ex</a:t>
              </a:r>
              <a:r>
                <a:rPr lang="pt-BR" dirty="0">
                  <a:solidFill>
                    <a:srgbClr val="0B996A"/>
                  </a:solidFill>
                </a:rPr>
                <a:t>: Grafos </a:t>
              </a:r>
              <a:r>
                <a:rPr lang="pt-BR" dirty="0" err="1">
                  <a:solidFill>
                    <a:srgbClr val="0B996A"/>
                  </a:solidFill>
                </a:rPr>
                <a:t>vs</a:t>
              </a:r>
              <a:r>
                <a:rPr lang="pt-BR" dirty="0">
                  <a:solidFill>
                    <a:srgbClr val="0B996A"/>
                  </a:solidFill>
                </a:rPr>
                <a:t> Tabular) baseadas em evidências.</a:t>
              </a:r>
            </a:p>
          </p:txBody>
        </p:sp>
        <p:sp>
          <p:nvSpPr>
            <p:cNvPr id="188" name="Forma Livre: Forma 187">
              <a:extLst>
                <a:ext uri="{FF2B5EF4-FFF2-40B4-BE49-F238E27FC236}">
                  <a16:creationId xmlns:a16="http://schemas.microsoft.com/office/drawing/2014/main" id="{B50D63C9-DB0C-F410-A55B-0647B4F2209D}"/>
                </a:ext>
              </a:extLst>
            </p:cNvPr>
            <p:cNvSpPr/>
            <p:nvPr/>
          </p:nvSpPr>
          <p:spPr>
            <a:xfrm>
              <a:off x="6377275" y="5369785"/>
              <a:ext cx="223553" cy="203763"/>
            </a:xfrm>
            <a:custGeom>
              <a:avLst/>
              <a:gdLst>
                <a:gd name="connsiteX0" fmla="*/ 337883 w 513871"/>
                <a:gd name="connsiteY0" fmla="*/ 14400 h 468381"/>
                <a:gd name="connsiteX1" fmla="*/ 345032 w 513871"/>
                <a:gd name="connsiteY1" fmla="*/ 29823 h 468381"/>
                <a:gd name="connsiteX2" fmla="*/ 329609 w 513871"/>
                <a:gd name="connsiteY2" fmla="*/ 36972 h 468381"/>
                <a:gd name="connsiteX3" fmla="*/ 293968 w 513871"/>
                <a:gd name="connsiteY3" fmla="*/ 27324 h 468381"/>
                <a:gd name="connsiteX4" fmla="*/ 256976 w 513871"/>
                <a:gd name="connsiteY4" fmla="*/ 24088 h 468381"/>
                <a:gd name="connsiteX5" fmla="*/ 219984 w 513871"/>
                <a:gd name="connsiteY5" fmla="*/ 27324 h 468381"/>
                <a:gd name="connsiteX6" fmla="*/ 184344 w 513871"/>
                <a:gd name="connsiteY6" fmla="*/ 36972 h 468381"/>
                <a:gd name="connsiteX7" fmla="*/ 168920 w 513871"/>
                <a:gd name="connsiteY7" fmla="*/ 29823 h 468381"/>
                <a:gd name="connsiteX8" fmla="*/ 176069 w 513871"/>
                <a:gd name="connsiteY8" fmla="*/ 14400 h 468381"/>
                <a:gd name="connsiteX9" fmla="*/ 215847 w 513871"/>
                <a:gd name="connsiteY9" fmla="*/ 3625 h 468381"/>
                <a:gd name="connsiteX10" fmla="*/ 256976 w 513871"/>
                <a:gd name="connsiteY10" fmla="*/ 0 h 468381"/>
                <a:gd name="connsiteX11" fmla="*/ 298106 w 513871"/>
                <a:gd name="connsiteY11" fmla="*/ 3625 h 468381"/>
                <a:gd name="connsiteX12" fmla="*/ 337883 w 513871"/>
                <a:gd name="connsiteY12" fmla="*/ 14400 h 468381"/>
                <a:gd name="connsiteX13" fmla="*/ 256954 w 513871"/>
                <a:gd name="connsiteY13" fmla="*/ 275148 h 468381"/>
                <a:gd name="connsiteX14" fmla="*/ 285916 w 513871"/>
                <a:gd name="connsiteY14" fmla="*/ 263145 h 468381"/>
                <a:gd name="connsiteX15" fmla="*/ 297919 w 513871"/>
                <a:gd name="connsiteY15" fmla="*/ 234182 h 468381"/>
                <a:gd name="connsiteX16" fmla="*/ 285916 w 513871"/>
                <a:gd name="connsiteY16" fmla="*/ 205220 h 468381"/>
                <a:gd name="connsiteX17" fmla="*/ 256954 w 513871"/>
                <a:gd name="connsiteY17" fmla="*/ 193217 h 468381"/>
                <a:gd name="connsiteX18" fmla="*/ 227991 w 513871"/>
                <a:gd name="connsiteY18" fmla="*/ 205220 h 468381"/>
                <a:gd name="connsiteX19" fmla="*/ 215988 w 513871"/>
                <a:gd name="connsiteY19" fmla="*/ 234182 h 468381"/>
                <a:gd name="connsiteX20" fmla="*/ 227991 w 513871"/>
                <a:gd name="connsiteY20" fmla="*/ 263145 h 468381"/>
                <a:gd name="connsiteX21" fmla="*/ 256954 w 513871"/>
                <a:gd name="connsiteY21" fmla="*/ 275148 h 468381"/>
                <a:gd name="connsiteX22" fmla="*/ 302958 w 513871"/>
                <a:gd name="connsiteY22" fmla="*/ 280187 h 468381"/>
                <a:gd name="connsiteX23" fmla="*/ 256954 w 513871"/>
                <a:gd name="connsiteY23" fmla="*/ 299236 h 468381"/>
                <a:gd name="connsiteX24" fmla="*/ 210950 w 513871"/>
                <a:gd name="connsiteY24" fmla="*/ 280187 h 468381"/>
                <a:gd name="connsiteX25" fmla="*/ 191901 w 513871"/>
                <a:gd name="connsiteY25" fmla="*/ 234183 h 468381"/>
                <a:gd name="connsiteX26" fmla="*/ 210950 w 513871"/>
                <a:gd name="connsiteY26" fmla="*/ 188178 h 468381"/>
                <a:gd name="connsiteX27" fmla="*/ 256954 w 513871"/>
                <a:gd name="connsiteY27" fmla="*/ 169129 h 468381"/>
                <a:gd name="connsiteX28" fmla="*/ 302958 w 513871"/>
                <a:gd name="connsiteY28" fmla="*/ 188178 h 468381"/>
                <a:gd name="connsiteX29" fmla="*/ 322007 w 513871"/>
                <a:gd name="connsiteY29" fmla="*/ 234183 h 468381"/>
                <a:gd name="connsiteX30" fmla="*/ 302958 w 513871"/>
                <a:gd name="connsiteY30" fmla="*/ 280187 h 468381"/>
                <a:gd name="connsiteX31" fmla="*/ 281738 w 513871"/>
                <a:gd name="connsiteY31" fmla="*/ 322832 h 468381"/>
                <a:gd name="connsiteX32" fmla="*/ 292163 w 513871"/>
                <a:gd name="connsiteY32" fmla="*/ 319206 h 468381"/>
                <a:gd name="connsiteX33" fmla="*/ 302159 w 513871"/>
                <a:gd name="connsiteY33" fmla="*/ 314372 h 468381"/>
                <a:gd name="connsiteX34" fmla="*/ 313957 w 513871"/>
                <a:gd name="connsiteY34" fmla="*/ 314393 h 468381"/>
                <a:gd name="connsiteX35" fmla="*/ 313977 w 513871"/>
                <a:gd name="connsiteY35" fmla="*/ 314372 h 468381"/>
                <a:gd name="connsiteX36" fmla="*/ 339499 w 513871"/>
                <a:gd name="connsiteY36" fmla="*/ 328874 h 468381"/>
                <a:gd name="connsiteX37" fmla="*/ 351666 w 513871"/>
                <a:gd name="connsiteY37" fmla="*/ 316707 h 468381"/>
                <a:gd name="connsiteX38" fmla="*/ 337164 w 513871"/>
                <a:gd name="connsiteY38" fmla="*/ 291186 h 468381"/>
                <a:gd name="connsiteX39" fmla="*/ 337512 w 513871"/>
                <a:gd name="connsiteY39" fmla="*/ 278753 h 468381"/>
                <a:gd name="connsiteX40" fmla="*/ 341998 w 513871"/>
                <a:gd name="connsiteY40" fmla="*/ 269371 h 468381"/>
                <a:gd name="connsiteX41" fmla="*/ 345623 w 513871"/>
                <a:gd name="connsiteY41" fmla="*/ 258946 h 468381"/>
                <a:gd name="connsiteX42" fmla="*/ 354574 w 513871"/>
                <a:gd name="connsiteY42" fmla="*/ 250445 h 468381"/>
                <a:gd name="connsiteX43" fmla="*/ 382288 w 513871"/>
                <a:gd name="connsiteY43" fmla="*/ 242826 h 468381"/>
                <a:gd name="connsiteX44" fmla="*/ 382288 w 513871"/>
                <a:gd name="connsiteY44" fmla="*/ 225558 h 468381"/>
                <a:gd name="connsiteX45" fmla="*/ 354042 w 513871"/>
                <a:gd name="connsiteY45" fmla="*/ 217795 h 468381"/>
                <a:gd name="connsiteX46" fmla="*/ 345623 w 513871"/>
                <a:gd name="connsiteY46" fmla="*/ 209418 h 468381"/>
                <a:gd name="connsiteX47" fmla="*/ 345603 w 513871"/>
                <a:gd name="connsiteY47" fmla="*/ 209418 h 468381"/>
                <a:gd name="connsiteX48" fmla="*/ 341978 w 513871"/>
                <a:gd name="connsiteY48" fmla="*/ 198992 h 468381"/>
                <a:gd name="connsiteX49" fmla="*/ 337144 w 513871"/>
                <a:gd name="connsiteY49" fmla="*/ 188996 h 468381"/>
                <a:gd name="connsiteX50" fmla="*/ 337164 w 513871"/>
                <a:gd name="connsiteY50" fmla="*/ 177198 h 468381"/>
                <a:gd name="connsiteX51" fmla="*/ 337144 w 513871"/>
                <a:gd name="connsiteY51" fmla="*/ 177178 h 468381"/>
                <a:gd name="connsiteX52" fmla="*/ 351645 w 513871"/>
                <a:gd name="connsiteY52" fmla="*/ 151656 h 468381"/>
                <a:gd name="connsiteX53" fmla="*/ 339479 w 513871"/>
                <a:gd name="connsiteY53" fmla="*/ 139489 h 468381"/>
                <a:gd name="connsiteX54" fmla="*/ 313957 w 513871"/>
                <a:gd name="connsiteY54" fmla="*/ 153991 h 468381"/>
                <a:gd name="connsiteX55" fmla="*/ 301524 w 513871"/>
                <a:gd name="connsiteY55" fmla="*/ 153643 h 468381"/>
                <a:gd name="connsiteX56" fmla="*/ 292142 w 513871"/>
                <a:gd name="connsiteY56" fmla="*/ 149157 h 468381"/>
                <a:gd name="connsiteX57" fmla="*/ 281717 w 513871"/>
                <a:gd name="connsiteY57" fmla="*/ 145532 h 468381"/>
                <a:gd name="connsiteX58" fmla="*/ 273216 w 513871"/>
                <a:gd name="connsiteY58" fmla="*/ 136581 h 468381"/>
                <a:gd name="connsiteX59" fmla="*/ 265597 w 513871"/>
                <a:gd name="connsiteY59" fmla="*/ 108867 h 468381"/>
                <a:gd name="connsiteX60" fmla="*/ 248330 w 513871"/>
                <a:gd name="connsiteY60" fmla="*/ 108867 h 468381"/>
                <a:gd name="connsiteX61" fmla="*/ 240566 w 513871"/>
                <a:gd name="connsiteY61" fmla="*/ 137113 h 468381"/>
                <a:gd name="connsiteX62" fmla="*/ 232189 w 513871"/>
                <a:gd name="connsiteY62" fmla="*/ 145532 h 468381"/>
                <a:gd name="connsiteX63" fmla="*/ 232189 w 513871"/>
                <a:gd name="connsiteY63" fmla="*/ 145552 h 468381"/>
                <a:gd name="connsiteX64" fmla="*/ 221763 w 513871"/>
                <a:gd name="connsiteY64" fmla="*/ 149178 h 468381"/>
                <a:gd name="connsiteX65" fmla="*/ 211767 w 513871"/>
                <a:gd name="connsiteY65" fmla="*/ 154012 h 468381"/>
                <a:gd name="connsiteX66" fmla="*/ 199969 w 513871"/>
                <a:gd name="connsiteY66" fmla="*/ 153991 h 468381"/>
                <a:gd name="connsiteX67" fmla="*/ 199949 w 513871"/>
                <a:gd name="connsiteY67" fmla="*/ 154012 h 468381"/>
                <a:gd name="connsiteX68" fmla="*/ 174427 w 513871"/>
                <a:gd name="connsiteY68" fmla="*/ 139510 h 468381"/>
                <a:gd name="connsiteX69" fmla="*/ 162261 w 513871"/>
                <a:gd name="connsiteY69" fmla="*/ 151677 h 468381"/>
                <a:gd name="connsiteX70" fmla="*/ 176762 w 513871"/>
                <a:gd name="connsiteY70" fmla="*/ 177178 h 468381"/>
                <a:gd name="connsiteX71" fmla="*/ 176414 w 513871"/>
                <a:gd name="connsiteY71" fmla="*/ 189611 h 468381"/>
                <a:gd name="connsiteX72" fmla="*/ 171928 w 513871"/>
                <a:gd name="connsiteY72" fmla="*/ 198992 h 468381"/>
                <a:gd name="connsiteX73" fmla="*/ 168303 w 513871"/>
                <a:gd name="connsiteY73" fmla="*/ 209418 h 468381"/>
                <a:gd name="connsiteX74" fmla="*/ 159352 w 513871"/>
                <a:gd name="connsiteY74" fmla="*/ 217939 h 468381"/>
                <a:gd name="connsiteX75" fmla="*/ 131639 w 513871"/>
                <a:gd name="connsiteY75" fmla="*/ 225559 h 468381"/>
                <a:gd name="connsiteX76" fmla="*/ 131639 w 513871"/>
                <a:gd name="connsiteY76" fmla="*/ 242826 h 468381"/>
                <a:gd name="connsiteX77" fmla="*/ 159884 w 513871"/>
                <a:gd name="connsiteY77" fmla="*/ 250589 h 468381"/>
                <a:gd name="connsiteX78" fmla="*/ 168303 w 513871"/>
                <a:gd name="connsiteY78" fmla="*/ 258967 h 468381"/>
                <a:gd name="connsiteX79" fmla="*/ 168323 w 513871"/>
                <a:gd name="connsiteY79" fmla="*/ 258967 h 468381"/>
                <a:gd name="connsiteX80" fmla="*/ 171949 w 513871"/>
                <a:gd name="connsiteY80" fmla="*/ 269392 h 468381"/>
                <a:gd name="connsiteX81" fmla="*/ 176783 w 513871"/>
                <a:gd name="connsiteY81" fmla="*/ 279388 h 468381"/>
                <a:gd name="connsiteX82" fmla="*/ 176762 w 513871"/>
                <a:gd name="connsiteY82" fmla="*/ 291186 h 468381"/>
                <a:gd name="connsiteX83" fmla="*/ 176783 w 513871"/>
                <a:gd name="connsiteY83" fmla="*/ 291206 h 468381"/>
                <a:gd name="connsiteX84" fmla="*/ 162281 w 513871"/>
                <a:gd name="connsiteY84" fmla="*/ 316728 h 468381"/>
                <a:gd name="connsiteX85" fmla="*/ 174448 w 513871"/>
                <a:gd name="connsiteY85" fmla="*/ 328895 h 468381"/>
                <a:gd name="connsiteX86" fmla="*/ 199969 w 513871"/>
                <a:gd name="connsiteY86" fmla="*/ 314393 h 468381"/>
                <a:gd name="connsiteX87" fmla="*/ 212403 w 513871"/>
                <a:gd name="connsiteY87" fmla="*/ 314741 h 468381"/>
                <a:gd name="connsiteX88" fmla="*/ 221784 w 513871"/>
                <a:gd name="connsiteY88" fmla="*/ 319227 h 468381"/>
                <a:gd name="connsiteX89" fmla="*/ 232210 w 513871"/>
                <a:gd name="connsiteY89" fmla="*/ 322852 h 468381"/>
                <a:gd name="connsiteX90" fmla="*/ 240710 w 513871"/>
                <a:gd name="connsiteY90" fmla="*/ 331803 h 468381"/>
                <a:gd name="connsiteX91" fmla="*/ 248330 w 513871"/>
                <a:gd name="connsiteY91" fmla="*/ 359517 h 468381"/>
                <a:gd name="connsiteX92" fmla="*/ 265597 w 513871"/>
                <a:gd name="connsiteY92" fmla="*/ 359517 h 468381"/>
                <a:gd name="connsiteX93" fmla="*/ 273360 w 513871"/>
                <a:gd name="connsiteY93" fmla="*/ 331271 h 468381"/>
                <a:gd name="connsiteX94" fmla="*/ 281738 w 513871"/>
                <a:gd name="connsiteY94" fmla="*/ 322852 h 468381"/>
                <a:gd name="connsiteX95" fmla="*/ 301381 w 513871"/>
                <a:gd name="connsiteY95" fmla="*/ 341430 h 468381"/>
                <a:gd name="connsiteX96" fmla="*/ 294744 w 513871"/>
                <a:gd name="connsiteY96" fmla="*/ 343929 h 468381"/>
                <a:gd name="connsiteX97" fmla="*/ 286572 w 513871"/>
                <a:gd name="connsiteY97" fmla="*/ 373671 h 468381"/>
                <a:gd name="connsiteX98" fmla="*/ 274712 w 513871"/>
                <a:gd name="connsiteY98" fmla="*/ 383605 h 468381"/>
                <a:gd name="connsiteX99" fmla="*/ 239216 w 513871"/>
                <a:gd name="connsiteY99" fmla="*/ 383605 h 468381"/>
                <a:gd name="connsiteX100" fmla="*/ 239216 w 513871"/>
                <a:gd name="connsiteY100" fmla="*/ 383564 h 468381"/>
                <a:gd name="connsiteX101" fmla="*/ 227643 w 513871"/>
                <a:gd name="connsiteY101" fmla="*/ 374715 h 468381"/>
                <a:gd name="connsiteX102" fmla="*/ 219184 w 513871"/>
                <a:gd name="connsiteY102" fmla="*/ 343950 h 468381"/>
                <a:gd name="connsiteX103" fmla="*/ 212568 w 513871"/>
                <a:gd name="connsiteY103" fmla="*/ 341451 h 468381"/>
                <a:gd name="connsiteX104" fmla="*/ 206136 w 513871"/>
                <a:gd name="connsiteY104" fmla="*/ 338542 h 468381"/>
                <a:gd name="connsiteX105" fmla="*/ 179160 w 513871"/>
                <a:gd name="connsiteY105" fmla="*/ 353904 h 468381"/>
                <a:gd name="connsiteX106" fmla="*/ 163900 w 513871"/>
                <a:gd name="connsiteY106" fmla="*/ 352450 h 468381"/>
                <a:gd name="connsiteX107" fmla="*/ 138788 w 513871"/>
                <a:gd name="connsiteY107" fmla="*/ 327338 h 468381"/>
                <a:gd name="connsiteX108" fmla="*/ 138829 w 513871"/>
                <a:gd name="connsiteY108" fmla="*/ 327297 h 468381"/>
                <a:gd name="connsiteX109" fmla="*/ 136883 w 513871"/>
                <a:gd name="connsiteY109" fmla="*/ 312877 h 468381"/>
                <a:gd name="connsiteX110" fmla="*/ 152696 w 513871"/>
                <a:gd name="connsiteY110" fmla="*/ 285082 h 468381"/>
                <a:gd name="connsiteX111" fmla="*/ 149787 w 513871"/>
                <a:gd name="connsiteY111" fmla="*/ 278671 h 468381"/>
                <a:gd name="connsiteX112" fmla="*/ 147288 w 513871"/>
                <a:gd name="connsiteY112" fmla="*/ 272034 h 468381"/>
                <a:gd name="connsiteX113" fmla="*/ 117547 w 513871"/>
                <a:gd name="connsiteY113" fmla="*/ 263862 h 468381"/>
                <a:gd name="connsiteX114" fmla="*/ 107613 w 513871"/>
                <a:gd name="connsiteY114" fmla="*/ 252002 h 468381"/>
                <a:gd name="connsiteX115" fmla="*/ 107613 w 513871"/>
                <a:gd name="connsiteY115" fmla="*/ 216506 h 468381"/>
                <a:gd name="connsiteX116" fmla="*/ 107654 w 513871"/>
                <a:gd name="connsiteY116" fmla="*/ 216506 h 468381"/>
                <a:gd name="connsiteX117" fmla="*/ 116503 w 513871"/>
                <a:gd name="connsiteY117" fmla="*/ 204933 h 468381"/>
                <a:gd name="connsiteX118" fmla="*/ 147248 w 513871"/>
                <a:gd name="connsiteY118" fmla="*/ 196494 h 468381"/>
                <a:gd name="connsiteX119" fmla="*/ 149746 w 513871"/>
                <a:gd name="connsiteY119" fmla="*/ 189878 h 468381"/>
                <a:gd name="connsiteX120" fmla="*/ 152675 w 513871"/>
                <a:gd name="connsiteY120" fmla="*/ 183446 h 468381"/>
                <a:gd name="connsiteX121" fmla="*/ 137313 w 513871"/>
                <a:gd name="connsiteY121" fmla="*/ 156471 h 468381"/>
                <a:gd name="connsiteX122" fmla="*/ 138768 w 513871"/>
                <a:gd name="connsiteY122" fmla="*/ 141211 h 468381"/>
                <a:gd name="connsiteX123" fmla="*/ 163880 w 513871"/>
                <a:gd name="connsiteY123" fmla="*/ 116099 h 468381"/>
                <a:gd name="connsiteX124" fmla="*/ 163921 w 513871"/>
                <a:gd name="connsiteY124" fmla="*/ 116139 h 468381"/>
                <a:gd name="connsiteX125" fmla="*/ 178341 w 513871"/>
                <a:gd name="connsiteY125" fmla="*/ 114194 h 468381"/>
                <a:gd name="connsiteX126" fmla="*/ 206136 w 513871"/>
                <a:gd name="connsiteY126" fmla="*/ 130006 h 468381"/>
                <a:gd name="connsiteX127" fmla="*/ 212568 w 513871"/>
                <a:gd name="connsiteY127" fmla="*/ 127098 h 468381"/>
                <a:gd name="connsiteX128" fmla="*/ 219183 w 513871"/>
                <a:gd name="connsiteY128" fmla="*/ 124599 h 468381"/>
                <a:gd name="connsiteX129" fmla="*/ 227356 w 513871"/>
                <a:gd name="connsiteY129" fmla="*/ 94858 h 468381"/>
                <a:gd name="connsiteX130" fmla="*/ 239216 w 513871"/>
                <a:gd name="connsiteY130" fmla="*/ 84924 h 468381"/>
                <a:gd name="connsiteX131" fmla="*/ 274712 w 513871"/>
                <a:gd name="connsiteY131" fmla="*/ 84924 h 468381"/>
                <a:gd name="connsiteX132" fmla="*/ 274712 w 513871"/>
                <a:gd name="connsiteY132" fmla="*/ 84965 h 468381"/>
                <a:gd name="connsiteX133" fmla="*/ 286285 w 513871"/>
                <a:gd name="connsiteY133" fmla="*/ 93813 h 468381"/>
                <a:gd name="connsiteX134" fmla="*/ 294744 w 513871"/>
                <a:gd name="connsiteY134" fmla="*/ 124578 h 468381"/>
                <a:gd name="connsiteX135" fmla="*/ 301360 w 513871"/>
                <a:gd name="connsiteY135" fmla="*/ 127077 h 468381"/>
                <a:gd name="connsiteX136" fmla="*/ 307792 w 513871"/>
                <a:gd name="connsiteY136" fmla="*/ 129986 h 468381"/>
                <a:gd name="connsiteX137" fmla="*/ 334768 w 513871"/>
                <a:gd name="connsiteY137" fmla="*/ 114624 h 468381"/>
                <a:gd name="connsiteX138" fmla="*/ 350028 w 513871"/>
                <a:gd name="connsiteY138" fmla="*/ 116078 h 468381"/>
                <a:gd name="connsiteX139" fmla="*/ 375140 w 513871"/>
                <a:gd name="connsiteY139" fmla="*/ 141190 h 468381"/>
                <a:gd name="connsiteX140" fmla="*/ 375099 w 513871"/>
                <a:gd name="connsiteY140" fmla="*/ 141231 h 468381"/>
                <a:gd name="connsiteX141" fmla="*/ 377045 w 513871"/>
                <a:gd name="connsiteY141" fmla="*/ 155651 h 468381"/>
                <a:gd name="connsiteX142" fmla="*/ 361232 w 513871"/>
                <a:gd name="connsiteY142" fmla="*/ 183446 h 468381"/>
                <a:gd name="connsiteX143" fmla="*/ 364141 w 513871"/>
                <a:gd name="connsiteY143" fmla="*/ 189858 h 468381"/>
                <a:gd name="connsiteX144" fmla="*/ 366639 w 513871"/>
                <a:gd name="connsiteY144" fmla="*/ 196494 h 468381"/>
                <a:gd name="connsiteX145" fmla="*/ 396381 w 513871"/>
                <a:gd name="connsiteY145" fmla="*/ 204667 h 468381"/>
                <a:gd name="connsiteX146" fmla="*/ 406315 w 513871"/>
                <a:gd name="connsiteY146" fmla="*/ 216526 h 468381"/>
                <a:gd name="connsiteX147" fmla="*/ 406315 w 513871"/>
                <a:gd name="connsiteY147" fmla="*/ 252023 h 468381"/>
                <a:gd name="connsiteX148" fmla="*/ 406274 w 513871"/>
                <a:gd name="connsiteY148" fmla="*/ 252023 h 468381"/>
                <a:gd name="connsiteX149" fmla="*/ 397425 w 513871"/>
                <a:gd name="connsiteY149" fmla="*/ 263595 h 468381"/>
                <a:gd name="connsiteX150" fmla="*/ 366660 w 513871"/>
                <a:gd name="connsiteY150" fmla="*/ 272055 h 468381"/>
                <a:gd name="connsiteX151" fmla="*/ 364161 w 513871"/>
                <a:gd name="connsiteY151" fmla="*/ 278671 h 468381"/>
                <a:gd name="connsiteX152" fmla="*/ 361252 w 513871"/>
                <a:gd name="connsiteY152" fmla="*/ 285102 h 468381"/>
                <a:gd name="connsiteX153" fmla="*/ 376615 w 513871"/>
                <a:gd name="connsiteY153" fmla="*/ 312078 h 468381"/>
                <a:gd name="connsiteX154" fmla="*/ 375160 w 513871"/>
                <a:gd name="connsiteY154" fmla="*/ 327338 h 468381"/>
                <a:gd name="connsiteX155" fmla="*/ 350048 w 513871"/>
                <a:gd name="connsiteY155" fmla="*/ 352450 h 468381"/>
                <a:gd name="connsiteX156" fmla="*/ 350007 w 513871"/>
                <a:gd name="connsiteY156" fmla="*/ 352409 h 468381"/>
                <a:gd name="connsiteX157" fmla="*/ 335587 w 513871"/>
                <a:gd name="connsiteY157" fmla="*/ 354355 h 468381"/>
                <a:gd name="connsiteX158" fmla="*/ 307792 w 513871"/>
                <a:gd name="connsiteY158" fmla="*/ 338542 h 468381"/>
                <a:gd name="connsiteX159" fmla="*/ 301381 w 513871"/>
                <a:gd name="connsiteY159" fmla="*/ 341451 h 468381"/>
                <a:gd name="connsiteX160" fmla="*/ 32667 w 513871"/>
                <a:gd name="connsiteY160" fmla="*/ 111058 h 468381"/>
                <a:gd name="connsiteX161" fmla="*/ 32667 w 513871"/>
                <a:gd name="connsiteY161" fmla="*/ 94016 h 468381"/>
                <a:gd name="connsiteX162" fmla="*/ 49709 w 513871"/>
                <a:gd name="connsiteY162" fmla="*/ 94016 h 468381"/>
                <a:gd name="connsiteX163" fmla="*/ 57411 w 513871"/>
                <a:gd name="connsiteY163" fmla="*/ 101718 h 468381"/>
                <a:gd name="connsiteX164" fmla="*/ 80003 w 513871"/>
                <a:gd name="connsiteY164" fmla="*/ 76524 h 468381"/>
                <a:gd name="connsiteX165" fmla="*/ 96922 w 513871"/>
                <a:gd name="connsiteY165" fmla="*/ 75582 h 468381"/>
                <a:gd name="connsiteX166" fmla="*/ 97864 w 513871"/>
                <a:gd name="connsiteY166" fmla="*/ 92522 h 468381"/>
                <a:gd name="connsiteX167" fmla="*/ 67488 w 513871"/>
                <a:gd name="connsiteY167" fmla="*/ 126379 h 468381"/>
                <a:gd name="connsiteX168" fmla="*/ 66362 w 513871"/>
                <a:gd name="connsiteY168" fmla="*/ 127690 h 468381"/>
                <a:gd name="connsiteX169" fmla="*/ 49320 w 513871"/>
                <a:gd name="connsiteY169" fmla="*/ 127690 h 468381"/>
                <a:gd name="connsiteX170" fmla="*/ 32667 w 513871"/>
                <a:gd name="connsiteY170" fmla="*/ 111038 h 468381"/>
                <a:gd name="connsiteX171" fmla="*/ 460985 w 513871"/>
                <a:gd name="connsiteY171" fmla="*/ 72714 h 468381"/>
                <a:gd name="connsiteX172" fmla="*/ 478027 w 513871"/>
                <a:gd name="connsiteY172" fmla="*/ 72714 h 468381"/>
                <a:gd name="connsiteX173" fmla="*/ 478027 w 513871"/>
                <a:gd name="connsiteY173" fmla="*/ 89756 h 468381"/>
                <a:gd name="connsiteX174" fmla="*/ 465922 w 513871"/>
                <a:gd name="connsiteY174" fmla="*/ 101882 h 468381"/>
                <a:gd name="connsiteX175" fmla="*/ 478027 w 513871"/>
                <a:gd name="connsiteY175" fmla="*/ 114008 h 468381"/>
                <a:gd name="connsiteX176" fmla="*/ 478027 w 513871"/>
                <a:gd name="connsiteY176" fmla="*/ 131029 h 468381"/>
                <a:gd name="connsiteX177" fmla="*/ 460985 w 513871"/>
                <a:gd name="connsiteY177" fmla="*/ 131029 h 468381"/>
                <a:gd name="connsiteX178" fmla="*/ 448880 w 513871"/>
                <a:gd name="connsiteY178" fmla="*/ 118924 h 468381"/>
                <a:gd name="connsiteX179" fmla="*/ 436754 w 513871"/>
                <a:gd name="connsiteY179" fmla="*/ 131029 h 468381"/>
                <a:gd name="connsiteX180" fmla="*/ 419712 w 513871"/>
                <a:gd name="connsiteY180" fmla="*/ 131029 h 468381"/>
                <a:gd name="connsiteX181" fmla="*/ 419712 w 513871"/>
                <a:gd name="connsiteY181" fmla="*/ 114008 h 468381"/>
                <a:gd name="connsiteX182" fmla="*/ 431838 w 513871"/>
                <a:gd name="connsiteY182" fmla="*/ 101882 h 468381"/>
                <a:gd name="connsiteX183" fmla="*/ 419712 w 513871"/>
                <a:gd name="connsiteY183" fmla="*/ 89756 h 468381"/>
                <a:gd name="connsiteX184" fmla="*/ 419712 w 513871"/>
                <a:gd name="connsiteY184" fmla="*/ 72714 h 468381"/>
                <a:gd name="connsiteX185" fmla="*/ 436754 w 513871"/>
                <a:gd name="connsiteY185" fmla="*/ 72714 h 468381"/>
                <a:gd name="connsiteX186" fmla="*/ 448880 w 513871"/>
                <a:gd name="connsiteY186" fmla="*/ 84840 h 468381"/>
                <a:gd name="connsiteX187" fmla="*/ 105978 w 513871"/>
                <a:gd name="connsiteY187" fmla="*/ 60937 h 468381"/>
                <a:gd name="connsiteX188" fmla="*/ 24110 w 513871"/>
                <a:gd name="connsiteY188" fmla="*/ 60937 h 468381"/>
                <a:gd name="connsiteX189" fmla="*/ 24110 w 513871"/>
                <a:gd name="connsiteY189" fmla="*/ 142826 h 468381"/>
                <a:gd name="connsiteX190" fmla="*/ 105978 w 513871"/>
                <a:gd name="connsiteY190" fmla="*/ 142826 h 468381"/>
                <a:gd name="connsiteX191" fmla="*/ 12044 w 513871"/>
                <a:gd name="connsiteY191" fmla="*/ 36849 h 468381"/>
                <a:gd name="connsiteX192" fmla="*/ 118001 w 513871"/>
                <a:gd name="connsiteY192" fmla="*/ 36849 h 468381"/>
                <a:gd name="connsiteX193" fmla="*/ 130045 w 513871"/>
                <a:gd name="connsiteY193" fmla="*/ 48893 h 468381"/>
                <a:gd name="connsiteX194" fmla="*/ 130045 w 513871"/>
                <a:gd name="connsiteY194" fmla="*/ 154850 h 468381"/>
                <a:gd name="connsiteX195" fmla="*/ 118001 w 513871"/>
                <a:gd name="connsiteY195" fmla="*/ 166894 h 468381"/>
                <a:gd name="connsiteX196" fmla="*/ 12044 w 513871"/>
                <a:gd name="connsiteY196" fmla="*/ 166894 h 468381"/>
                <a:gd name="connsiteX197" fmla="*/ 0 w 513871"/>
                <a:gd name="connsiteY197" fmla="*/ 154850 h 468381"/>
                <a:gd name="connsiteX198" fmla="*/ 0 w 513871"/>
                <a:gd name="connsiteY198" fmla="*/ 48893 h 468381"/>
                <a:gd name="connsiteX199" fmla="*/ 12044 w 513871"/>
                <a:gd name="connsiteY199" fmla="*/ 36849 h 468381"/>
                <a:gd name="connsiteX200" fmla="*/ 395870 w 513871"/>
                <a:gd name="connsiteY200" fmla="*/ 36849 h 468381"/>
                <a:gd name="connsiteX201" fmla="*/ 501828 w 513871"/>
                <a:gd name="connsiteY201" fmla="*/ 36849 h 468381"/>
                <a:gd name="connsiteX202" fmla="*/ 513872 w 513871"/>
                <a:gd name="connsiteY202" fmla="*/ 48893 h 468381"/>
                <a:gd name="connsiteX203" fmla="*/ 513872 w 513871"/>
                <a:gd name="connsiteY203" fmla="*/ 154850 h 468381"/>
                <a:gd name="connsiteX204" fmla="*/ 501828 w 513871"/>
                <a:gd name="connsiteY204" fmla="*/ 166894 h 468381"/>
                <a:gd name="connsiteX205" fmla="*/ 395870 w 513871"/>
                <a:gd name="connsiteY205" fmla="*/ 166894 h 468381"/>
                <a:gd name="connsiteX206" fmla="*/ 383826 w 513871"/>
                <a:gd name="connsiteY206" fmla="*/ 154850 h 468381"/>
                <a:gd name="connsiteX207" fmla="*/ 383826 w 513871"/>
                <a:gd name="connsiteY207" fmla="*/ 48893 h 468381"/>
                <a:gd name="connsiteX208" fmla="*/ 395870 w 513871"/>
                <a:gd name="connsiteY208" fmla="*/ 36849 h 468381"/>
                <a:gd name="connsiteX209" fmla="*/ 489783 w 513871"/>
                <a:gd name="connsiteY209" fmla="*/ 60937 h 468381"/>
                <a:gd name="connsiteX210" fmla="*/ 407915 w 513871"/>
                <a:gd name="connsiteY210" fmla="*/ 60937 h 468381"/>
                <a:gd name="connsiteX211" fmla="*/ 407915 w 513871"/>
                <a:gd name="connsiteY211" fmla="*/ 142826 h 468381"/>
                <a:gd name="connsiteX212" fmla="*/ 489783 w 513871"/>
                <a:gd name="connsiteY212" fmla="*/ 142826 h 468381"/>
                <a:gd name="connsiteX213" fmla="*/ 23470 w 513871"/>
                <a:gd name="connsiteY213" fmla="*/ 216116 h 468381"/>
                <a:gd name="connsiteX214" fmla="*/ 36353 w 513871"/>
                <a:gd name="connsiteY214" fmla="*/ 205014 h 468381"/>
                <a:gd name="connsiteX215" fmla="*/ 47455 w 513871"/>
                <a:gd name="connsiteY215" fmla="*/ 217918 h 468381"/>
                <a:gd name="connsiteX216" fmla="*/ 46964 w 513871"/>
                <a:gd name="connsiteY216" fmla="*/ 226029 h 468381"/>
                <a:gd name="connsiteX217" fmla="*/ 46861 w 513871"/>
                <a:gd name="connsiteY217" fmla="*/ 234202 h 468381"/>
                <a:gd name="connsiteX218" fmla="*/ 108390 w 513871"/>
                <a:gd name="connsiteY218" fmla="*/ 382743 h 468381"/>
                <a:gd name="connsiteX219" fmla="*/ 256930 w 513871"/>
                <a:gd name="connsiteY219" fmla="*/ 444271 h 468381"/>
                <a:gd name="connsiteX220" fmla="*/ 405471 w 513871"/>
                <a:gd name="connsiteY220" fmla="*/ 382743 h 468381"/>
                <a:gd name="connsiteX221" fmla="*/ 466999 w 513871"/>
                <a:gd name="connsiteY221" fmla="*/ 234202 h 468381"/>
                <a:gd name="connsiteX222" fmla="*/ 466897 w 513871"/>
                <a:gd name="connsiteY222" fmla="*/ 226029 h 468381"/>
                <a:gd name="connsiteX223" fmla="*/ 466405 w 513871"/>
                <a:gd name="connsiteY223" fmla="*/ 217918 h 468381"/>
                <a:gd name="connsiteX224" fmla="*/ 477507 w 513871"/>
                <a:gd name="connsiteY224" fmla="*/ 205014 h 468381"/>
                <a:gd name="connsiteX225" fmla="*/ 490391 w 513871"/>
                <a:gd name="connsiteY225" fmla="*/ 216116 h 468381"/>
                <a:gd name="connsiteX226" fmla="*/ 490882 w 513871"/>
                <a:gd name="connsiteY226" fmla="*/ 225169 h 468381"/>
                <a:gd name="connsiteX227" fmla="*/ 491087 w 513871"/>
                <a:gd name="connsiteY227" fmla="*/ 234203 h 468381"/>
                <a:gd name="connsiteX228" fmla="*/ 422490 w 513871"/>
                <a:gd name="connsiteY228" fmla="*/ 399785 h 468381"/>
                <a:gd name="connsiteX229" fmla="*/ 256908 w 513871"/>
                <a:gd name="connsiteY229" fmla="*/ 468382 h 468381"/>
                <a:gd name="connsiteX230" fmla="*/ 91325 w 513871"/>
                <a:gd name="connsiteY230" fmla="*/ 399785 h 468381"/>
                <a:gd name="connsiteX231" fmla="*/ 22729 w 513871"/>
                <a:gd name="connsiteY231" fmla="*/ 234203 h 468381"/>
                <a:gd name="connsiteX232" fmla="*/ 22954 w 513871"/>
                <a:gd name="connsiteY232" fmla="*/ 225169 h 468381"/>
                <a:gd name="connsiteX233" fmla="*/ 23446 w 513871"/>
                <a:gd name="connsiteY233" fmla="*/ 216116 h 46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</a:cxnLst>
              <a:rect l="l" t="t" r="r" b="b"/>
              <a:pathLst>
                <a:path w="513871" h="468381">
                  <a:moveTo>
                    <a:pt x="337883" y="14400"/>
                  </a:moveTo>
                  <a:cubicBezTo>
                    <a:pt x="344110" y="16673"/>
                    <a:pt x="347326" y="23596"/>
                    <a:pt x="345032" y="29823"/>
                  </a:cubicBezTo>
                  <a:cubicBezTo>
                    <a:pt x="342758" y="36050"/>
                    <a:pt x="335835" y="39266"/>
                    <a:pt x="329609" y="36972"/>
                  </a:cubicBezTo>
                  <a:cubicBezTo>
                    <a:pt x="318179" y="32752"/>
                    <a:pt x="306258" y="29516"/>
                    <a:pt x="293968" y="27324"/>
                  </a:cubicBezTo>
                  <a:cubicBezTo>
                    <a:pt x="281986" y="25194"/>
                    <a:pt x="269614" y="24088"/>
                    <a:pt x="256976" y="24088"/>
                  </a:cubicBezTo>
                  <a:cubicBezTo>
                    <a:pt x="244338" y="24088"/>
                    <a:pt x="231967" y="25194"/>
                    <a:pt x="219984" y="27324"/>
                  </a:cubicBezTo>
                  <a:cubicBezTo>
                    <a:pt x="207694" y="29516"/>
                    <a:pt x="195773" y="32753"/>
                    <a:pt x="184344" y="36972"/>
                  </a:cubicBezTo>
                  <a:cubicBezTo>
                    <a:pt x="178117" y="39245"/>
                    <a:pt x="171215" y="36050"/>
                    <a:pt x="168920" y="29823"/>
                  </a:cubicBezTo>
                  <a:cubicBezTo>
                    <a:pt x="166647" y="23596"/>
                    <a:pt x="169842" y="16673"/>
                    <a:pt x="176069" y="14400"/>
                  </a:cubicBezTo>
                  <a:cubicBezTo>
                    <a:pt x="188850" y="9688"/>
                    <a:pt x="202144" y="6063"/>
                    <a:pt x="215847" y="3625"/>
                  </a:cubicBezTo>
                  <a:cubicBezTo>
                    <a:pt x="229222" y="1249"/>
                    <a:pt x="242986" y="0"/>
                    <a:pt x="256976" y="0"/>
                  </a:cubicBezTo>
                  <a:cubicBezTo>
                    <a:pt x="270987" y="0"/>
                    <a:pt x="284751" y="1249"/>
                    <a:pt x="298106" y="3625"/>
                  </a:cubicBezTo>
                  <a:cubicBezTo>
                    <a:pt x="311809" y="6063"/>
                    <a:pt x="325102" y="9688"/>
                    <a:pt x="337883" y="14400"/>
                  </a:cubicBezTo>
                  <a:close/>
                  <a:moveTo>
                    <a:pt x="256954" y="275148"/>
                  </a:moveTo>
                  <a:cubicBezTo>
                    <a:pt x="268260" y="275148"/>
                    <a:pt x="278502" y="270560"/>
                    <a:pt x="285916" y="263145"/>
                  </a:cubicBezTo>
                  <a:cubicBezTo>
                    <a:pt x="293331" y="255730"/>
                    <a:pt x="297919" y="245489"/>
                    <a:pt x="297919" y="234182"/>
                  </a:cubicBezTo>
                  <a:cubicBezTo>
                    <a:pt x="297919" y="222876"/>
                    <a:pt x="293331" y="212634"/>
                    <a:pt x="285916" y="205220"/>
                  </a:cubicBezTo>
                  <a:cubicBezTo>
                    <a:pt x="278501" y="197805"/>
                    <a:pt x="268260" y="193217"/>
                    <a:pt x="256954" y="193217"/>
                  </a:cubicBezTo>
                  <a:cubicBezTo>
                    <a:pt x="245647" y="193217"/>
                    <a:pt x="235406" y="197805"/>
                    <a:pt x="227991" y="205220"/>
                  </a:cubicBezTo>
                  <a:cubicBezTo>
                    <a:pt x="220576" y="212635"/>
                    <a:pt x="215988" y="222876"/>
                    <a:pt x="215988" y="234182"/>
                  </a:cubicBezTo>
                  <a:cubicBezTo>
                    <a:pt x="215988" y="245489"/>
                    <a:pt x="220576" y="255730"/>
                    <a:pt x="227991" y="263145"/>
                  </a:cubicBezTo>
                  <a:cubicBezTo>
                    <a:pt x="235406" y="270560"/>
                    <a:pt x="245647" y="275148"/>
                    <a:pt x="256954" y="275148"/>
                  </a:cubicBezTo>
                  <a:close/>
                  <a:moveTo>
                    <a:pt x="302958" y="280187"/>
                  </a:moveTo>
                  <a:cubicBezTo>
                    <a:pt x="291201" y="291944"/>
                    <a:pt x="274917" y="299236"/>
                    <a:pt x="256954" y="299236"/>
                  </a:cubicBezTo>
                  <a:cubicBezTo>
                    <a:pt x="238991" y="299236"/>
                    <a:pt x="222727" y="291944"/>
                    <a:pt x="210950" y="280187"/>
                  </a:cubicBezTo>
                  <a:cubicBezTo>
                    <a:pt x="199192" y="268430"/>
                    <a:pt x="191901" y="252146"/>
                    <a:pt x="191901" y="234183"/>
                  </a:cubicBezTo>
                  <a:cubicBezTo>
                    <a:pt x="191901" y="216219"/>
                    <a:pt x="199192" y="199956"/>
                    <a:pt x="210950" y="188178"/>
                  </a:cubicBezTo>
                  <a:cubicBezTo>
                    <a:pt x="222707" y="176421"/>
                    <a:pt x="238991" y="169129"/>
                    <a:pt x="256954" y="169129"/>
                  </a:cubicBezTo>
                  <a:cubicBezTo>
                    <a:pt x="274917" y="169129"/>
                    <a:pt x="291180" y="176421"/>
                    <a:pt x="302958" y="188178"/>
                  </a:cubicBezTo>
                  <a:cubicBezTo>
                    <a:pt x="314715" y="199936"/>
                    <a:pt x="322007" y="216220"/>
                    <a:pt x="322007" y="234183"/>
                  </a:cubicBezTo>
                  <a:cubicBezTo>
                    <a:pt x="322007" y="252146"/>
                    <a:pt x="314715" y="268409"/>
                    <a:pt x="302958" y="280187"/>
                  </a:cubicBezTo>
                  <a:close/>
                  <a:moveTo>
                    <a:pt x="281738" y="322832"/>
                  </a:moveTo>
                  <a:cubicBezTo>
                    <a:pt x="285220" y="321869"/>
                    <a:pt x="288702" y="320640"/>
                    <a:pt x="292163" y="319206"/>
                  </a:cubicBezTo>
                  <a:cubicBezTo>
                    <a:pt x="295789" y="317691"/>
                    <a:pt x="299107" y="316093"/>
                    <a:pt x="302159" y="314372"/>
                  </a:cubicBezTo>
                  <a:cubicBezTo>
                    <a:pt x="305948" y="312242"/>
                    <a:pt x="310413" y="312386"/>
                    <a:pt x="313957" y="314393"/>
                  </a:cubicBezTo>
                  <a:lnTo>
                    <a:pt x="313977" y="314372"/>
                  </a:lnTo>
                  <a:lnTo>
                    <a:pt x="339499" y="328874"/>
                  </a:lnTo>
                  <a:lnTo>
                    <a:pt x="351666" y="316707"/>
                  </a:lnTo>
                  <a:lnTo>
                    <a:pt x="337164" y="291186"/>
                  </a:lnTo>
                  <a:cubicBezTo>
                    <a:pt x="334890" y="287151"/>
                    <a:pt x="335177" y="282399"/>
                    <a:pt x="337512" y="278753"/>
                  </a:cubicBezTo>
                  <a:cubicBezTo>
                    <a:pt x="339110" y="275865"/>
                    <a:pt x="340605" y="272751"/>
                    <a:pt x="341998" y="269371"/>
                  </a:cubicBezTo>
                  <a:cubicBezTo>
                    <a:pt x="343432" y="265910"/>
                    <a:pt x="344640" y="262428"/>
                    <a:pt x="345623" y="258946"/>
                  </a:cubicBezTo>
                  <a:cubicBezTo>
                    <a:pt x="346852" y="254521"/>
                    <a:pt x="350396" y="251387"/>
                    <a:pt x="354574" y="250445"/>
                  </a:cubicBezTo>
                  <a:lnTo>
                    <a:pt x="382288" y="242826"/>
                  </a:lnTo>
                  <a:lnTo>
                    <a:pt x="382288" y="225558"/>
                  </a:lnTo>
                  <a:lnTo>
                    <a:pt x="354042" y="217795"/>
                  </a:lnTo>
                  <a:cubicBezTo>
                    <a:pt x="349802" y="216648"/>
                    <a:pt x="346730" y="213351"/>
                    <a:pt x="345623" y="209418"/>
                  </a:cubicBezTo>
                  <a:lnTo>
                    <a:pt x="345603" y="209418"/>
                  </a:lnTo>
                  <a:cubicBezTo>
                    <a:pt x="344640" y="205936"/>
                    <a:pt x="343411" y="202454"/>
                    <a:pt x="341978" y="198992"/>
                  </a:cubicBezTo>
                  <a:cubicBezTo>
                    <a:pt x="340462" y="195366"/>
                    <a:pt x="338864" y="192048"/>
                    <a:pt x="337144" y="188996"/>
                  </a:cubicBezTo>
                  <a:cubicBezTo>
                    <a:pt x="335013" y="185207"/>
                    <a:pt x="335157" y="180742"/>
                    <a:pt x="337164" y="177198"/>
                  </a:cubicBezTo>
                  <a:lnTo>
                    <a:pt x="337144" y="177178"/>
                  </a:lnTo>
                  <a:lnTo>
                    <a:pt x="351645" y="151656"/>
                  </a:lnTo>
                  <a:lnTo>
                    <a:pt x="339479" y="139489"/>
                  </a:lnTo>
                  <a:lnTo>
                    <a:pt x="313957" y="153991"/>
                  </a:lnTo>
                  <a:cubicBezTo>
                    <a:pt x="309922" y="156265"/>
                    <a:pt x="305170" y="155978"/>
                    <a:pt x="301524" y="153643"/>
                  </a:cubicBezTo>
                  <a:cubicBezTo>
                    <a:pt x="298636" y="152045"/>
                    <a:pt x="295522" y="150550"/>
                    <a:pt x="292142" y="149157"/>
                  </a:cubicBezTo>
                  <a:cubicBezTo>
                    <a:pt x="288681" y="147723"/>
                    <a:pt x="285199" y="146515"/>
                    <a:pt x="281717" y="145532"/>
                  </a:cubicBezTo>
                  <a:cubicBezTo>
                    <a:pt x="277292" y="144303"/>
                    <a:pt x="274158" y="140759"/>
                    <a:pt x="273216" y="136581"/>
                  </a:cubicBezTo>
                  <a:lnTo>
                    <a:pt x="265597" y="108867"/>
                  </a:lnTo>
                  <a:lnTo>
                    <a:pt x="248330" y="108867"/>
                  </a:lnTo>
                  <a:lnTo>
                    <a:pt x="240566" y="137113"/>
                  </a:lnTo>
                  <a:cubicBezTo>
                    <a:pt x="239419" y="141353"/>
                    <a:pt x="236122" y="144425"/>
                    <a:pt x="232189" y="145532"/>
                  </a:cubicBezTo>
                  <a:lnTo>
                    <a:pt x="232189" y="145552"/>
                  </a:lnTo>
                  <a:cubicBezTo>
                    <a:pt x="228707" y="146535"/>
                    <a:pt x="225225" y="147744"/>
                    <a:pt x="221763" y="149178"/>
                  </a:cubicBezTo>
                  <a:cubicBezTo>
                    <a:pt x="218137" y="150673"/>
                    <a:pt x="214819" y="152291"/>
                    <a:pt x="211767" y="154012"/>
                  </a:cubicBezTo>
                  <a:cubicBezTo>
                    <a:pt x="207978" y="156142"/>
                    <a:pt x="203513" y="155999"/>
                    <a:pt x="199969" y="153991"/>
                  </a:cubicBezTo>
                  <a:lnTo>
                    <a:pt x="199949" y="154012"/>
                  </a:lnTo>
                  <a:lnTo>
                    <a:pt x="174427" y="139510"/>
                  </a:lnTo>
                  <a:lnTo>
                    <a:pt x="162261" y="151677"/>
                  </a:lnTo>
                  <a:lnTo>
                    <a:pt x="176762" y="177178"/>
                  </a:lnTo>
                  <a:cubicBezTo>
                    <a:pt x="179036" y="181213"/>
                    <a:pt x="178749" y="185986"/>
                    <a:pt x="176414" y="189611"/>
                  </a:cubicBezTo>
                  <a:cubicBezTo>
                    <a:pt x="174816" y="192499"/>
                    <a:pt x="173321" y="195612"/>
                    <a:pt x="171928" y="198992"/>
                  </a:cubicBezTo>
                  <a:cubicBezTo>
                    <a:pt x="170494" y="202454"/>
                    <a:pt x="169286" y="205936"/>
                    <a:pt x="168303" y="209418"/>
                  </a:cubicBezTo>
                  <a:cubicBezTo>
                    <a:pt x="167074" y="213842"/>
                    <a:pt x="163530" y="216976"/>
                    <a:pt x="159352" y="217939"/>
                  </a:cubicBezTo>
                  <a:lnTo>
                    <a:pt x="131639" y="225559"/>
                  </a:lnTo>
                  <a:lnTo>
                    <a:pt x="131639" y="242826"/>
                  </a:lnTo>
                  <a:lnTo>
                    <a:pt x="159884" y="250589"/>
                  </a:lnTo>
                  <a:cubicBezTo>
                    <a:pt x="164124" y="251736"/>
                    <a:pt x="167196" y="255034"/>
                    <a:pt x="168303" y="258967"/>
                  </a:cubicBezTo>
                  <a:lnTo>
                    <a:pt x="168323" y="258967"/>
                  </a:lnTo>
                  <a:cubicBezTo>
                    <a:pt x="169286" y="262449"/>
                    <a:pt x="170515" y="265931"/>
                    <a:pt x="171949" y="269392"/>
                  </a:cubicBezTo>
                  <a:cubicBezTo>
                    <a:pt x="173464" y="273018"/>
                    <a:pt x="175062" y="276336"/>
                    <a:pt x="176783" y="279388"/>
                  </a:cubicBezTo>
                  <a:cubicBezTo>
                    <a:pt x="178913" y="283177"/>
                    <a:pt x="178770" y="287642"/>
                    <a:pt x="176762" y="291186"/>
                  </a:cubicBezTo>
                  <a:lnTo>
                    <a:pt x="176783" y="291206"/>
                  </a:lnTo>
                  <a:lnTo>
                    <a:pt x="162281" y="316728"/>
                  </a:lnTo>
                  <a:lnTo>
                    <a:pt x="174448" y="328895"/>
                  </a:lnTo>
                  <a:lnTo>
                    <a:pt x="199969" y="314393"/>
                  </a:lnTo>
                  <a:cubicBezTo>
                    <a:pt x="204005" y="312119"/>
                    <a:pt x="208757" y="312406"/>
                    <a:pt x="212403" y="314741"/>
                  </a:cubicBezTo>
                  <a:cubicBezTo>
                    <a:pt x="215291" y="316339"/>
                    <a:pt x="218404" y="317834"/>
                    <a:pt x="221784" y="319227"/>
                  </a:cubicBezTo>
                  <a:cubicBezTo>
                    <a:pt x="225245" y="320661"/>
                    <a:pt x="228727" y="321869"/>
                    <a:pt x="232210" y="322852"/>
                  </a:cubicBezTo>
                  <a:cubicBezTo>
                    <a:pt x="236634" y="324081"/>
                    <a:pt x="239768" y="327625"/>
                    <a:pt x="240710" y="331803"/>
                  </a:cubicBezTo>
                  <a:lnTo>
                    <a:pt x="248330" y="359517"/>
                  </a:lnTo>
                  <a:lnTo>
                    <a:pt x="265597" y="359517"/>
                  </a:lnTo>
                  <a:lnTo>
                    <a:pt x="273360" y="331271"/>
                  </a:lnTo>
                  <a:cubicBezTo>
                    <a:pt x="274507" y="327031"/>
                    <a:pt x="277805" y="323959"/>
                    <a:pt x="281738" y="322852"/>
                  </a:cubicBezTo>
                  <a:close/>
                  <a:moveTo>
                    <a:pt x="301381" y="341430"/>
                  </a:moveTo>
                  <a:cubicBezTo>
                    <a:pt x="299230" y="342332"/>
                    <a:pt x="296997" y="343151"/>
                    <a:pt x="294744" y="343929"/>
                  </a:cubicBezTo>
                  <a:lnTo>
                    <a:pt x="286572" y="373671"/>
                  </a:lnTo>
                  <a:cubicBezTo>
                    <a:pt x="285588" y="379324"/>
                    <a:pt x="280632" y="383605"/>
                    <a:pt x="274712" y="383605"/>
                  </a:cubicBezTo>
                  <a:lnTo>
                    <a:pt x="239216" y="383605"/>
                  </a:lnTo>
                  <a:lnTo>
                    <a:pt x="239216" y="383564"/>
                  </a:lnTo>
                  <a:cubicBezTo>
                    <a:pt x="233931" y="383564"/>
                    <a:pt x="229097" y="380061"/>
                    <a:pt x="227643" y="374715"/>
                  </a:cubicBezTo>
                  <a:lnTo>
                    <a:pt x="219184" y="343950"/>
                  </a:lnTo>
                  <a:cubicBezTo>
                    <a:pt x="216910" y="343171"/>
                    <a:pt x="214718" y="342352"/>
                    <a:pt x="212568" y="341451"/>
                  </a:cubicBezTo>
                  <a:cubicBezTo>
                    <a:pt x="210437" y="340570"/>
                    <a:pt x="208287" y="339587"/>
                    <a:pt x="206136" y="338542"/>
                  </a:cubicBezTo>
                  <a:lnTo>
                    <a:pt x="179160" y="353904"/>
                  </a:lnTo>
                  <a:cubicBezTo>
                    <a:pt x="174470" y="357059"/>
                    <a:pt x="168058" y="356588"/>
                    <a:pt x="163900" y="352450"/>
                  </a:cubicBezTo>
                  <a:lnTo>
                    <a:pt x="138788" y="327338"/>
                  </a:lnTo>
                  <a:lnTo>
                    <a:pt x="138829" y="327297"/>
                  </a:lnTo>
                  <a:cubicBezTo>
                    <a:pt x="135101" y="323569"/>
                    <a:pt x="134159" y="317691"/>
                    <a:pt x="136883" y="312877"/>
                  </a:cubicBezTo>
                  <a:lnTo>
                    <a:pt x="152696" y="285082"/>
                  </a:lnTo>
                  <a:cubicBezTo>
                    <a:pt x="151651" y="282931"/>
                    <a:pt x="150668" y="280781"/>
                    <a:pt x="149787" y="278671"/>
                  </a:cubicBezTo>
                  <a:cubicBezTo>
                    <a:pt x="148886" y="276520"/>
                    <a:pt x="148067" y="274287"/>
                    <a:pt x="147288" y="272034"/>
                  </a:cubicBezTo>
                  <a:lnTo>
                    <a:pt x="117547" y="263862"/>
                  </a:lnTo>
                  <a:cubicBezTo>
                    <a:pt x="111894" y="262878"/>
                    <a:pt x="107613" y="257922"/>
                    <a:pt x="107613" y="252002"/>
                  </a:cubicBezTo>
                  <a:lnTo>
                    <a:pt x="107613" y="216506"/>
                  </a:lnTo>
                  <a:lnTo>
                    <a:pt x="107654" y="216506"/>
                  </a:lnTo>
                  <a:cubicBezTo>
                    <a:pt x="107654" y="211221"/>
                    <a:pt x="111157" y="206387"/>
                    <a:pt x="116503" y="204933"/>
                  </a:cubicBezTo>
                  <a:lnTo>
                    <a:pt x="147248" y="196494"/>
                  </a:lnTo>
                  <a:cubicBezTo>
                    <a:pt x="148026" y="194220"/>
                    <a:pt x="148845" y="192029"/>
                    <a:pt x="149746" y="189878"/>
                  </a:cubicBezTo>
                  <a:cubicBezTo>
                    <a:pt x="150627" y="187748"/>
                    <a:pt x="151610" y="185597"/>
                    <a:pt x="152675" y="183446"/>
                  </a:cubicBezTo>
                  <a:lnTo>
                    <a:pt x="137313" y="156471"/>
                  </a:lnTo>
                  <a:cubicBezTo>
                    <a:pt x="134159" y="151780"/>
                    <a:pt x="134630" y="145369"/>
                    <a:pt x="138768" y="141211"/>
                  </a:cubicBezTo>
                  <a:lnTo>
                    <a:pt x="163880" y="116099"/>
                  </a:lnTo>
                  <a:lnTo>
                    <a:pt x="163921" y="116139"/>
                  </a:lnTo>
                  <a:cubicBezTo>
                    <a:pt x="167649" y="112412"/>
                    <a:pt x="173527" y="111469"/>
                    <a:pt x="178341" y="114194"/>
                  </a:cubicBezTo>
                  <a:lnTo>
                    <a:pt x="206136" y="130006"/>
                  </a:lnTo>
                  <a:cubicBezTo>
                    <a:pt x="208287" y="128962"/>
                    <a:pt x="210437" y="127978"/>
                    <a:pt x="212568" y="127098"/>
                  </a:cubicBezTo>
                  <a:cubicBezTo>
                    <a:pt x="214718" y="126196"/>
                    <a:pt x="216930" y="125377"/>
                    <a:pt x="219183" y="124599"/>
                  </a:cubicBezTo>
                  <a:lnTo>
                    <a:pt x="227356" y="94858"/>
                  </a:lnTo>
                  <a:cubicBezTo>
                    <a:pt x="228339" y="89204"/>
                    <a:pt x="233296" y="84924"/>
                    <a:pt x="239216" y="84924"/>
                  </a:cubicBezTo>
                  <a:lnTo>
                    <a:pt x="274712" y="84924"/>
                  </a:lnTo>
                  <a:lnTo>
                    <a:pt x="274712" y="84965"/>
                  </a:lnTo>
                  <a:cubicBezTo>
                    <a:pt x="279997" y="84965"/>
                    <a:pt x="284831" y="88467"/>
                    <a:pt x="286285" y="93813"/>
                  </a:cubicBezTo>
                  <a:lnTo>
                    <a:pt x="294744" y="124578"/>
                  </a:lnTo>
                  <a:cubicBezTo>
                    <a:pt x="297018" y="125357"/>
                    <a:pt x="299210" y="126176"/>
                    <a:pt x="301360" y="127077"/>
                  </a:cubicBezTo>
                  <a:cubicBezTo>
                    <a:pt x="303490" y="127958"/>
                    <a:pt x="305641" y="128941"/>
                    <a:pt x="307792" y="129986"/>
                  </a:cubicBezTo>
                  <a:lnTo>
                    <a:pt x="334768" y="114624"/>
                  </a:lnTo>
                  <a:cubicBezTo>
                    <a:pt x="339458" y="111469"/>
                    <a:pt x="345869" y="111940"/>
                    <a:pt x="350028" y="116078"/>
                  </a:cubicBezTo>
                  <a:lnTo>
                    <a:pt x="375140" y="141190"/>
                  </a:lnTo>
                  <a:lnTo>
                    <a:pt x="375099" y="141231"/>
                  </a:lnTo>
                  <a:cubicBezTo>
                    <a:pt x="378827" y="144959"/>
                    <a:pt x="379769" y="150837"/>
                    <a:pt x="377045" y="155651"/>
                  </a:cubicBezTo>
                  <a:lnTo>
                    <a:pt x="361232" y="183446"/>
                  </a:lnTo>
                  <a:cubicBezTo>
                    <a:pt x="362277" y="185597"/>
                    <a:pt x="363260" y="187748"/>
                    <a:pt x="364141" y="189858"/>
                  </a:cubicBezTo>
                  <a:cubicBezTo>
                    <a:pt x="365042" y="192008"/>
                    <a:pt x="365861" y="194241"/>
                    <a:pt x="366639" y="196494"/>
                  </a:cubicBezTo>
                  <a:lnTo>
                    <a:pt x="396381" y="204667"/>
                  </a:lnTo>
                  <a:cubicBezTo>
                    <a:pt x="402034" y="205650"/>
                    <a:pt x="406315" y="210607"/>
                    <a:pt x="406315" y="216526"/>
                  </a:cubicBezTo>
                  <a:lnTo>
                    <a:pt x="406315" y="252023"/>
                  </a:lnTo>
                  <a:lnTo>
                    <a:pt x="406274" y="252023"/>
                  </a:lnTo>
                  <a:cubicBezTo>
                    <a:pt x="406274" y="257307"/>
                    <a:pt x="402771" y="262141"/>
                    <a:pt x="397425" y="263595"/>
                  </a:cubicBezTo>
                  <a:lnTo>
                    <a:pt x="366660" y="272055"/>
                  </a:lnTo>
                  <a:cubicBezTo>
                    <a:pt x="365881" y="274328"/>
                    <a:pt x="365062" y="276520"/>
                    <a:pt x="364161" y="278671"/>
                  </a:cubicBezTo>
                  <a:cubicBezTo>
                    <a:pt x="363280" y="280801"/>
                    <a:pt x="362297" y="282951"/>
                    <a:pt x="361252" y="285102"/>
                  </a:cubicBezTo>
                  <a:lnTo>
                    <a:pt x="376615" y="312078"/>
                  </a:lnTo>
                  <a:cubicBezTo>
                    <a:pt x="379769" y="316769"/>
                    <a:pt x="379298" y="323180"/>
                    <a:pt x="375160" y="327338"/>
                  </a:cubicBezTo>
                  <a:lnTo>
                    <a:pt x="350048" y="352450"/>
                  </a:lnTo>
                  <a:lnTo>
                    <a:pt x="350007" y="352409"/>
                  </a:lnTo>
                  <a:cubicBezTo>
                    <a:pt x="346279" y="356137"/>
                    <a:pt x="340401" y="357079"/>
                    <a:pt x="335587" y="354355"/>
                  </a:cubicBezTo>
                  <a:lnTo>
                    <a:pt x="307792" y="338542"/>
                  </a:lnTo>
                  <a:cubicBezTo>
                    <a:pt x="305641" y="339587"/>
                    <a:pt x="303491" y="340570"/>
                    <a:pt x="301381" y="341451"/>
                  </a:cubicBezTo>
                  <a:close/>
                  <a:moveTo>
                    <a:pt x="32667" y="111058"/>
                  </a:moveTo>
                  <a:cubicBezTo>
                    <a:pt x="27956" y="106347"/>
                    <a:pt x="27956" y="98727"/>
                    <a:pt x="32667" y="94016"/>
                  </a:cubicBezTo>
                  <a:cubicBezTo>
                    <a:pt x="37378" y="89305"/>
                    <a:pt x="44998" y="89305"/>
                    <a:pt x="49709" y="94016"/>
                  </a:cubicBezTo>
                  <a:lnTo>
                    <a:pt x="57411" y="101718"/>
                  </a:lnTo>
                  <a:lnTo>
                    <a:pt x="80003" y="76524"/>
                  </a:lnTo>
                  <a:cubicBezTo>
                    <a:pt x="84427" y="71588"/>
                    <a:pt x="92006" y="71158"/>
                    <a:pt x="96922" y="75582"/>
                  </a:cubicBezTo>
                  <a:cubicBezTo>
                    <a:pt x="101859" y="80006"/>
                    <a:pt x="102288" y="87585"/>
                    <a:pt x="97864" y="92522"/>
                  </a:cubicBezTo>
                  <a:lnTo>
                    <a:pt x="67488" y="126379"/>
                  </a:lnTo>
                  <a:cubicBezTo>
                    <a:pt x="67140" y="126830"/>
                    <a:pt x="66771" y="127281"/>
                    <a:pt x="66362" y="127690"/>
                  </a:cubicBezTo>
                  <a:cubicBezTo>
                    <a:pt x="61651" y="132401"/>
                    <a:pt x="54051" y="132401"/>
                    <a:pt x="49320" y="127690"/>
                  </a:cubicBezTo>
                  <a:lnTo>
                    <a:pt x="32667" y="111038"/>
                  </a:lnTo>
                  <a:close/>
                  <a:moveTo>
                    <a:pt x="460985" y="72714"/>
                  </a:moveTo>
                  <a:cubicBezTo>
                    <a:pt x="465696" y="68003"/>
                    <a:pt x="473316" y="68003"/>
                    <a:pt x="478027" y="72714"/>
                  </a:cubicBezTo>
                  <a:cubicBezTo>
                    <a:pt x="482738" y="77425"/>
                    <a:pt x="482738" y="85045"/>
                    <a:pt x="478027" y="89756"/>
                  </a:cubicBezTo>
                  <a:lnTo>
                    <a:pt x="465922" y="101882"/>
                  </a:lnTo>
                  <a:lnTo>
                    <a:pt x="478027" y="114008"/>
                  </a:lnTo>
                  <a:cubicBezTo>
                    <a:pt x="482738" y="118719"/>
                    <a:pt x="482738" y="126318"/>
                    <a:pt x="478027" y="131029"/>
                  </a:cubicBezTo>
                  <a:cubicBezTo>
                    <a:pt x="473316" y="135740"/>
                    <a:pt x="465717" y="135740"/>
                    <a:pt x="460985" y="131029"/>
                  </a:cubicBezTo>
                  <a:lnTo>
                    <a:pt x="448880" y="118924"/>
                  </a:lnTo>
                  <a:lnTo>
                    <a:pt x="436754" y="131029"/>
                  </a:lnTo>
                  <a:cubicBezTo>
                    <a:pt x="432043" y="135740"/>
                    <a:pt x="424444" y="135740"/>
                    <a:pt x="419712" y="131029"/>
                  </a:cubicBezTo>
                  <a:cubicBezTo>
                    <a:pt x="415001" y="126318"/>
                    <a:pt x="415001" y="118719"/>
                    <a:pt x="419712" y="114008"/>
                  </a:cubicBezTo>
                  <a:lnTo>
                    <a:pt x="431838" y="101882"/>
                  </a:lnTo>
                  <a:lnTo>
                    <a:pt x="419712" y="89756"/>
                  </a:lnTo>
                  <a:cubicBezTo>
                    <a:pt x="415001" y="85045"/>
                    <a:pt x="415001" y="77446"/>
                    <a:pt x="419712" y="72714"/>
                  </a:cubicBezTo>
                  <a:cubicBezTo>
                    <a:pt x="424424" y="68003"/>
                    <a:pt x="432043" y="68003"/>
                    <a:pt x="436754" y="72714"/>
                  </a:cubicBezTo>
                  <a:lnTo>
                    <a:pt x="448880" y="84840"/>
                  </a:lnTo>
                  <a:close/>
                  <a:moveTo>
                    <a:pt x="105978" y="60937"/>
                  </a:moveTo>
                  <a:lnTo>
                    <a:pt x="24110" y="60937"/>
                  </a:lnTo>
                  <a:lnTo>
                    <a:pt x="24110" y="142826"/>
                  </a:lnTo>
                  <a:lnTo>
                    <a:pt x="105978" y="142826"/>
                  </a:lnTo>
                  <a:close/>
                  <a:moveTo>
                    <a:pt x="12044" y="36849"/>
                  </a:moveTo>
                  <a:lnTo>
                    <a:pt x="118001" y="36849"/>
                  </a:lnTo>
                  <a:cubicBezTo>
                    <a:pt x="124658" y="36849"/>
                    <a:pt x="130045" y="42235"/>
                    <a:pt x="130045" y="48893"/>
                  </a:cubicBezTo>
                  <a:lnTo>
                    <a:pt x="130045" y="154850"/>
                  </a:lnTo>
                  <a:cubicBezTo>
                    <a:pt x="130045" y="161507"/>
                    <a:pt x="124659" y="166894"/>
                    <a:pt x="118001" y="166894"/>
                  </a:cubicBezTo>
                  <a:lnTo>
                    <a:pt x="12044" y="166894"/>
                  </a:lnTo>
                  <a:cubicBezTo>
                    <a:pt x="5387" y="166894"/>
                    <a:pt x="0" y="161507"/>
                    <a:pt x="0" y="154850"/>
                  </a:cubicBezTo>
                  <a:lnTo>
                    <a:pt x="0" y="48893"/>
                  </a:lnTo>
                  <a:cubicBezTo>
                    <a:pt x="0" y="42236"/>
                    <a:pt x="5387" y="36849"/>
                    <a:pt x="12044" y="36849"/>
                  </a:cubicBezTo>
                  <a:close/>
                  <a:moveTo>
                    <a:pt x="395870" y="36849"/>
                  </a:moveTo>
                  <a:lnTo>
                    <a:pt x="501828" y="36849"/>
                  </a:lnTo>
                  <a:cubicBezTo>
                    <a:pt x="508484" y="36849"/>
                    <a:pt x="513872" y="42235"/>
                    <a:pt x="513872" y="48893"/>
                  </a:cubicBezTo>
                  <a:lnTo>
                    <a:pt x="513872" y="154850"/>
                  </a:lnTo>
                  <a:cubicBezTo>
                    <a:pt x="513872" y="161507"/>
                    <a:pt x="508485" y="166894"/>
                    <a:pt x="501828" y="166894"/>
                  </a:cubicBezTo>
                  <a:lnTo>
                    <a:pt x="395870" y="166894"/>
                  </a:lnTo>
                  <a:cubicBezTo>
                    <a:pt x="389214" y="166894"/>
                    <a:pt x="383826" y="161507"/>
                    <a:pt x="383826" y="154850"/>
                  </a:cubicBezTo>
                  <a:lnTo>
                    <a:pt x="383826" y="48893"/>
                  </a:lnTo>
                  <a:cubicBezTo>
                    <a:pt x="383826" y="42236"/>
                    <a:pt x="389213" y="36849"/>
                    <a:pt x="395870" y="36849"/>
                  </a:cubicBezTo>
                  <a:close/>
                  <a:moveTo>
                    <a:pt x="489783" y="60937"/>
                  </a:moveTo>
                  <a:lnTo>
                    <a:pt x="407915" y="60937"/>
                  </a:lnTo>
                  <a:lnTo>
                    <a:pt x="407915" y="142826"/>
                  </a:lnTo>
                  <a:lnTo>
                    <a:pt x="489783" y="142826"/>
                  </a:lnTo>
                  <a:close/>
                  <a:moveTo>
                    <a:pt x="23470" y="216116"/>
                  </a:moveTo>
                  <a:cubicBezTo>
                    <a:pt x="23961" y="209500"/>
                    <a:pt x="29738" y="204523"/>
                    <a:pt x="36353" y="205014"/>
                  </a:cubicBezTo>
                  <a:cubicBezTo>
                    <a:pt x="42969" y="205506"/>
                    <a:pt x="47946" y="211282"/>
                    <a:pt x="47455" y="217918"/>
                  </a:cubicBezTo>
                  <a:cubicBezTo>
                    <a:pt x="47209" y="221072"/>
                    <a:pt x="47045" y="223776"/>
                    <a:pt x="46964" y="226029"/>
                  </a:cubicBezTo>
                  <a:cubicBezTo>
                    <a:pt x="46882" y="228057"/>
                    <a:pt x="46861" y="230781"/>
                    <a:pt x="46861" y="234202"/>
                  </a:cubicBezTo>
                  <a:cubicBezTo>
                    <a:pt x="46861" y="292207"/>
                    <a:pt x="70376" y="344748"/>
                    <a:pt x="108390" y="382743"/>
                  </a:cubicBezTo>
                  <a:cubicBezTo>
                    <a:pt x="146406" y="420759"/>
                    <a:pt x="198926" y="444271"/>
                    <a:pt x="256930" y="444271"/>
                  </a:cubicBezTo>
                  <a:cubicBezTo>
                    <a:pt x="314935" y="444271"/>
                    <a:pt x="367476" y="420757"/>
                    <a:pt x="405471" y="382743"/>
                  </a:cubicBezTo>
                  <a:cubicBezTo>
                    <a:pt x="443487" y="344727"/>
                    <a:pt x="466999" y="292207"/>
                    <a:pt x="466999" y="234202"/>
                  </a:cubicBezTo>
                  <a:cubicBezTo>
                    <a:pt x="466999" y="230781"/>
                    <a:pt x="466958" y="228057"/>
                    <a:pt x="466897" y="226029"/>
                  </a:cubicBezTo>
                  <a:cubicBezTo>
                    <a:pt x="466794" y="223776"/>
                    <a:pt x="466651" y="221072"/>
                    <a:pt x="466405" y="217918"/>
                  </a:cubicBezTo>
                  <a:cubicBezTo>
                    <a:pt x="465914" y="211302"/>
                    <a:pt x="470891" y="205526"/>
                    <a:pt x="477507" y="205014"/>
                  </a:cubicBezTo>
                  <a:cubicBezTo>
                    <a:pt x="484123" y="204522"/>
                    <a:pt x="489899" y="209500"/>
                    <a:pt x="490391" y="216116"/>
                  </a:cubicBezTo>
                  <a:cubicBezTo>
                    <a:pt x="490575" y="218656"/>
                    <a:pt x="490759" y="221667"/>
                    <a:pt x="490882" y="225169"/>
                  </a:cubicBezTo>
                  <a:cubicBezTo>
                    <a:pt x="491026" y="228856"/>
                    <a:pt x="491087" y="231867"/>
                    <a:pt x="491087" y="234203"/>
                  </a:cubicBezTo>
                  <a:cubicBezTo>
                    <a:pt x="491087" y="298867"/>
                    <a:pt x="464869" y="357406"/>
                    <a:pt x="422490" y="399785"/>
                  </a:cubicBezTo>
                  <a:cubicBezTo>
                    <a:pt x="380111" y="442164"/>
                    <a:pt x="321572" y="468382"/>
                    <a:pt x="256908" y="468382"/>
                  </a:cubicBezTo>
                  <a:cubicBezTo>
                    <a:pt x="192244" y="468382"/>
                    <a:pt x="133704" y="442164"/>
                    <a:pt x="91325" y="399785"/>
                  </a:cubicBezTo>
                  <a:cubicBezTo>
                    <a:pt x="48947" y="357406"/>
                    <a:pt x="22729" y="298867"/>
                    <a:pt x="22729" y="234203"/>
                  </a:cubicBezTo>
                  <a:cubicBezTo>
                    <a:pt x="22729" y="231868"/>
                    <a:pt x="22811" y="228857"/>
                    <a:pt x="22954" y="225169"/>
                  </a:cubicBezTo>
                  <a:cubicBezTo>
                    <a:pt x="23077" y="221667"/>
                    <a:pt x="23261" y="218635"/>
                    <a:pt x="23446" y="216116"/>
                  </a:cubicBezTo>
                  <a:close/>
                </a:path>
              </a:pathLst>
            </a:custGeom>
            <a:solidFill>
              <a:srgbClr val="1ABC85"/>
            </a:solidFill>
            <a:ln w="51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98" name="Agrupar 197">
            <a:extLst>
              <a:ext uri="{FF2B5EF4-FFF2-40B4-BE49-F238E27FC236}">
                <a16:creationId xmlns:a16="http://schemas.microsoft.com/office/drawing/2014/main" id="{340A0CA1-B053-B1F6-76A2-64FA1CD31239}"/>
              </a:ext>
            </a:extLst>
          </p:cNvPr>
          <p:cNvGrpSpPr/>
          <p:nvPr/>
        </p:nvGrpSpPr>
        <p:grpSpPr>
          <a:xfrm>
            <a:off x="9059148" y="5235343"/>
            <a:ext cx="2617518" cy="799252"/>
            <a:chOff x="9059148" y="5235343"/>
            <a:chExt cx="2617518" cy="799252"/>
          </a:xfrm>
        </p:grpSpPr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28C77262-E16C-88DB-0285-CDF62C9CAC70}"/>
                </a:ext>
              </a:extLst>
            </p:cNvPr>
            <p:cNvSpPr/>
            <p:nvPr/>
          </p:nvSpPr>
          <p:spPr>
            <a:xfrm>
              <a:off x="9059148" y="5235343"/>
              <a:ext cx="2574816" cy="799252"/>
            </a:xfrm>
            <a:prstGeom prst="roundRect">
              <a:avLst>
                <a:gd name="adj" fmla="val 6964"/>
              </a:avLst>
            </a:prstGeom>
            <a:solidFill>
              <a:srgbClr val="F0FDF4"/>
            </a:solidFill>
            <a:ln>
              <a:solidFill>
                <a:srgbClr val="C0F7D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B996A"/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76805FCE-B57D-DDFB-60AD-55027B25BDBD}"/>
                </a:ext>
              </a:extLst>
            </p:cNvPr>
            <p:cNvSpPr txBox="1"/>
            <p:nvPr/>
          </p:nvSpPr>
          <p:spPr>
            <a:xfrm>
              <a:off x="9406331" y="5317773"/>
              <a:ext cx="22703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rgbClr val="0B996A"/>
                  </a:solidFill>
                </a:rPr>
                <a:t>Adaptabilidade</a:t>
              </a:r>
              <a:endParaRPr lang="en-US" sz="1400" b="1" dirty="0">
                <a:solidFill>
                  <a:srgbClr val="0B996A"/>
                </a:solidFill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EEBF2D6-6B40-0D87-FE8D-FB16D64AEA41}"/>
                </a:ext>
              </a:extLst>
            </p:cNvPr>
            <p:cNvSpPr txBox="1"/>
            <p:nvPr/>
          </p:nvSpPr>
          <p:spPr>
            <a:xfrm>
              <a:off x="9144555" y="5574308"/>
              <a:ext cx="2404000" cy="415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05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pt-BR" dirty="0">
                  <a:solidFill>
                    <a:srgbClr val="0B996A"/>
                  </a:solidFill>
                </a:rPr>
                <a:t>Flexibilidade para ajustar a rota conforme descobertas na EDA.</a:t>
              </a:r>
            </a:p>
          </p:txBody>
        </p:sp>
        <p:sp>
          <p:nvSpPr>
            <p:cNvPr id="195" name="Forma Livre: Forma 194">
              <a:extLst>
                <a:ext uri="{FF2B5EF4-FFF2-40B4-BE49-F238E27FC236}">
                  <a16:creationId xmlns:a16="http://schemas.microsoft.com/office/drawing/2014/main" id="{6AA3B96A-C66C-525F-5942-A7E3D87344E3}"/>
                </a:ext>
              </a:extLst>
            </p:cNvPr>
            <p:cNvSpPr/>
            <p:nvPr/>
          </p:nvSpPr>
          <p:spPr>
            <a:xfrm>
              <a:off x="9190212" y="5339393"/>
              <a:ext cx="260394" cy="264536"/>
            </a:xfrm>
            <a:custGeom>
              <a:avLst/>
              <a:gdLst>
                <a:gd name="connsiteX0" fmla="*/ 335875 w 586930"/>
                <a:gd name="connsiteY0" fmla="*/ 119063 h 596265"/>
                <a:gd name="connsiteX1" fmla="*/ 335875 w 586930"/>
                <a:gd name="connsiteY1" fmla="*/ 136303 h 596265"/>
                <a:gd name="connsiteX2" fmla="*/ 292632 w 586930"/>
                <a:gd name="connsiteY2" fmla="*/ 136303 h 596265"/>
                <a:gd name="connsiteX3" fmla="*/ 300347 w 586930"/>
                <a:gd name="connsiteY3" fmla="*/ 140113 h 596265"/>
                <a:gd name="connsiteX4" fmla="*/ 291679 w 586930"/>
                <a:gd name="connsiteY4" fmla="*/ 154496 h 596265"/>
                <a:gd name="connsiteX5" fmla="*/ 256151 w 586930"/>
                <a:gd name="connsiteY5" fmla="*/ 134303 h 596265"/>
                <a:gd name="connsiteX6" fmla="*/ 256151 w 586930"/>
                <a:gd name="connsiteY6" fmla="*/ 119920 h 596265"/>
                <a:gd name="connsiteX7" fmla="*/ 291679 w 586930"/>
                <a:gd name="connsiteY7" fmla="*/ 99727 h 596265"/>
                <a:gd name="connsiteX8" fmla="*/ 300347 w 586930"/>
                <a:gd name="connsiteY8" fmla="*/ 114110 h 596265"/>
                <a:gd name="connsiteX9" fmla="*/ 292632 w 586930"/>
                <a:gd name="connsiteY9" fmla="*/ 118872 h 596265"/>
                <a:gd name="connsiteX10" fmla="*/ 335875 w 586930"/>
                <a:gd name="connsiteY10" fmla="*/ 118872 h 596265"/>
                <a:gd name="connsiteX11" fmla="*/ 319492 w 586930"/>
                <a:gd name="connsiteY11" fmla="*/ 211265 h 596265"/>
                <a:gd name="connsiteX12" fmla="*/ 355973 w 586930"/>
                <a:gd name="connsiteY12" fmla="*/ 232410 h 596265"/>
                <a:gd name="connsiteX13" fmla="*/ 382834 w 586930"/>
                <a:gd name="connsiteY13" fmla="*/ 216122 h 596265"/>
                <a:gd name="connsiteX14" fmla="*/ 408742 w 586930"/>
                <a:gd name="connsiteY14" fmla="*/ 261271 h 596265"/>
                <a:gd name="connsiteX15" fmla="*/ 381881 w 586930"/>
                <a:gd name="connsiteY15" fmla="*/ 276606 h 596265"/>
                <a:gd name="connsiteX16" fmla="*/ 383786 w 586930"/>
                <a:gd name="connsiteY16" fmla="*/ 298704 h 596265"/>
                <a:gd name="connsiteX17" fmla="*/ 381881 w 586930"/>
                <a:gd name="connsiteY17" fmla="*/ 319850 h 596265"/>
                <a:gd name="connsiteX18" fmla="*/ 408742 w 586930"/>
                <a:gd name="connsiteY18" fmla="*/ 335185 h 596265"/>
                <a:gd name="connsiteX19" fmla="*/ 382834 w 586930"/>
                <a:gd name="connsiteY19" fmla="*/ 380333 h 596265"/>
                <a:gd name="connsiteX20" fmla="*/ 355973 w 586930"/>
                <a:gd name="connsiteY20" fmla="*/ 364046 h 596265"/>
                <a:gd name="connsiteX21" fmla="*/ 319492 w 586930"/>
                <a:gd name="connsiteY21" fmla="*/ 385191 h 596265"/>
                <a:gd name="connsiteX22" fmla="*/ 319492 w 586930"/>
                <a:gd name="connsiteY22" fmla="*/ 416909 h 596265"/>
                <a:gd name="connsiteX23" fmla="*/ 267676 w 586930"/>
                <a:gd name="connsiteY23" fmla="*/ 416909 h 596265"/>
                <a:gd name="connsiteX24" fmla="*/ 267676 w 586930"/>
                <a:gd name="connsiteY24" fmla="*/ 385191 h 596265"/>
                <a:gd name="connsiteX25" fmla="*/ 230243 w 586930"/>
                <a:gd name="connsiteY25" fmla="*/ 364046 h 596265"/>
                <a:gd name="connsiteX26" fmla="*/ 203383 w 586930"/>
                <a:gd name="connsiteY26" fmla="*/ 380333 h 596265"/>
                <a:gd name="connsiteX27" fmla="*/ 177475 w 586930"/>
                <a:gd name="connsiteY27" fmla="*/ 335185 h 596265"/>
                <a:gd name="connsiteX28" fmla="*/ 205288 w 586930"/>
                <a:gd name="connsiteY28" fmla="*/ 319850 h 596265"/>
                <a:gd name="connsiteX29" fmla="*/ 202430 w 586930"/>
                <a:gd name="connsiteY29" fmla="*/ 298704 h 596265"/>
                <a:gd name="connsiteX30" fmla="*/ 205288 w 586930"/>
                <a:gd name="connsiteY30" fmla="*/ 276606 h 596265"/>
                <a:gd name="connsiteX31" fmla="*/ 177475 w 586930"/>
                <a:gd name="connsiteY31" fmla="*/ 261271 h 596265"/>
                <a:gd name="connsiteX32" fmla="*/ 203383 w 586930"/>
                <a:gd name="connsiteY32" fmla="*/ 216122 h 596265"/>
                <a:gd name="connsiteX33" fmla="*/ 231196 w 586930"/>
                <a:gd name="connsiteY33" fmla="*/ 232410 h 596265"/>
                <a:gd name="connsiteX34" fmla="*/ 267676 w 586930"/>
                <a:gd name="connsiteY34" fmla="*/ 211265 h 596265"/>
                <a:gd name="connsiteX35" fmla="*/ 267676 w 586930"/>
                <a:gd name="connsiteY35" fmla="*/ 179546 h 596265"/>
                <a:gd name="connsiteX36" fmla="*/ 319492 w 586930"/>
                <a:gd name="connsiteY36" fmla="*/ 179546 h 596265"/>
                <a:gd name="connsiteX37" fmla="*/ 319492 w 586930"/>
                <a:gd name="connsiteY37" fmla="*/ 211265 h 596265"/>
                <a:gd name="connsiteX38" fmla="*/ 293584 w 586930"/>
                <a:gd name="connsiteY38" fmla="*/ 249650 h 596265"/>
                <a:gd name="connsiteX39" fmla="*/ 341590 w 586930"/>
                <a:gd name="connsiteY39" fmla="*/ 298609 h 596265"/>
                <a:gd name="connsiteX40" fmla="*/ 293584 w 586930"/>
                <a:gd name="connsiteY40" fmla="*/ 346615 h 596265"/>
                <a:gd name="connsiteX41" fmla="*/ 244626 w 586930"/>
                <a:gd name="connsiteY41" fmla="*/ 298609 h 596265"/>
                <a:gd name="connsiteX42" fmla="*/ 293584 w 586930"/>
                <a:gd name="connsiteY42" fmla="*/ 249650 h 596265"/>
                <a:gd name="connsiteX43" fmla="*/ 293584 w 586930"/>
                <a:gd name="connsiteY43" fmla="*/ 249650 h 596265"/>
                <a:gd name="connsiteX44" fmla="*/ 366546 w 586930"/>
                <a:gd name="connsiteY44" fmla="*/ 389858 h 596265"/>
                <a:gd name="connsiteX45" fmla="*/ 366546 w 586930"/>
                <a:gd name="connsiteY45" fmla="*/ 427292 h 596265"/>
                <a:gd name="connsiteX46" fmla="*/ 408837 w 586930"/>
                <a:gd name="connsiteY46" fmla="*/ 467582 h 596265"/>
                <a:gd name="connsiteX47" fmla="*/ 366546 w 586930"/>
                <a:gd name="connsiteY47" fmla="*/ 508921 h 596265"/>
                <a:gd name="connsiteX48" fmla="*/ 366546 w 586930"/>
                <a:gd name="connsiteY48" fmla="*/ 558832 h 596265"/>
                <a:gd name="connsiteX49" fmla="*/ 426077 w 586930"/>
                <a:gd name="connsiteY49" fmla="*/ 558832 h 596265"/>
                <a:gd name="connsiteX50" fmla="*/ 434745 w 586930"/>
                <a:gd name="connsiteY50" fmla="*/ 566547 h 596265"/>
                <a:gd name="connsiteX51" fmla="*/ 433792 w 586930"/>
                <a:gd name="connsiteY51" fmla="*/ 572262 h 596265"/>
                <a:gd name="connsiteX52" fmla="*/ 457795 w 586930"/>
                <a:gd name="connsiteY52" fmla="*/ 596265 h 596265"/>
                <a:gd name="connsiteX53" fmla="*/ 481798 w 586930"/>
                <a:gd name="connsiteY53" fmla="*/ 572262 h 596265"/>
                <a:gd name="connsiteX54" fmla="*/ 481798 w 586930"/>
                <a:gd name="connsiteY54" fmla="*/ 568452 h 596265"/>
                <a:gd name="connsiteX55" fmla="*/ 489514 w 586930"/>
                <a:gd name="connsiteY55" fmla="*/ 558832 h 596265"/>
                <a:gd name="connsiteX56" fmla="*/ 549045 w 586930"/>
                <a:gd name="connsiteY56" fmla="*/ 558832 h 596265"/>
                <a:gd name="connsiteX57" fmla="*/ 549045 w 586930"/>
                <a:gd name="connsiteY57" fmla="*/ 499301 h 596265"/>
                <a:gd name="connsiteX58" fmla="*/ 557713 w 586930"/>
                <a:gd name="connsiteY58" fmla="*/ 491585 h 596265"/>
                <a:gd name="connsiteX59" fmla="*/ 562475 w 586930"/>
                <a:gd name="connsiteY59" fmla="*/ 491585 h 596265"/>
                <a:gd name="connsiteX60" fmla="*/ 579715 w 586930"/>
                <a:gd name="connsiteY60" fmla="*/ 484823 h 596265"/>
                <a:gd name="connsiteX61" fmla="*/ 579715 w 586930"/>
                <a:gd name="connsiteY61" fmla="*/ 450247 h 596265"/>
                <a:gd name="connsiteX62" fmla="*/ 562475 w 586930"/>
                <a:gd name="connsiteY62" fmla="*/ 443484 h 596265"/>
                <a:gd name="connsiteX63" fmla="*/ 558665 w 586930"/>
                <a:gd name="connsiteY63" fmla="*/ 443484 h 596265"/>
                <a:gd name="connsiteX64" fmla="*/ 549045 w 586930"/>
                <a:gd name="connsiteY64" fmla="*/ 435769 h 596265"/>
                <a:gd name="connsiteX65" fmla="*/ 549045 w 586930"/>
                <a:gd name="connsiteY65" fmla="*/ 377190 h 596265"/>
                <a:gd name="connsiteX66" fmla="*/ 499134 w 586930"/>
                <a:gd name="connsiteY66" fmla="*/ 377190 h 596265"/>
                <a:gd name="connsiteX67" fmla="*/ 457795 w 586930"/>
                <a:gd name="connsiteY67" fmla="*/ 418529 h 596265"/>
                <a:gd name="connsiteX68" fmla="*/ 417505 w 586930"/>
                <a:gd name="connsiteY68" fmla="*/ 377190 h 596265"/>
                <a:gd name="connsiteX69" fmla="*/ 404074 w 586930"/>
                <a:gd name="connsiteY69" fmla="*/ 377190 h 596265"/>
                <a:gd name="connsiteX70" fmla="*/ 389692 w 586930"/>
                <a:gd name="connsiteY70" fmla="*/ 402146 h 596265"/>
                <a:gd name="connsiteX71" fmla="*/ 366546 w 586930"/>
                <a:gd name="connsiteY71" fmla="*/ 389858 h 596265"/>
                <a:gd name="connsiteX72" fmla="*/ 405027 w 586930"/>
                <a:gd name="connsiteY72" fmla="*/ 220790 h 596265"/>
                <a:gd name="connsiteX73" fmla="*/ 417505 w 586930"/>
                <a:gd name="connsiteY73" fmla="*/ 220790 h 596265"/>
                <a:gd name="connsiteX74" fmla="*/ 457795 w 586930"/>
                <a:gd name="connsiteY74" fmla="*/ 178499 h 596265"/>
                <a:gd name="connsiteX75" fmla="*/ 499134 w 586930"/>
                <a:gd name="connsiteY75" fmla="*/ 220790 h 596265"/>
                <a:gd name="connsiteX76" fmla="*/ 549045 w 586930"/>
                <a:gd name="connsiteY76" fmla="*/ 220790 h 596265"/>
                <a:gd name="connsiteX77" fmla="*/ 549045 w 586930"/>
                <a:gd name="connsiteY77" fmla="*/ 162211 h 596265"/>
                <a:gd name="connsiteX78" fmla="*/ 558665 w 586930"/>
                <a:gd name="connsiteY78" fmla="*/ 153543 h 596265"/>
                <a:gd name="connsiteX79" fmla="*/ 562475 w 586930"/>
                <a:gd name="connsiteY79" fmla="*/ 153543 h 596265"/>
                <a:gd name="connsiteX80" fmla="*/ 579715 w 586930"/>
                <a:gd name="connsiteY80" fmla="*/ 146780 h 596265"/>
                <a:gd name="connsiteX81" fmla="*/ 579715 w 586930"/>
                <a:gd name="connsiteY81" fmla="*/ 113157 h 596265"/>
                <a:gd name="connsiteX82" fmla="*/ 562475 w 586930"/>
                <a:gd name="connsiteY82" fmla="*/ 106394 h 596265"/>
                <a:gd name="connsiteX83" fmla="*/ 557713 w 586930"/>
                <a:gd name="connsiteY83" fmla="*/ 106394 h 596265"/>
                <a:gd name="connsiteX84" fmla="*/ 549045 w 586930"/>
                <a:gd name="connsiteY84" fmla="*/ 97727 h 596265"/>
                <a:gd name="connsiteX85" fmla="*/ 549045 w 586930"/>
                <a:gd name="connsiteY85" fmla="*/ 39338 h 596265"/>
                <a:gd name="connsiteX86" fmla="*/ 489514 w 586930"/>
                <a:gd name="connsiteY86" fmla="*/ 39338 h 596265"/>
                <a:gd name="connsiteX87" fmla="*/ 481798 w 586930"/>
                <a:gd name="connsiteY87" fmla="*/ 29718 h 596265"/>
                <a:gd name="connsiteX88" fmla="*/ 481798 w 586930"/>
                <a:gd name="connsiteY88" fmla="*/ 24956 h 596265"/>
                <a:gd name="connsiteX89" fmla="*/ 457795 w 586930"/>
                <a:gd name="connsiteY89" fmla="*/ 953 h 596265"/>
                <a:gd name="connsiteX90" fmla="*/ 433792 w 586930"/>
                <a:gd name="connsiteY90" fmla="*/ 24956 h 596265"/>
                <a:gd name="connsiteX91" fmla="*/ 434745 w 586930"/>
                <a:gd name="connsiteY91" fmla="*/ 30671 h 596265"/>
                <a:gd name="connsiteX92" fmla="*/ 426077 w 586930"/>
                <a:gd name="connsiteY92" fmla="*/ 39338 h 596265"/>
                <a:gd name="connsiteX93" fmla="*/ 366546 w 586930"/>
                <a:gd name="connsiteY93" fmla="*/ 39338 h 596265"/>
                <a:gd name="connsiteX94" fmla="*/ 366546 w 586930"/>
                <a:gd name="connsiteY94" fmla="*/ 89249 h 596265"/>
                <a:gd name="connsiteX95" fmla="*/ 408837 w 586930"/>
                <a:gd name="connsiteY95" fmla="*/ 129540 h 596265"/>
                <a:gd name="connsiteX96" fmla="*/ 366546 w 586930"/>
                <a:gd name="connsiteY96" fmla="*/ 170879 h 596265"/>
                <a:gd name="connsiteX97" fmla="*/ 366546 w 586930"/>
                <a:gd name="connsiteY97" fmla="*/ 206407 h 596265"/>
                <a:gd name="connsiteX98" fmla="*/ 389596 w 586930"/>
                <a:gd name="connsiteY98" fmla="*/ 193929 h 596265"/>
                <a:gd name="connsiteX99" fmla="*/ 405027 w 586930"/>
                <a:gd name="connsiteY99" fmla="*/ 220790 h 596265"/>
                <a:gd name="connsiteX100" fmla="*/ 219670 w 586930"/>
                <a:gd name="connsiteY100" fmla="*/ 206407 h 596265"/>
                <a:gd name="connsiteX101" fmla="*/ 219670 w 586930"/>
                <a:gd name="connsiteY101" fmla="*/ 169926 h 596265"/>
                <a:gd name="connsiteX102" fmla="*/ 177379 w 586930"/>
                <a:gd name="connsiteY102" fmla="*/ 128588 h 596265"/>
                <a:gd name="connsiteX103" fmla="*/ 219670 w 586930"/>
                <a:gd name="connsiteY103" fmla="*/ 88297 h 596265"/>
                <a:gd name="connsiteX104" fmla="*/ 219670 w 586930"/>
                <a:gd name="connsiteY104" fmla="*/ 38386 h 596265"/>
                <a:gd name="connsiteX105" fmla="*/ 160139 w 586930"/>
                <a:gd name="connsiteY105" fmla="*/ 38386 h 596265"/>
                <a:gd name="connsiteX106" fmla="*/ 152424 w 586930"/>
                <a:gd name="connsiteY106" fmla="*/ 29718 h 596265"/>
                <a:gd name="connsiteX107" fmla="*/ 152424 w 586930"/>
                <a:gd name="connsiteY107" fmla="*/ 24003 h 596265"/>
                <a:gd name="connsiteX108" fmla="*/ 128421 w 586930"/>
                <a:gd name="connsiteY108" fmla="*/ 0 h 596265"/>
                <a:gd name="connsiteX109" fmla="*/ 104418 w 586930"/>
                <a:gd name="connsiteY109" fmla="*/ 24003 h 596265"/>
                <a:gd name="connsiteX110" fmla="*/ 105370 w 586930"/>
                <a:gd name="connsiteY110" fmla="*/ 27813 h 596265"/>
                <a:gd name="connsiteX111" fmla="*/ 96703 w 586930"/>
                <a:gd name="connsiteY111" fmla="*/ 38386 h 596265"/>
                <a:gd name="connsiteX112" fmla="*/ 37171 w 586930"/>
                <a:gd name="connsiteY112" fmla="*/ 38386 h 596265"/>
                <a:gd name="connsiteX113" fmla="*/ 37171 w 586930"/>
                <a:gd name="connsiteY113" fmla="*/ 96965 h 596265"/>
                <a:gd name="connsiteX114" fmla="*/ 28504 w 586930"/>
                <a:gd name="connsiteY114" fmla="*/ 105632 h 596265"/>
                <a:gd name="connsiteX115" fmla="*/ 23741 w 586930"/>
                <a:gd name="connsiteY115" fmla="*/ 104680 h 596265"/>
                <a:gd name="connsiteX116" fmla="*/ 6501 w 586930"/>
                <a:gd name="connsiteY116" fmla="*/ 112395 h 596265"/>
                <a:gd name="connsiteX117" fmla="*/ 6501 w 586930"/>
                <a:gd name="connsiteY117" fmla="*/ 146018 h 596265"/>
                <a:gd name="connsiteX118" fmla="*/ 23741 w 586930"/>
                <a:gd name="connsiteY118" fmla="*/ 152781 h 596265"/>
                <a:gd name="connsiteX119" fmla="*/ 27551 w 586930"/>
                <a:gd name="connsiteY119" fmla="*/ 152781 h 596265"/>
                <a:gd name="connsiteX120" fmla="*/ 37171 w 586930"/>
                <a:gd name="connsiteY120" fmla="*/ 160496 h 596265"/>
                <a:gd name="connsiteX121" fmla="*/ 37171 w 586930"/>
                <a:gd name="connsiteY121" fmla="*/ 220028 h 596265"/>
                <a:gd name="connsiteX122" fmla="*/ 88035 w 586930"/>
                <a:gd name="connsiteY122" fmla="*/ 220028 h 596265"/>
                <a:gd name="connsiteX123" fmla="*/ 128326 w 586930"/>
                <a:gd name="connsiteY123" fmla="*/ 177737 h 596265"/>
                <a:gd name="connsiteX124" fmla="*/ 169664 w 586930"/>
                <a:gd name="connsiteY124" fmla="*/ 220028 h 596265"/>
                <a:gd name="connsiteX125" fmla="*/ 182142 w 586930"/>
                <a:gd name="connsiteY125" fmla="*/ 220028 h 596265"/>
                <a:gd name="connsiteX126" fmla="*/ 197477 w 586930"/>
                <a:gd name="connsiteY126" fmla="*/ 194120 h 596265"/>
                <a:gd name="connsiteX127" fmla="*/ 219670 w 586930"/>
                <a:gd name="connsiteY127" fmla="*/ 206407 h 596265"/>
                <a:gd name="connsiteX128" fmla="*/ 182237 w 586930"/>
                <a:gd name="connsiteY128" fmla="*/ 375476 h 596265"/>
                <a:gd name="connsiteX129" fmla="*/ 169759 w 586930"/>
                <a:gd name="connsiteY129" fmla="*/ 375476 h 596265"/>
                <a:gd name="connsiteX130" fmla="*/ 128421 w 586930"/>
                <a:gd name="connsiteY130" fmla="*/ 417767 h 596265"/>
                <a:gd name="connsiteX131" fmla="*/ 88130 w 586930"/>
                <a:gd name="connsiteY131" fmla="*/ 375476 h 596265"/>
                <a:gd name="connsiteX132" fmla="*/ 37171 w 586930"/>
                <a:gd name="connsiteY132" fmla="*/ 375476 h 596265"/>
                <a:gd name="connsiteX133" fmla="*/ 37171 w 586930"/>
                <a:gd name="connsiteY133" fmla="*/ 434054 h 596265"/>
                <a:gd name="connsiteX134" fmla="*/ 27551 w 586930"/>
                <a:gd name="connsiteY134" fmla="*/ 442722 h 596265"/>
                <a:gd name="connsiteX135" fmla="*/ 23741 w 586930"/>
                <a:gd name="connsiteY135" fmla="*/ 442722 h 596265"/>
                <a:gd name="connsiteX136" fmla="*/ 6501 w 586930"/>
                <a:gd name="connsiteY136" fmla="*/ 449485 h 596265"/>
                <a:gd name="connsiteX137" fmla="*/ 6501 w 586930"/>
                <a:gd name="connsiteY137" fmla="*/ 483108 h 596265"/>
                <a:gd name="connsiteX138" fmla="*/ 23741 w 586930"/>
                <a:gd name="connsiteY138" fmla="*/ 490823 h 596265"/>
                <a:gd name="connsiteX139" fmla="*/ 28504 w 586930"/>
                <a:gd name="connsiteY139" fmla="*/ 489871 h 596265"/>
                <a:gd name="connsiteX140" fmla="*/ 37171 w 586930"/>
                <a:gd name="connsiteY140" fmla="*/ 498539 h 596265"/>
                <a:gd name="connsiteX141" fmla="*/ 37171 w 586930"/>
                <a:gd name="connsiteY141" fmla="*/ 557117 h 596265"/>
                <a:gd name="connsiteX142" fmla="*/ 96703 w 586930"/>
                <a:gd name="connsiteY142" fmla="*/ 557117 h 596265"/>
                <a:gd name="connsiteX143" fmla="*/ 105370 w 586930"/>
                <a:gd name="connsiteY143" fmla="*/ 567690 h 596265"/>
                <a:gd name="connsiteX144" fmla="*/ 104418 w 586930"/>
                <a:gd name="connsiteY144" fmla="*/ 571500 h 596265"/>
                <a:gd name="connsiteX145" fmla="*/ 128421 w 586930"/>
                <a:gd name="connsiteY145" fmla="*/ 595503 h 596265"/>
                <a:gd name="connsiteX146" fmla="*/ 152424 w 586930"/>
                <a:gd name="connsiteY146" fmla="*/ 571500 h 596265"/>
                <a:gd name="connsiteX147" fmla="*/ 152424 w 586930"/>
                <a:gd name="connsiteY147" fmla="*/ 565785 h 596265"/>
                <a:gd name="connsiteX148" fmla="*/ 160139 w 586930"/>
                <a:gd name="connsiteY148" fmla="*/ 557117 h 596265"/>
                <a:gd name="connsiteX149" fmla="*/ 219670 w 586930"/>
                <a:gd name="connsiteY149" fmla="*/ 557117 h 596265"/>
                <a:gd name="connsiteX150" fmla="*/ 219670 w 586930"/>
                <a:gd name="connsiteY150" fmla="*/ 507206 h 596265"/>
                <a:gd name="connsiteX151" fmla="*/ 177379 w 586930"/>
                <a:gd name="connsiteY151" fmla="*/ 466916 h 596265"/>
                <a:gd name="connsiteX152" fmla="*/ 219670 w 586930"/>
                <a:gd name="connsiteY152" fmla="*/ 425577 h 596265"/>
                <a:gd name="connsiteX153" fmla="*/ 219670 w 586930"/>
                <a:gd name="connsiteY153" fmla="*/ 390049 h 596265"/>
                <a:gd name="connsiteX154" fmla="*/ 197572 w 586930"/>
                <a:gd name="connsiteY154" fmla="*/ 402527 h 596265"/>
                <a:gd name="connsiteX155" fmla="*/ 182237 w 586930"/>
                <a:gd name="connsiteY155" fmla="*/ 375476 h 596265"/>
                <a:gd name="connsiteX156" fmla="*/ 259961 w 586930"/>
                <a:gd name="connsiteY156" fmla="*/ 475298 h 596265"/>
                <a:gd name="connsiteX157" fmla="*/ 259961 w 586930"/>
                <a:gd name="connsiteY157" fmla="*/ 459010 h 596265"/>
                <a:gd name="connsiteX158" fmla="*/ 303205 w 586930"/>
                <a:gd name="connsiteY158" fmla="*/ 459010 h 596265"/>
                <a:gd name="connsiteX159" fmla="*/ 295489 w 586930"/>
                <a:gd name="connsiteY159" fmla="*/ 454247 h 596265"/>
                <a:gd name="connsiteX160" fmla="*/ 304157 w 586930"/>
                <a:gd name="connsiteY160" fmla="*/ 439865 h 596265"/>
                <a:gd name="connsiteX161" fmla="*/ 339685 w 586930"/>
                <a:gd name="connsiteY161" fmla="*/ 460058 h 596265"/>
                <a:gd name="connsiteX162" fmla="*/ 339685 w 586930"/>
                <a:gd name="connsiteY162" fmla="*/ 474440 h 596265"/>
                <a:gd name="connsiteX163" fmla="*/ 304157 w 586930"/>
                <a:gd name="connsiteY163" fmla="*/ 494633 h 596265"/>
                <a:gd name="connsiteX164" fmla="*/ 295489 w 586930"/>
                <a:gd name="connsiteY164" fmla="*/ 480251 h 596265"/>
                <a:gd name="connsiteX165" fmla="*/ 303205 w 586930"/>
                <a:gd name="connsiteY165" fmla="*/ 475488 h 596265"/>
                <a:gd name="connsiteX166" fmla="*/ 259961 w 586930"/>
                <a:gd name="connsiteY166" fmla="*/ 475488 h 596265"/>
                <a:gd name="connsiteX167" fmla="*/ 119753 w 586930"/>
                <a:gd name="connsiteY167" fmla="*/ 259271 h 596265"/>
                <a:gd name="connsiteX168" fmla="*/ 136993 w 586930"/>
                <a:gd name="connsiteY168" fmla="*/ 259271 h 596265"/>
                <a:gd name="connsiteX169" fmla="*/ 136993 w 586930"/>
                <a:gd name="connsiteY169" fmla="*/ 302514 h 596265"/>
                <a:gd name="connsiteX170" fmla="*/ 141756 w 586930"/>
                <a:gd name="connsiteY170" fmla="*/ 294799 h 596265"/>
                <a:gd name="connsiteX171" fmla="*/ 156139 w 586930"/>
                <a:gd name="connsiteY171" fmla="*/ 303467 h 596265"/>
                <a:gd name="connsiteX172" fmla="*/ 135946 w 586930"/>
                <a:gd name="connsiteY172" fmla="*/ 338995 h 596265"/>
                <a:gd name="connsiteX173" fmla="*/ 121563 w 586930"/>
                <a:gd name="connsiteY173" fmla="*/ 338995 h 596265"/>
                <a:gd name="connsiteX174" fmla="*/ 101370 w 586930"/>
                <a:gd name="connsiteY174" fmla="*/ 303467 h 596265"/>
                <a:gd name="connsiteX175" fmla="*/ 115753 w 586930"/>
                <a:gd name="connsiteY175" fmla="*/ 294799 h 596265"/>
                <a:gd name="connsiteX176" fmla="*/ 119563 w 586930"/>
                <a:gd name="connsiteY176" fmla="*/ 302514 h 596265"/>
                <a:gd name="connsiteX177" fmla="*/ 119563 w 586930"/>
                <a:gd name="connsiteY177" fmla="*/ 259271 h 596265"/>
                <a:gd name="connsiteX178" fmla="*/ 466463 w 586930"/>
                <a:gd name="connsiteY178" fmla="*/ 335090 h 596265"/>
                <a:gd name="connsiteX179" fmla="*/ 449223 w 586930"/>
                <a:gd name="connsiteY179" fmla="*/ 335090 h 596265"/>
                <a:gd name="connsiteX180" fmla="*/ 449223 w 586930"/>
                <a:gd name="connsiteY180" fmla="*/ 291846 h 596265"/>
                <a:gd name="connsiteX181" fmla="*/ 445413 w 586930"/>
                <a:gd name="connsiteY181" fmla="*/ 299561 h 596265"/>
                <a:gd name="connsiteX182" fmla="*/ 431030 w 586930"/>
                <a:gd name="connsiteY182" fmla="*/ 290894 h 596265"/>
                <a:gd name="connsiteX183" fmla="*/ 450271 w 586930"/>
                <a:gd name="connsiteY183" fmla="*/ 255365 h 596265"/>
                <a:gd name="connsiteX184" fmla="*/ 465606 w 586930"/>
                <a:gd name="connsiteY184" fmla="*/ 255365 h 596265"/>
                <a:gd name="connsiteX185" fmla="*/ 485799 w 586930"/>
                <a:gd name="connsiteY185" fmla="*/ 290894 h 596265"/>
                <a:gd name="connsiteX186" fmla="*/ 470464 w 586930"/>
                <a:gd name="connsiteY186" fmla="*/ 299561 h 596265"/>
                <a:gd name="connsiteX187" fmla="*/ 466654 w 586930"/>
                <a:gd name="connsiteY187" fmla="*/ 291846 h 596265"/>
                <a:gd name="connsiteX188" fmla="*/ 466654 w 586930"/>
                <a:gd name="connsiteY188" fmla="*/ 335090 h 59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586930" h="596265">
                  <a:moveTo>
                    <a:pt x="335875" y="119063"/>
                  </a:moveTo>
                  <a:cubicBezTo>
                    <a:pt x="346448" y="119063"/>
                    <a:pt x="346448" y="136303"/>
                    <a:pt x="335875" y="136303"/>
                  </a:cubicBezTo>
                  <a:lnTo>
                    <a:pt x="292632" y="136303"/>
                  </a:lnTo>
                  <a:lnTo>
                    <a:pt x="300347" y="140113"/>
                  </a:lnTo>
                  <a:cubicBezTo>
                    <a:pt x="309967" y="145828"/>
                    <a:pt x="301300" y="160306"/>
                    <a:pt x="291679" y="154496"/>
                  </a:cubicBezTo>
                  <a:lnTo>
                    <a:pt x="256151" y="134303"/>
                  </a:lnTo>
                  <a:cubicBezTo>
                    <a:pt x="250436" y="131445"/>
                    <a:pt x="250436" y="122777"/>
                    <a:pt x="256151" y="119920"/>
                  </a:cubicBezTo>
                  <a:lnTo>
                    <a:pt x="291679" y="99727"/>
                  </a:lnTo>
                  <a:cubicBezTo>
                    <a:pt x="301300" y="94012"/>
                    <a:pt x="309967" y="109347"/>
                    <a:pt x="300347" y="114110"/>
                  </a:cubicBezTo>
                  <a:lnTo>
                    <a:pt x="292632" y="118872"/>
                  </a:lnTo>
                  <a:lnTo>
                    <a:pt x="335875" y="118872"/>
                  </a:lnTo>
                  <a:close/>
                  <a:moveTo>
                    <a:pt x="319492" y="211265"/>
                  </a:moveTo>
                  <a:cubicBezTo>
                    <a:pt x="332923" y="215075"/>
                    <a:pt x="345400" y="222790"/>
                    <a:pt x="355973" y="232410"/>
                  </a:cubicBezTo>
                  <a:lnTo>
                    <a:pt x="382834" y="216122"/>
                  </a:lnTo>
                  <a:lnTo>
                    <a:pt x="408742" y="261271"/>
                  </a:lnTo>
                  <a:lnTo>
                    <a:pt x="381881" y="276606"/>
                  </a:lnTo>
                  <a:cubicBezTo>
                    <a:pt x="383786" y="284321"/>
                    <a:pt x="383786" y="290989"/>
                    <a:pt x="383786" y="298704"/>
                  </a:cubicBezTo>
                  <a:cubicBezTo>
                    <a:pt x="383786" y="305467"/>
                    <a:pt x="383786" y="313087"/>
                    <a:pt x="381881" y="319850"/>
                  </a:cubicBezTo>
                  <a:lnTo>
                    <a:pt x="408742" y="335185"/>
                  </a:lnTo>
                  <a:lnTo>
                    <a:pt x="382834" y="380333"/>
                  </a:lnTo>
                  <a:lnTo>
                    <a:pt x="355973" y="364046"/>
                  </a:lnTo>
                  <a:cubicBezTo>
                    <a:pt x="345400" y="373666"/>
                    <a:pt x="332923" y="381286"/>
                    <a:pt x="319492" y="385191"/>
                  </a:cubicBezTo>
                  <a:lnTo>
                    <a:pt x="319492" y="416909"/>
                  </a:lnTo>
                  <a:lnTo>
                    <a:pt x="267676" y="416909"/>
                  </a:lnTo>
                  <a:lnTo>
                    <a:pt x="267676" y="385191"/>
                  </a:lnTo>
                  <a:cubicBezTo>
                    <a:pt x="253294" y="381381"/>
                    <a:pt x="240816" y="373666"/>
                    <a:pt x="230243" y="364046"/>
                  </a:cubicBezTo>
                  <a:lnTo>
                    <a:pt x="203383" y="380333"/>
                  </a:lnTo>
                  <a:lnTo>
                    <a:pt x="177475" y="335185"/>
                  </a:lnTo>
                  <a:lnTo>
                    <a:pt x="205288" y="319850"/>
                  </a:lnTo>
                  <a:cubicBezTo>
                    <a:pt x="203383" y="313087"/>
                    <a:pt x="202430" y="305467"/>
                    <a:pt x="202430" y="298704"/>
                  </a:cubicBezTo>
                  <a:cubicBezTo>
                    <a:pt x="202430" y="290989"/>
                    <a:pt x="203383" y="284321"/>
                    <a:pt x="205288" y="276606"/>
                  </a:cubicBezTo>
                  <a:lnTo>
                    <a:pt x="177475" y="261271"/>
                  </a:lnTo>
                  <a:lnTo>
                    <a:pt x="203383" y="216122"/>
                  </a:lnTo>
                  <a:lnTo>
                    <a:pt x="231196" y="232410"/>
                  </a:lnTo>
                  <a:cubicBezTo>
                    <a:pt x="240816" y="222790"/>
                    <a:pt x="253294" y="215170"/>
                    <a:pt x="267676" y="211265"/>
                  </a:cubicBezTo>
                  <a:lnTo>
                    <a:pt x="267676" y="179546"/>
                  </a:lnTo>
                  <a:lnTo>
                    <a:pt x="319492" y="179546"/>
                  </a:lnTo>
                  <a:lnTo>
                    <a:pt x="319492" y="211265"/>
                  </a:lnTo>
                  <a:close/>
                  <a:moveTo>
                    <a:pt x="293584" y="249650"/>
                  </a:moveTo>
                  <a:cubicBezTo>
                    <a:pt x="319492" y="249650"/>
                    <a:pt x="341590" y="271748"/>
                    <a:pt x="341590" y="298609"/>
                  </a:cubicBezTo>
                  <a:cubicBezTo>
                    <a:pt x="341590" y="324517"/>
                    <a:pt x="319492" y="346615"/>
                    <a:pt x="293584" y="346615"/>
                  </a:cubicBezTo>
                  <a:cubicBezTo>
                    <a:pt x="266724" y="346615"/>
                    <a:pt x="244626" y="324517"/>
                    <a:pt x="244626" y="298609"/>
                  </a:cubicBezTo>
                  <a:cubicBezTo>
                    <a:pt x="244626" y="271748"/>
                    <a:pt x="266724" y="249650"/>
                    <a:pt x="293584" y="249650"/>
                  </a:cubicBezTo>
                  <a:lnTo>
                    <a:pt x="293584" y="249650"/>
                  </a:lnTo>
                  <a:close/>
                  <a:moveTo>
                    <a:pt x="366546" y="389858"/>
                  </a:moveTo>
                  <a:lnTo>
                    <a:pt x="366546" y="427292"/>
                  </a:lnTo>
                  <a:cubicBezTo>
                    <a:pt x="389596" y="426339"/>
                    <a:pt x="408837" y="444532"/>
                    <a:pt x="408837" y="467582"/>
                  </a:cubicBezTo>
                  <a:cubicBezTo>
                    <a:pt x="408837" y="491585"/>
                    <a:pt x="389596" y="508921"/>
                    <a:pt x="366546" y="508921"/>
                  </a:cubicBezTo>
                  <a:lnTo>
                    <a:pt x="366546" y="558832"/>
                  </a:lnTo>
                  <a:lnTo>
                    <a:pt x="426077" y="558832"/>
                  </a:lnTo>
                  <a:cubicBezTo>
                    <a:pt x="430840" y="558832"/>
                    <a:pt x="434745" y="562642"/>
                    <a:pt x="434745" y="566547"/>
                  </a:cubicBezTo>
                  <a:cubicBezTo>
                    <a:pt x="434745" y="568452"/>
                    <a:pt x="433792" y="570357"/>
                    <a:pt x="433792" y="572262"/>
                  </a:cubicBezTo>
                  <a:cubicBezTo>
                    <a:pt x="433792" y="585692"/>
                    <a:pt x="444365" y="596265"/>
                    <a:pt x="457795" y="596265"/>
                  </a:cubicBezTo>
                  <a:cubicBezTo>
                    <a:pt x="471226" y="596265"/>
                    <a:pt x="481798" y="585692"/>
                    <a:pt x="481798" y="572262"/>
                  </a:cubicBezTo>
                  <a:cubicBezTo>
                    <a:pt x="481798" y="571310"/>
                    <a:pt x="481798" y="569405"/>
                    <a:pt x="481798" y="568452"/>
                  </a:cubicBezTo>
                  <a:cubicBezTo>
                    <a:pt x="480846" y="563690"/>
                    <a:pt x="484656" y="558832"/>
                    <a:pt x="489514" y="558832"/>
                  </a:cubicBezTo>
                  <a:lnTo>
                    <a:pt x="549045" y="558832"/>
                  </a:lnTo>
                  <a:lnTo>
                    <a:pt x="549045" y="499301"/>
                  </a:lnTo>
                  <a:cubicBezTo>
                    <a:pt x="549045" y="494538"/>
                    <a:pt x="552855" y="491585"/>
                    <a:pt x="557713" y="491585"/>
                  </a:cubicBezTo>
                  <a:cubicBezTo>
                    <a:pt x="559618" y="491585"/>
                    <a:pt x="561523" y="491585"/>
                    <a:pt x="562475" y="491585"/>
                  </a:cubicBezTo>
                  <a:cubicBezTo>
                    <a:pt x="569238" y="491585"/>
                    <a:pt x="574953" y="488728"/>
                    <a:pt x="579715" y="484823"/>
                  </a:cubicBezTo>
                  <a:cubicBezTo>
                    <a:pt x="589336" y="475202"/>
                    <a:pt x="589336" y="459867"/>
                    <a:pt x="579715" y="450247"/>
                  </a:cubicBezTo>
                  <a:cubicBezTo>
                    <a:pt x="574953" y="446437"/>
                    <a:pt x="569143" y="443484"/>
                    <a:pt x="562475" y="443484"/>
                  </a:cubicBezTo>
                  <a:lnTo>
                    <a:pt x="558665" y="443484"/>
                  </a:lnTo>
                  <a:cubicBezTo>
                    <a:pt x="553903" y="444437"/>
                    <a:pt x="549045" y="440627"/>
                    <a:pt x="549045" y="435769"/>
                  </a:cubicBezTo>
                  <a:lnTo>
                    <a:pt x="549045" y="377190"/>
                  </a:lnTo>
                  <a:lnTo>
                    <a:pt x="499134" y="377190"/>
                  </a:lnTo>
                  <a:cubicBezTo>
                    <a:pt x="499134" y="400241"/>
                    <a:pt x="480846" y="418529"/>
                    <a:pt x="457795" y="418529"/>
                  </a:cubicBezTo>
                  <a:cubicBezTo>
                    <a:pt x="434745" y="418529"/>
                    <a:pt x="416457" y="400241"/>
                    <a:pt x="417505" y="377190"/>
                  </a:cubicBezTo>
                  <a:lnTo>
                    <a:pt x="404074" y="377190"/>
                  </a:lnTo>
                  <a:lnTo>
                    <a:pt x="389692" y="402146"/>
                  </a:lnTo>
                  <a:lnTo>
                    <a:pt x="366546" y="389858"/>
                  </a:lnTo>
                  <a:close/>
                  <a:moveTo>
                    <a:pt x="405027" y="220790"/>
                  </a:moveTo>
                  <a:lnTo>
                    <a:pt x="417505" y="220790"/>
                  </a:lnTo>
                  <a:cubicBezTo>
                    <a:pt x="416552" y="197739"/>
                    <a:pt x="434745" y="178499"/>
                    <a:pt x="457795" y="178499"/>
                  </a:cubicBezTo>
                  <a:cubicBezTo>
                    <a:pt x="480846" y="178499"/>
                    <a:pt x="499134" y="197739"/>
                    <a:pt x="499134" y="220790"/>
                  </a:cubicBezTo>
                  <a:lnTo>
                    <a:pt x="549045" y="220790"/>
                  </a:lnTo>
                  <a:lnTo>
                    <a:pt x="549045" y="162211"/>
                  </a:lnTo>
                  <a:cubicBezTo>
                    <a:pt x="549045" y="156496"/>
                    <a:pt x="553807" y="152591"/>
                    <a:pt x="558665" y="153543"/>
                  </a:cubicBezTo>
                  <a:lnTo>
                    <a:pt x="562475" y="153543"/>
                  </a:lnTo>
                  <a:cubicBezTo>
                    <a:pt x="569238" y="153543"/>
                    <a:pt x="574953" y="150686"/>
                    <a:pt x="579715" y="146780"/>
                  </a:cubicBezTo>
                  <a:cubicBezTo>
                    <a:pt x="589336" y="137160"/>
                    <a:pt x="589336" y="121825"/>
                    <a:pt x="579715" y="113157"/>
                  </a:cubicBezTo>
                  <a:cubicBezTo>
                    <a:pt x="574953" y="108395"/>
                    <a:pt x="569143" y="106394"/>
                    <a:pt x="562475" y="106394"/>
                  </a:cubicBezTo>
                  <a:cubicBezTo>
                    <a:pt x="561523" y="106394"/>
                    <a:pt x="559618" y="106394"/>
                    <a:pt x="557713" y="106394"/>
                  </a:cubicBezTo>
                  <a:cubicBezTo>
                    <a:pt x="552950" y="106394"/>
                    <a:pt x="549045" y="102584"/>
                    <a:pt x="549045" y="97727"/>
                  </a:cubicBezTo>
                  <a:lnTo>
                    <a:pt x="549045" y="39338"/>
                  </a:lnTo>
                  <a:lnTo>
                    <a:pt x="489514" y="39338"/>
                  </a:lnTo>
                  <a:cubicBezTo>
                    <a:pt x="484751" y="39338"/>
                    <a:pt x="480846" y="34576"/>
                    <a:pt x="481798" y="29718"/>
                  </a:cubicBezTo>
                  <a:cubicBezTo>
                    <a:pt x="481798" y="27813"/>
                    <a:pt x="481798" y="26861"/>
                    <a:pt x="481798" y="24956"/>
                  </a:cubicBezTo>
                  <a:cubicBezTo>
                    <a:pt x="481798" y="11525"/>
                    <a:pt x="471226" y="953"/>
                    <a:pt x="457795" y="953"/>
                  </a:cubicBezTo>
                  <a:cubicBezTo>
                    <a:pt x="444365" y="953"/>
                    <a:pt x="433792" y="11525"/>
                    <a:pt x="433792" y="24956"/>
                  </a:cubicBezTo>
                  <a:cubicBezTo>
                    <a:pt x="433792" y="26861"/>
                    <a:pt x="434745" y="28766"/>
                    <a:pt x="434745" y="30671"/>
                  </a:cubicBezTo>
                  <a:cubicBezTo>
                    <a:pt x="434745" y="35433"/>
                    <a:pt x="430935" y="39338"/>
                    <a:pt x="426077" y="39338"/>
                  </a:cubicBezTo>
                  <a:lnTo>
                    <a:pt x="366546" y="39338"/>
                  </a:lnTo>
                  <a:lnTo>
                    <a:pt x="366546" y="89249"/>
                  </a:lnTo>
                  <a:cubicBezTo>
                    <a:pt x="389596" y="88297"/>
                    <a:pt x="408837" y="106490"/>
                    <a:pt x="408837" y="129540"/>
                  </a:cubicBezTo>
                  <a:cubicBezTo>
                    <a:pt x="408837" y="153543"/>
                    <a:pt x="389596" y="170879"/>
                    <a:pt x="366546" y="170879"/>
                  </a:cubicBezTo>
                  <a:lnTo>
                    <a:pt x="366546" y="206407"/>
                  </a:lnTo>
                  <a:lnTo>
                    <a:pt x="389596" y="193929"/>
                  </a:lnTo>
                  <a:lnTo>
                    <a:pt x="405027" y="220790"/>
                  </a:lnTo>
                  <a:close/>
                  <a:moveTo>
                    <a:pt x="219670" y="206407"/>
                  </a:moveTo>
                  <a:lnTo>
                    <a:pt x="219670" y="169926"/>
                  </a:lnTo>
                  <a:cubicBezTo>
                    <a:pt x="196620" y="169926"/>
                    <a:pt x="177379" y="152686"/>
                    <a:pt x="177379" y="128588"/>
                  </a:cubicBezTo>
                  <a:cubicBezTo>
                    <a:pt x="177379" y="105537"/>
                    <a:pt x="196620" y="87249"/>
                    <a:pt x="219670" y="88297"/>
                  </a:cubicBezTo>
                  <a:lnTo>
                    <a:pt x="219670" y="38386"/>
                  </a:lnTo>
                  <a:lnTo>
                    <a:pt x="160139" y="38386"/>
                  </a:lnTo>
                  <a:cubicBezTo>
                    <a:pt x="156329" y="38386"/>
                    <a:pt x="152424" y="34576"/>
                    <a:pt x="152424" y="29718"/>
                  </a:cubicBezTo>
                  <a:cubicBezTo>
                    <a:pt x="152424" y="27813"/>
                    <a:pt x="152424" y="25908"/>
                    <a:pt x="152424" y="24003"/>
                  </a:cubicBezTo>
                  <a:cubicBezTo>
                    <a:pt x="152424" y="10573"/>
                    <a:pt x="141851" y="0"/>
                    <a:pt x="128421" y="0"/>
                  </a:cubicBezTo>
                  <a:cubicBezTo>
                    <a:pt x="115943" y="0"/>
                    <a:pt x="104418" y="10573"/>
                    <a:pt x="104418" y="24003"/>
                  </a:cubicBezTo>
                  <a:cubicBezTo>
                    <a:pt x="104418" y="24956"/>
                    <a:pt x="105370" y="26861"/>
                    <a:pt x="105370" y="27813"/>
                  </a:cubicBezTo>
                  <a:cubicBezTo>
                    <a:pt x="106323" y="33528"/>
                    <a:pt x="102513" y="38386"/>
                    <a:pt x="96703" y="38386"/>
                  </a:cubicBezTo>
                  <a:lnTo>
                    <a:pt x="37171" y="38386"/>
                  </a:lnTo>
                  <a:lnTo>
                    <a:pt x="37171" y="96965"/>
                  </a:lnTo>
                  <a:cubicBezTo>
                    <a:pt x="37171" y="101727"/>
                    <a:pt x="33361" y="105632"/>
                    <a:pt x="28504" y="105632"/>
                  </a:cubicBezTo>
                  <a:cubicBezTo>
                    <a:pt x="27551" y="105632"/>
                    <a:pt x="25646" y="104680"/>
                    <a:pt x="23741" y="104680"/>
                  </a:cubicBezTo>
                  <a:cubicBezTo>
                    <a:pt x="16978" y="104680"/>
                    <a:pt x="11263" y="107537"/>
                    <a:pt x="6501" y="112395"/>
                  </a:cubicBezTo>
                  <a:cubicBezTo>
                    <a:pt x="-2167" y="121063"/>
                    <a:pt x="-2167" y="136398"/>
                    <a:pt x="6501" y="146018"/>
                  </a:cubicBezTo>
                  <a:cubicBezTo>
                    <a:pt x="11263" y="149828"/>
                    <a:pt x="17074" y="152781"/>
                    <a:pt x="23741" y="152781"/>
                  </a:cubicBezTo>
                  <a:lnTo>
                    <a:pt x="27551" y="152781"/>
                  </a:lnTo>
                  <a:cubicBezTo>
                    <a:pt x="32314" y="151829"/>
                    <a:pt x="37171" y="155639"/>
                    <a:pt x="37171" y="160496"/>
                  </a:cubicBezTo>
                  <a:lnTo>
                    <a:pt x="37171" y="220028"/>
                  </a:lnTo>
                  <a:lnTo>
                    <a:pt x="88035" y="220028"/>
                  </a:lnTo>
                  <a:cubicBezTo>
                    <a:pt x="88035" y="196977"/>
                    <a:pt x="105275" y="177737"/>
                    <a:pt x="128326" y="177737"/>
                  </a:cubicBezTo>
                  <a:cubicBezTo>
                    <a:pt x="151376" y="177737"/>
                    <a:pt x="169664" y="196977"/>
                    <a:pt x="169664" y="220028"/>
                  </a:cubicBezTo>
                  <a:lnTo>
                    <a:pt x="182142" y="220028"/>
                  </a:lnTo>
                  <a:lnTo>
                    <a:pt x="197477" y="194120"/>
                  </a:lnTo>
                  <a:lnTo>
                    <a:pt x="219670" y="206407"/>
                  </a:lnTo>
                  <a:close/>
                  <a:moveTo>
                    <a:pt x="182237" y="375476"/>
                  </a:moveTo>
                  <a:lnTo>
                    <a:pt x="169759" y="375476"/>
                  </a:lnTo>
                  <a:cubicBezTo>
                    <a:pt x="169759" y="398526"/>
                    <a:pt x="151471" y="417767"/>
                    <a:pt x="128421" y="417767"/>
                  </a:cubicBezTo>
                  <a:cubicBezTo>
                    <a:pt x="105370" y="417767"/>
                    <a:pt x="88130" y="398526"/>
                    <a:pt x="88130" y="375476"/>
                  </a:cubicBezTo>
                  <a:lnTo>
                    <a:pt x="37171" y="375476"/>
                  </a:lnTo>
                  <a:lnTo>
                    <a:pt x="37171" y="434054"/>
                  </a:lnTo>
                  <a:cubicBezTo>
                    <a:pt x="37171" y="439769"/>
                    <a:pt x="32409" y="443675"/>
                    <a:pt x="27551" y="442722"/>
                  </a:cubicBezTo>
                  <a:lnTo>
                    <a:pt x="23741" y="442722"/>
                  </a:lnTo>
                  <a:cubicBezTo>
                    <a:pt x="16978" y="442722"/>
                    <a:pt x="11263" y="445580"/>
                    <a:pt x="6501" y="449485"/>
                  </a:cubicBezTo>
                  <a:cubicBezTo>
                    <a:pt x="-2167" y="459105"/>
                    <a:pt x="-2167" y="474440"/>
                    <a:pt x="6501" y="483108"/>
                  </a:cubicBezTo>
                  <a:cubicBezTo>
                    <a:pt x="11263" y="487871"/>
                    <a:pt x="17074" y="490823"/>
                    <a:pt x="23741" y="490823"/>
                  </a:cubicBezTo>
                  <a:cubicBezTo>
                    <a:pt x="25646" y="490823"/>
                    <a:pt x="27551" y="489871"/>
                    <a:pt x="28504" y="489871"/>
                  </a:cubicBezTo>
                  <a:cubicBezTo>
                    <a:pt x="33266" y="489871"/>
                    <a:pt x="37171" y="493681"/>
                    <a:pt x="37171" y="498539"/>
                  </a:cubicBezTo>
                  <a:lnTo>
                    <a:pt x="37171" y="557117"/>
                  </a:lnTo>
                  <a:lnTo>
                    <a:pt x="96703" y="557117"/>
                  </a:lnTo>
                  <a:cubicBezTo>
                    <a:pt x="102418" y="557117"/>
                    <a:pt x="106323" y="561880"/>
                    <a:pt x="105370" y="567690"/>
                  </a:cubicBezTo>
                  <a:cubicBezTo>
                    <a:pt x="104418" y="568643"/>
                    <a:pt x="104418" y="569595"/>
                    <a:pt x="104418" y="571500"/>
                  </a:cubicBezTo>
                  <a:cubicBezTo>
                    <a:pt x="104418" y="584930"/>
                    <a:pt x="115943" y="595503"/>
                    <a:pt x="128421" y="595503"/>
                  </a:cubicBezTo>
                  <a:cubicBezTo>
                    <a:pt x="141851" y="595503"/>
                    <a:pt x="152424" y="584930"/>
                    <a:pt x="152424" y="571500"/>
                  </a:cubicBezTo>
                  <a:cubicBezTo>
                    <a:pt x="152424" y="569595"/>
                    <a:pt x="152424" y="567690"/>
                    <a:pt x="152424" y="565785"/>
                  </a:cubicBezTo>
                  <a:cubicBezTo>
                    <a:pt x="152424" y="561023"/>
                    <a:pt x="156234" y="557117"/>
                    <a:pt x="160139" y="557117"/>
                  </a:cubicBezTo>
                  <a:lnTo>
                    <a:pt x="219670" y="557117"/>
                  </a:lnTo>
                  <a:lnTo>
                    <a:pt x="219670" y="507206"/>
                  </a:lnTo>
                  <a:cubicBezTo>
                    <a:pt x="196620" y="508159"/>
                    <a:pt x="177379" y="489966"/>
                    <a:pt x="177379" y="466916"/>
                  </a:cubicBezTo>
                  <a:cubicBezTo>
                    <a:pt x="177379" y="442913"/>
                    <a:pt x="196620" y="425577"/>
                    <a:pt x="219670" y="425577"/>
                  </a:cubicBezTo>
                  <a:lnTo>
                    <a:pt x="219670" y="390049"/>
                  </a:lnTo>
                  <a:lnTo>
                    <a:pt x="197572" y="402527"/>
                  </a:lnTo>
                  <a:lnTo>
                    <a:pt x="182237" y="375476"/>
                  </a:lnTo>
                  <a:close/>
                  <a:moveTo>
                    <a:pt x="259961" y="475298"/>
                  </a:moveTo>
                  <a:cubicBezTo>
                    <a:pt x="249388" y="475298"/>
                    <a:pt x="249388" y="459010"/>
                    <a:pt x="259961" y="459010"/>
                  </a:cubicBezTo>
                  <a:lnTo>
                    <a:pt x="303205" y="459010"/>
                  </a:lnTo>
                  <a:lnTo>
                    <a:pt x="295489" y="454247"/>
                  </a:lnTo>
                  <a:cubicBezTo>
                    <a:pt x="285869" y="448532"/>
                    <a:pt x="294537" y="434054"/>
                    <a:pt x="304157" y="439865"/>
                  </a:cubicBezTo>
                  <a:lnTo>
                    <a:pt x="339685" y="460058"/>
                  </a:lnTo>
                  <a:cubicBezTo>
                    <a:pt x="345400" y="462915"/>
                    <a:pt x="345400" y="471583"/>
                    <a:pt x="339685" y="474440"/>
                  </a:cubicBezTo>
                  <a:lnTo>
                    <a:pt x="304157" y="494633"/>
                  </a:lnTo>
                  <a:cubicBezTo>
                    <a:pt x="294537" y="500348"/>
                    <a:pt x="285869" y="485013"/>
                    <a:pt x="295489" y="480251"/>
                  </a:cubicBezTo>
                  <a:lnTo>
                    <a:pt x="303205" y="475488"/>
                  </a:lnTo>
                  <a:lnTo>
                    <a:pt x="259961" y="475488"/>
                  </a:lnTo>
                  <a:close/>
                  <a:moveTo>
                    <a:pt x="119753" y="259271"/>
                  </a:moveTo>
                  <a:cubicBezTo>
                    <a:pt x="119753" y="248698"/>
                    <a:pt x="136993" y="248698"/>
                    <a:pt x="136993" y="259271"/>
                  </a:cubicBezTo>
                  <a:lnTo>
                    <a:pt x="136993" y="302514"/>
                  </a:lnTo>
                  <a:lnTo>
                    <a:pt x="141756" y="294799"/>
                  </a:lnTo>
                  <a:cubicBezTo>
                    <a:pt x="146518" y="285179"/>
                    <a:pt x="161949" y="293846"/>
                    <a:pt x="156139" y="303467"/>
                  </a:cubicBezTo>
                  <a:lnTo>
                    <a:pt x="135946" y="338995"/>
                  </a:lnTo>
                  <a:cubicBezTo>
                    <a:pt x="133088" y="344710"/>
                    <a:pt x="124420" y="344710"/>
                    <a:pt x="121563" y="338995"/>
                  </a:cubicBezTo>
                  <a:lnTo>
                    <a:pt x="101370" y="303467"/>
                  </a:lnTo>
                  <a:cubicBezTo>
                    <a:pt x="95655" y="293846"/>
                    <a:pt x="110038" y="285179"/>
                    <a:pt x="115753" y="294799"/>
                  </a:cubicBezTo>
                  <a:lnTo>
                    <a:pt x="119563" y="302514"/>
                  </a:lnTo>
                  <a:lnTo>
                    <a:pt x="119563" y="259271"/>
                  </a:lnTo>
                  <a:close/>
                  <a:moveTo>
                    <a:pt x="466463" y="335090"/>
                  </a:moveTo>
                  <a:cubicBezTo>
                    <a:pt x="466463" y="345662"/>
                    <a:pt x="449223" y="345662"/>
                    <a:pt x="449223" y="335090"/>
                  </a:cubicBezTo>
                  <a:lnTo>
                    <a:pt x="449223" y="291846"/>
                  </a:lnTo>
                  <a:lnTo>
                    <a:pt x="445413" y="299561"/>
                  </a:lnTo>
                  <a:cubicBezTo>
                    <a:pt x="439698" y="309182"/>
                    <a:pt x="425220" y="300514"/>
                    <a:pt x="431030" y="290894"/>
                  </a:cubicBezTo>
                  <a:lnTo>
                    <a:pt x="450271" y="255365"/>
                  </a:lnTo>
                  <a:cubicBezTo>
                    <a:pt x="454081" y="249650"/>
                    <a:pt x="461796" y="249650"/>
                    <a:pt x="465606" y="255365"/>
                  </a:cubicBezTo>
                  <a:lnTo>
                    <a:pt x="485799" y="290894"/>
                  </a:lnTo>
                  <a:cubicBezTo>
                    <a:pt x="490561" y="300514"/>
                    <a:pt x="476179" y="309182"/>
                    <a:pt x="470464" y="299561"/>
                  </a:cubicBezTo>
                  <a:lnTo>
                    <a:pt x="466654" y="291846"/>
                  </a:lnTo>
                  <a:lnTo>
                    <a:pt x="466654" y="335090"/>
                  </a:lnTo>
                  <a:close/>
                </a:path>
              </a:pathLst>
            </a:custGeom>
            <a:solidFill>
              <a:srgbClr val="1ABC8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" name="Agrupar 84">
            <a:extLst>
              <a:ext uri="{FF2B5EF4-FFF2-40B4-BE49-F238E27FC236}">
                <a16:creationId xmlns:a16="http://schemas.microsoft.com/office/drawing/2014/main" id="{B6BDC5BF-5F4E-0A22-47D3-D947F6643175}"/>
              </a:ext>
            </a:extLst>
          </p:cNvPr>
          <p:cNvGrpSpPr/>
          <p:nvPr/>
        </p:nvGrpSpPr>
        <p:grpSpPr>
          <a:xfrm>
            <a:off x="673750" y="5300079"/>
            <a:ext cx="324071" cy="291931"/>
            <a:chOff x="10673179" y="1680947"/>
            <a:chExt cx="482645" cy="434778"/>
          </a:xfrm>
        </p:grpSpPr>
        <p:sp>
          <p:nvSpPr>
            <p:cNvPr id="5" name="Fluxograma: Conector 26">
              <a:extLst>
                <a:ext uri="{FF2B5EF4-FFF2-40B4-BE49-F238E27FC236}">
                  <a16:creationId xmlns:a16="http://schemas.microsoft.com/office/drawing/2014/main" id="{AE945CBA-1143-F1D4-C879-70658A7C5E1C}"/>
                </a:ext>
              </a:extLst>
            </p:cNvPr>
            <p:cNvSpPr/>
            <p:nvPr/>
          </p:nvSpPr>
          <p:spPr>
            <a:xfrm>
              <a:off x="10673179" y="1680947"/>
              <a:ext cx="482645" cy="434778"/>
            </a:xfrm>
            <a:prstGeom prst="flowChartConnector">
              <a:avLst/>
            </a:prstGeom>
            <a:solidFill>
              <a:srgbClr val="1D4ED8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6" name="Agrupar 76">
              <a:extLst>
                <a:ext uri="{FF2B5EF4-FFF2-40B4-BE49-F238E27FC236}">
                  <a16:creationId xmlns:a16="http://schemas.microsoft.com/office/drawing/2014/main" id="{52529769-3969-1E98-38B1-CF80DC8209A2}"/>
                </a:ext>
              </a:extLst>
            </p:cNvPr>
            <p:cNvGrpSpPr/>
            <p:nvPr/>
          </p:nvGrpSpPr>
          <p:grpSpPr>
            <a:xfrm flipH="1">
              <a:off x="10759918" y="1734541"/>
              <a:ext cx="309166" cy="327590"/>
              <a:chOff x="10784082" y="25606"/>
              <a:chExt cx="683195" cy="723906"/>
            </a:xfrm>
            <a:solidFill>
              <a:srgbClr val="1D4ED8"/>
            </a:solidFill>
          </p:grpSpPr>
          <p:sp>
            <p:nvSpPr>
              <p:cNvPr id="8" name="Forma Livre: Forma 77">
                <a:extLst>
                  <a:ext uri="{FF2B5EF4-FFF2-40B4-BE49-F238E27FC236}">
                    <a16:creationId xmlns:a16="http://schemas.microsoft.com/office/drawing/2014/main" id="{F4782BF0-9685-A98C-A330-A4DE4715A41B}"/>
                  </a:ext>
                </a:extLst>
              </p:cNvPr>
              <p:cNvSpPr/>
              <p:nvPr/>
            </p:nvSpPr>
            <p:spPr>
              <a:xfrm>
                <a:off x="10784082" y="25610"/>
                <a:ext cx="332140" cy="723902"/>
              </a:xfrm>
              <a:custGeom>
                <a:avLst/>
                <a:gdLst>
                  <a:gd name="connsiteX0" fmla="*/ 303947 w 332140"/>
                  <a:gd name="connsiteY0" fmla="*/ 0 h 723902"/>
                  <a:gd name="connsiteX1" fmla="*/ 194296 w 332140"/>
                  <a:gd name="connsiteY1" fmla="*/ 80963 h 723902"/>
                  <a:gd name="connsiteX2" fmla="*/ 193552 w 332140"/>
                  <a:gd name="connsiteY2" fmla="*/ 83902 h 723902"/>
                  <a:gd name="connsiteX3" fmla="*/ 193440 w 332140"/>
                  <a:gd name="connsiteY3" fmla="*/ 84199 h 723902"/>
                  <a:gd name="connsiteX4" fmla="*/ 193328 w 332140"/>
                  <a:gd name="connsiteY4" fmla="*/ 84386 h 723902"/>
                  <a:gd name="connsiteX5" fmla="*/ 189310 w 332140"/>
                  <a:gd name="connsiteY5" fmla="*/ 114188 h 723902"/>
                  <a:gd name="connsiteX6" fmla="*/ 179785 w 332140"/>
                  <a:gd name="connsiteY6" fmla="*/ 123713 h 723902"/>
                  <a:gd name="connsiteX7" fmla="*/ 170260 w 332140"/>
                  <a:gd name="connsiteY7" fmla="*/ 114188 h 723902"/>
                  <a:gd name="connsiteX8" fmla="*/ 172939 w 332140"/>
                  <a:gd name="connsiteY8" fmla="*/ 88106 h 723902"/>
                  <a:gd name="connsiteX9" fmla="*/ 149610 w 332140"/>
                  <a:gd name="connsiteY9" fmla="*/ 85539 h 723902"/>
                  <a:gd name="connsiteX10" fmla="*/ 43606 w 332140"/>
                  <a:gd name="connsiteY10" fmla="*/ 191657 h 723902"/>
                  <a:gd name="connsiteX11" fmla="*/ 53020 w 332140"/>
                  <a:gd name="connsiteY11" fmla="*/ 234892 h 723902"/>
                  <a:gd name="connsiteX12" fmla="*/ 80441 w 332140"/>
                  <a:gd name="connsiteY12" fmla="*/ 224213 h 723902"/>
                  <a:gd name="connsiteX13" fmla="*/ 92050 w 332140"/>
                  <a:gd name="connsiteY13" fmla="*/ 231059 h 723902"/>
                  <a:gd name="connsiteX14" fmla="*/ 85279 w 332140"/>
                  <a:gd name="connsiteY14" fmla="*/ 242668 h 723902"/>
                  <a:gd name="connsiteX15" fmla="*/ 53653 w 332140"/>
                  <a:gd name="connsiteY15" fmla="*/ 256286 h 723902"/>
                  <a:gd name="connsiteX16" fmla="*/ 53541 w 332140"/>
                  <a:gd name="connsiteY16" fmla="*/ 256398 h 723902"/>
                  <a:gd name="connsiteX17" fmla="*/ 53430 w 332140"/>
                  <a:gd name="connsiteY17" fmla="*/ 256509 h 723902"/>
                  <a:gd name="connsiteX18" fmla="*/ 0 w 332140"/>
                  <a:gd name="connsiteY18" fmla="*/ 352988 h 723902"/>
                  <a:gd name="connsiteX19" fmla="*/ 44947 w 332140"/>
                  <a:gd name="connsiteY19" fmla="*/ 443960 h 723902"/>
                  <a:gd name="connsiteX20" fmla="*/ 45914 w 332140"/>
                  <a:gd name="connsiteY20" fmla="*/ 445113 h 723902"/>
                  <a:gd name="connsiteX21" fmla="*/ 47142 w 332140"/>
                  <a:gd name="connsiteY21" fmla="*/ 446527 h 723902"/>
                  <a:gd name="connsiteX22" fmla="*/ 47886 w 332140"/>
                  <a:gd name="connsiteY22" fmla="*/ 448164 h 723902"/>
                  <a:gd name="connsiteX23" fmla="*/ 48444 w 332140"/>
                  <a:gd name="connsiteY23" fmla="*/ 449876 h 723902"/>
                  <a:gd name="connsiteX24" fmla="*/ 48444 w 332140"/>
                  <a:gd name="connsiteY24" fmla="*/ 451699 h 723902"/>
                  <a:gd name="connsiteX25" fmla="*/ 48332 w 332140"/>
                  <a:gd name="connsiteY25" fmla="*/ 453522 h 723902"/>
                  <a:gd name="connsiteX26" fmla="*/ 47663 w 332140"/>
                  <a:gd name="connsiteY26" fmla="*/ 455345 h 723902"/>
                  <a:gd name="connsiteX27" fmla="*/ 47105 w 332140"/>
                  <a:gd name="connsiteY27" fmla="*/ 456759 h 723902"/>
                  <a:gd name="connsiteX28" fmla="*/ 28724 w 332140"/>
                  <a:gd name="connsiteY28" fmla="*/ 518783 h 723902"/>
                  <a:gd name="connsiteX29" fmla="*/ 142834 w 332140"/>
                  <a:gd name="connsiteY29" fmla="*/ 632969 h 723902"/>
                  <a:gd name="connsiteX30" fmla="*/ 171781 w 332140"/>
                  <a:gd name="connsiteY30" fmla="*/ 629248 h 723902"/>
                  <a:gd name="connsiteX31" fmla="*/ 170144 w 332140"/>
                  <a:gd name="connsiteY31" fmla="*/ 609714 h 723902"/>
                  <a:gd name="connsiteX32" fmla="*/ 179669 w 332140"/>
                  <a:gd name="connsiteY32" fmla="*/ 600189 h 723902"/>
                  <a:gd name="connsiteX33" fmla="*/ 189194 w 332140"/>
                  <a:gd name="connsiteY33" fmla="*/ 609714 h 723902"/>
                  <a:gd name="connsiteX34" fmla="*/ 191761 w 332140"/>
                  <a:gd name="connsiteY34" fmla="*/ 633899 h 723902"/>
                  <a:gd name="connsiteX35" fmla="*/ 303566 w 332140"/>
                  <a:gd name="connsiteY35" fmla="*/ 723903 h 723902"/>
                  <a:gd name="connsiteX36" fmla="*/ 332141 w 332140"/>
                  <a:gd name="connsiteY36" fmla="*/ 694174 h 723902"/>
                  <a:gd name="connsiteX37" fmla="*/ 332141 w 332140"/>
                  <a:gd name="connsiteY37" fmla="*/ 573769 h 723902"/>
                  <a:gd name="connsiteX38" fmla="*/ 262043 w 332140"/>
                  <a:gd name="connsiteY38" fmla="*/ 517474 h 723902"/>
                  <a:gd name="connsiteX39" fmla="*/ 251290 w 332140"/>
                  <a:gd name="connsiteY39" fmla="*/ 509288 h 723902"/>
                  <a:gd name="connsiteX40" fmla="*/ 259475 w 332140"/>
                  <a:gd name="connsiteY40" fmla="*/ 498610 h 723902"/>
                  <a:gd name="connsiteX41" fmla="*/ 332141 w 332140"/>
                  <a:gd name="connsiteY41" fmla="*/ 535371 h 723902"/>
                  <a:gd name="connsiteX42" fmla="*/ 332141 w 332140"/>
                  <a:gd name="connsiteY42" fmla="*/ 396144 h 723902"/>
                  <a:gd name="connsiteX43" fmla="*/ 279567 w 332140"/>
                  <a:gd name="connsiteY43" fmla="*/ 337766 h 723902"/>
                  <a:gd name="connsiteX44" fmla="*/ 276144 w 332140"/>
                  <a:gd name="connsiteY44" fmla="*/ 336799 h 723902"/>
                  <a:gd name="connsiteX45" fmla="*/ 244816 w 332140"/>
                  <a:gd name="connsiteY45" fmla="*/ 341003 h 723902"/>
                  <a:gd name="connsiteX46" fmla="*/ 232240 w 332140"/>
                  <a:gd name="connsiteY46" fmla="*/ 336055 h 723902"/>
                  <a:gd name="connsiteX47" fmla="*/ 237188 w 332140"/>
                  <a:gd name="connsiteY47" fmla="*/ 323479 h 723902"/>
                  <a:gd name="connsiteX48" fmla="*/ 254341 w 332140"/>
                  <a:gd name="connsiteY48" fmla="*/ 318158 h 723902"/>
                  <a:gd name="connsiteX49" fmla="*/ 239756 w 332140"/>
                  <a:gd name="connsiteY49" fmla="*/ 260711 h 723902"/>
                  <a:gd name="connsiteX50" fmla="*/ 252406 w 332140"/>
                  <a:gd name="connsiteY50" fmla="*/ 255948 h 723902"/>
                  <a:gd name="connsiteX51" fmla="*/ 257169 w 332140"/>
                  <a:gd name="connsiteY51" fmla="*/ 268524 h 723902"/>
                  <a:gd name="connsiteX52" fmla="*/ 284218 w 332140"/>
                  <a:gd name="connsiteY52" fmla="*/ 319498 h 723902"/>
                  <a:gd name="connsiteX53" fmla="*/ 332140 w 332140"/>
                  <a:gd name="connsiteY53" fmla="*/ 358342 h 723902"/>
                  <a:gd name="connsiteX54" fmla="*/ 332140 w 332140"/>
                  <a:gd name="connsiteY54" fmla="*/ 153259 h 723902"/>
                  <a:gd name="connsiteX55" fmla="*/ 262042 w 332140"/>
                  <a:gd name="connsiteY55" fmla="*/ 97077 h 723902"/>
                  <a:gd name="connsiteX56" fmla="*/ 251289 w 332140"/>
                  <a:gd name="connsiteY56" fmla="*/ 88892 h 723902"/>
                  <a:gd name="connsiteX57" fmla="*/ 259475 w 332140"/>
                  <a:gd name="connsiteY57" fmla="*/ 78213 h 723902"/>
                  <a:gd name="connsiteX58" fmla="*/ 332140 w 332140"/>
                  <a:gd name="connsiteY58" fmla="*/ 114974 h 723902"/>
                  <a:gd name="connsiteX59" fmla="*/ 332140 w 332140"/>
                  <a:gd name="connsiteY59" fmla="*/ 29733 h 723902"/>
                  <a:gd name="connsiteX60" fmla="*/ 303937 w 332140"/>
                  <a:gd name="connsiteY60" fmla="*/ 4 h 723902"/>
                  <a:gd name="connsiteX61" fmla="*/ 107456 w 332140"/>
                  <a:gd name="connsiteY61" fmla="*/ 267672 h 723902"/>
                  <a:gd name="connsiteX62" fmla="*/ 181275 w 332140"/>
                  <a:gd name="connsiteY62" fmla="*/ 213200 h 723902"/>
                  <a:gd name="connsiteX63" fmla="*/ 191842 w 332140"/>
                  <a:gd name="connsiteY63" fmla="*/ 204828 h 723902"/>
                  <a:gd name="connsiteX64" fmla="*/ 200214 w 332140"/>
                  <a:gd name="connsiteY64" fmla="*/ 215507 h 723902"/>
                  <a:gd name="connsiteX65" fmla="*/ 111065 w 332140"/>
                  <a:gd name="connsiteY65" fmla="*/ 286386 h 723902"/>
                  <a:gd name="connsiteX66" fmla="*/ 109242 w 332140"/>
                  <a:gd name="connsiteY66" fmla="*/ 286572 h 723902"/>
                  <a:gd name="connsiteX67" fmla="*/ 99903 w 332140"/>
                  <a:gd name="connsiteY67" fmla="*/ 278870 h 723902"/>
                  <a:gd name="connsiteX68" fmla="*/ 107456 w 332140"/>
                  <a:gd name="connsiteY68" fmla="*/ 267671 h 723902"/>
                  <a:gd name="connsiteX69" fmla="*/ 190800 w 332140"/>
                  <a:gd name="connsiteY69" fmla="*/ 519113 h 723902"/>
                  <a:gd name="connsiteX70" fmla="*/ 188902 w 332140"/>
                  <a:gd name="connsiteY70" fmla="*/ 518926 h 723902"/>
                  <a:gd name="connsiteX71" fmla="*/ 99828 w 332140"/>
                  <a:gd name="connsiteY71" fmla="*/ 448047 h 723902"/>
                  <a:gd name="connsiteX72" fmla="*/ 108126 w 332140"/>
                  <a:gd name="connsiteY72" fmla="*/ 437369 h 723902"/>
                  <a:gd name="connsiteX73" fmla="*/ 118693 w 332140"/>
                  <a:gd name="connsiteY73" fmla="*/ 445740 h 723902"/>
                  <a:gd name="connsiteX74" fmla="*/ 192623 w 332140"/>
                  <a:gd name="connsiteY74" fmla="*/ 500212 h 723902"/>
                  <a:gd name="connsiteX75" fmla="*/ 200139 w 332140"/>
                  <a:gd name="connsiteY75" fmla="*/ 511374 h 723902"/>
                  <a:gd name="connsiteX76" fmla="*/ 190800 w 332140"/>
                  <a:gd name="connsiteY76" fmla="*/ 519113 h 723902"/>
                  <a:gd name="connsiteX77" fmla="*/ 202222 w 332140"/>
                  <a:gd name="connsiteY77" fmla="*/ 368056 h 723902"/>
                  <a:gd name="connsiteX78" fmla="*/ 164978 w 332140"/>
                  <a:gd name="connsiteY78" fmla="*/ 386547 h 723902"/>
                  <a:gd name="connsiteX79" fmla="*/ 127733 w 332140"/>
                  <a:gd name="connsiteY79" fmla="*/ 368056 h 723902"/>
                  <a:gd name="connsiteX80" fmla="*/ 105074 w 332140"/>
                  <a:gd name="connsiteY80" fmla="*/ 356446 h 723902"/>
                  <a:gd name="connsiteX81" fmla="*/ 95549 w 332140"/>
                  <a:gd name="connsiteY81" fmla="*/ 346921 h 723902"/>
                  <a:gd name="connsiteX82" fmla="*/ 105074 w 332140"/>
                  <a:gd name="connsiteY82" fmla="*/ 337396 h 723902"/>
                  <a:gd name="connsiteX83" fmla="*/ 142430 w 332140"/>
                  <a:gd name="connsiteY83" fmla="*/ 355888 h 723902"/>
                  <a:gd name="connsiteX84" fmla="*/ 187562 w 332140"/>
                  <a:gd name="connsiteY84" fmla="*/ 355888 h 723902"/>
                  <a:gd name="connsiteX85" fmla="*/ 200995 w 332140"/>
                  <a:gd name="connsiteY85" fmla="*/ 354660 h 723902"/>
                  <a:gd name="connsiteX86" fmla="*/ 202222 w 332140"/>
                  <a:gd name="connsiteY86" fmla="*/ 368054 h 723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332140" h="723902">
                    <a:moveTo>
                      <a:pt x="303947" y="0"/>
                    </a:moveTo>
                    <a:cubicBezTo>
                      <a:pt x="252788" y="0"/>
                      <a:pt x="208883" y="32594"/>
                      <a:pt x="194296" y="80963"/>
                    </a:cubicBezTo>
                    <a:cubicBezTo>
                      <a:pt x="193998" y="82004"/>
                      <a:pt x="193738" y="82972"/>
                      <a:pt x="193552" y="83902"/>
                    </a:cubicBezTo>
                    <a:cubicBezTo>
                      <a:pt x="193440" y="84013"/>
                      <a:pt x="193552" y="84088"/>
                      <a:pt x="193440" y="84199"/>
                    </a:cubicBezTo>
                    <a:cubicBezTo>
                      <a:pt x="193440" y="84311"/>
                      <a:pt x="193440" y="84311"/>
                      <a:pt x="193328" y="84386"/>
                    </a:cubicBezTo>
                    <a:cubicBezTo>
                      <a:pt x="190761" y="94022"/>
                      <a:pt x="189310" y="103994"/>
                      <a:pt x="189310" y="114188"/>
                    </a:cubicBezTo>
                    <a:cubicBezTo>
                      <a:pt x="189310" y="119434"/>
                      <a:pt x="185031" y="123713"/>
                      <a:pt x="179785" y="123713"/>
                    </a:cubicBezTo>
                    <a:cubicBezTo>
                      <a:pt x="174539" y="123713"/>
                      <a:pt x="170260" y="119434"/>
                      <a:pt x="170260" y="114188"/>
                    </a:cubicBezTo>
                    <a:cubicBezTo>
                      <a:pt x="170260" y="105333"/>
                      <a:pt x="171227" y="96552"/>
                      <a:pt x="172939" y="88106"/>
                    </a:cubicBezTo>
                    <a:cubicBezTo>
                      <a:pt x="165423" y="86394"/>
                      <a:pt x="157609" y="85539"/>
                      <a:pt x="149610" y="85539"/>
                    </a:cubicBezTo>
                    <a:cubicBezTo>
                      <a:pt x="91121" y="85539"/>
                      <a:pt x="43606" y="133052"/>
                      <a:pt x="43606" y="191657"/>
                    </a:cubicBezTo>
                    <a:cubicBezTo>
                      <a:pt x="43606" y="206800"/>
                      <a:pt x="46843" y="221274"/>
                      <a:pt x="53020" y="234892"/>
                    </a:cubicBezTo>
                    <a:cubicBezTo>
                      <a:pt x="61577" y="230427"/>
                      <a:pt x="70731" y="226781"/>
                      <a:pt x="80441" y="224213"/>
                    </a:cubicBezTo>
                    <a:cubicBezTo>
                      <a:pt x="85576" y="222874"/>
                      <a:pt x="90710" y="225925"/>
                      <a:pt x="92050" y="231059"/>
                    </a:cubicBezTo>
                    <a:cubicBezTo>
                      <a:pt x="93390" y="236119"/>
                      <a:pt x="90339" y="241328"/>
                      <a:pt x="85279" y="242668"/>
                    </a:cubicBezTo>
                    <a:cubicBezTo>
                      <a:pt x="73856" y="245608"/>
                      <a:pt x="63289" y="250296"/>
                      <a:pt x="53653" y="256286"/>
                    </a:cubicBezTo>
                    <a:lnTo>
                      <a:pt x="53541" y="256398"/>
                    </a:lnTo>
                    <a:cubicBezTo>
                      <a:pt x="53430" y="256398"/>
                      <a:pt x="53430" y="256509"/>
                      <a:pt x="53430" y="256509"/>
                    </a:cubicBezTo>
                    <a:cubicBezTo>
                      <a:pt x="20836" y="276899"/>
                      <a:pt x="0" y="312990"/>
                      <a:pt x="0" y="352988"/>
                    </a:cubicBezTo>
                    <a:cubicBezTo>
                      <a:pt x="0" y="388893"/>
                      <a:pt x="16372" y="421933"/>
                      <a:pt x="44947" y="443960"/>
                    </a:cubicBezTo>
                    <a:cubicBezTo>
                      <a:pt x="45319" y="444257"/>
                      <a:pt x="45616" y="444704"/>
                      <a:pt x="45914" y="445113"/>
                    </a:cubicBezTo>
                    <a:cubicBezTo>
                      <a:pt x="46398" y="445597"/>
                      <a:pt x="46881" y="445969"/>
                      <a:pt x="47142" y="446527"/>
                    </a:cubicBezTo>
                    <a:cubicBezTo>
                      <a:pt x="47514" y="447011"/>
                      <a:pt x="47700" y="447569"/>
                      <a:pt x="47886" y="448164"/>
                    </a:cubicBezTo>
                    <a:cubicBezTo>
                      <a:pt x="48072" y="448722"/>
                      <a:pt x="48370" y="449317"/>
                      <a:pt x="48444" y="449876"/>
                    </a:cubicBezTo>
                    <a:cubicBezTo>
                      <a:pt x="48556" y="450545"/>
                      <a:pt x="48444" y="451103"/>
                      <a:pt x="48444" y="451699"/>
                    </a:cubicBezTo>
                    <a:cubicBezTo>
                      <a:pt x="48444" y="452368"/>
                      <a:pt x="48444" y="452927"/>
                      <a:pt x="48332" y="453522"/>
                    </a:cubicBezTo>
                    <a:cubicBezTo>
                      <a:pt x="48221" y="454192"/>
                      <a:pt x="47849" y="454675"/>
                      <a:pt x="47663" y="455345"/>
                    </a:cubicBezTo>
                    <a:cubicBezTo>
                      <a:pt x="47365" y="455829"/>
                      <a:pt x="47365" y="456312"/>
                      <a:pt x="47105" y="456759"/>
                    </a:cubicBezTo>
                    <a:cubicBezTo>
                      <a:pt x="35013" y="475065"/>
                      <a:pt x="28724" y="496496"/>
                      <a:pt x="28724" y="518783"/>
                    </a:cubicBezTo>
                    <a:cubicBezTo>
                      <a:pt x="28724" y="581849"/>
                      <a:pt x="79884" y="632969"/>
                      <a:pt x="142834" y="632969"/>
                    </a:cubicBezTo>
                    <a:cubicBezTo>
                      <a:pt x="152731" y="632969"/>
                      <a:pt x="162442" y="631741"/>
                      <a:pt x="171781" y="629248"/>
                    </a:cubicBezTo>
                    <a:cubicBezTo>
                      <a:pt x="170814" y="622774"/>
                      <a:pt x="170144" y="616300"/>
                      <a:pt x="170144" y="609714"/>
                    </a:cubicBezTo>
                    <a:cubicBezTo>
                      <a:pt x="170144" y="604468"/>
                      <a:pt x="174423" y="600189"/>
                      <a:pt x="179669" y="600189"/>
                    </a:cubicBezTo>
                    <a:cubicBezTo>
                      <a:pt x="184915" y="600189"/>
                      <a:pt x="189194" y="604468"/>
                      <a:pt x="189194" y="609714"/>
                    </a:cubicBezTo>
                    <a:cubicBezTo>
                      <a:pt x="189194" y="617825"/>
                      <a:pt x="190050" y="626010"/>
                      <a:pt x="191761" y="633899"/>
                    </a:cubicBezTo>
                    <a:cubicBezTo>
                      <a:pt x="203184" y="686101"/>
                      <a:pt x="250139" y="723903"/>
                      <a:pt x="303566" y="723903"/>
                    </a:cubicBezTo>
                    <a:cubicBezTo>
                      <a:pt x="319491" y="723903"/>
                      <a:pt x="332141" y="710583"/>
                      <a:pt x="332141" y="694174"/>
                    </a:cubicBezTo>
                    <a:lnTo>
                      <a:pt x="332141" y="573769"/>
                    </a:lnTo>
                    <a:cubicBezTo>
                      <a:pt x="311082" y="530051"/>
                      <a:pt x="290618" y="513679"/>
                      <a:pt x="262043" y="517474"/>
                    </a:cubicBezTo>
                    <a:cubicBezTo>
                      <a:pt x="256796" y="518218"/>
                      <a:pt x="252034" y="514535"/>
                      <a:pt x="251290" y="509288"/>
                    </a:cubicBezTo>
                    <a:cubicBezTo>
                      <a:pt x="250620" y="504154"/>
                      <a:pt x="254341" y="499280"/>
                      <a:pt x="259475" y="498610"/>
                    </a:cubicBezTo>
                    <a:cubicBezTo>
                      <a:pt x="293185" y="494145"/>
                      <a:pt x="315881" y="512154"/>
                      <a:pt x="332141" y="535371"/>
                    </a:cubicBezTo>
                    <a:lnTo>
                      <a:pt x="332141" y="396144"/>
                    </a:lnTo>
                    <a:cubicBezTo>
                      <a:pt x="313649" y="357932"/>
                      <a:pt x="295083" y="342714"/>
                      <a:pt x="279567" y="337766"/>
                    </a:cubicBezTo>
                    <a:cubicBezTo>
                      <a:pt x="278340" y="337654"/>
                      <a:pt x="277186" y="337394"/>
                      <a:pt x="276144" y="336799"/>
                    </a:cubicBezTo>
                    <a:cubicBezTo>
                      <a:pt x="261968" y="333450"/>
                      <a:pt x="250620" y="338436"/>
                      <a:pt x="244816" y="341003"/>
                    </a:cubicBezTo>
                    <a:cubicBezTo>
                      <a:pt x="239941" y="343087"/>
                      <a:pt x="234323" y="340817"/>
                      <a:pt x="232240" y="336055"/>
                    </a:cubicBezTo>
                    <a:cubicBezTo>
                      <a:pt x="230156" y="331180"/>
                      <a:pt x="232351" y="325562"/>
                      <a:pt x="237188" y="323479"/>
                    </a:cubicBezTo>
                    <a:cubicBezTo>
                      <a:pt x="242509" y="321209"/>
                      <a:pt x="248351" y="319274"/>
                      <a:pt x="254341" y="318158"/>
                    </a:cubicBezTo>
                    <a:cubicBezTo>
                      <a:pt x="241281" y="303871"/>
                      <a:pt x="229673" y="283295"/>
                      <a:pt x="239756" y="260711"/>
                    </a:cubicBezTo>
                    <a:cubicBezTo>
                      <a:pt x="241951" y="255948"/>
                      <a:pt x="247570" y="253865"/>
                      <a:pt x="252406" y="255948"/>
                    </a:cubicBezTo>
                    <a:cubicBezTo>
                      <a:pt x="257169" y="258144"/>
                      <a:pt x="259252" y="263762"/>
                      <a:pt x="257169" y="268524"/>
                    </a:cubicBezTo>
                    <a:cubicBezTo>
                      <a:pt x="247347" y="290253"/>
                      <a:pt x="275475" y="313024"/>
                      <a:pt x="284218" y="319498"/>
                    </a:cubicBezTo>
                    <a:cubicBezTo>
                      <a:pt x="299919" y="324075"/>
                      <a:pt x="316328" y="335795"/>
                      <a:pt x="332140" y="358342"/>
                    </a:cubicBezTo>
                    <a:lnTo>
                      <a:pt x="332140" y="153259"/>
                    </a:lnTo>
                    <a:cubicBezTo>
                      <a:pt x="311081" y="109653"/>
                      <a:pt x="290691" y="93244"/>
                      <a:pt x="262042" y="97077"/>
                    </a:cubicBezTo>
                    <a:cubicBezTo>
                      <a:pt x="256796" y="97821"/>
                      <a:pt x="252033" y="94138"/>
                      <a:pt x="251289" y="88892"/>
                    </a:cubicBezTo>
                    <a:cubicBezTo>
                      <a:pt x="250619" y="83645"/>
                      <a:pt x="254340" y="78883"/>
                      <a:pt x="259475" y="78213"/>
                    </a:cubicBezTo>
                    <a:cubicBezTo>
                      <a:pt x="293185" y="73748"/>
                      <a:pt x="315881" y="91645"/>
                      <a:pt x="332140" y="114974"/>
                    </a:cubicBezTo>
                    <a:lnTo>
                      <a:pt x="332140" y="29733"/>
                    </a:lnTo>
                    <a:cubicBezTo>
                      <a:pt x="332140" y="13324"/>
                      <a:pt x="319490" y="4"/>
                      <a:pt x="303937" y="4"/>
                    </a:cubicBezTo>
                    <a:close/>
                    <a:moveTo>
                      <a:pt x="107456" y="267672"/>
                    </a:moveTo>
                    <a:cubicBezTo>
                      <a:pt x="156420" y="258035"/>
                      <a:pt x="177852" y="242333"/>
                      <a:pt x="181275" y="213200"/>
                    </a:cubicBezTo>
                    <a:cubicBezTo>
                      <a:pt x="181945" y="207954"/>
                      <a:pt x="186707" y="204233"/>
                      <a:pt x="191842" y="204828"/>
                    </a:cubicBezTo>
                    <a:cubicBezTo>
                      <a:pt x="197088" y="205498"/>
                      <a:pt x="200809" y="210261"/>
                      <a:pt x="200214" y="215507"/>
                    </a:cubicBezTo>
                    <a:cubicBezTo>
                      <a:pt x="194409" y="263987"/>
                      <a:pt x="149538" y="278833"/>
                      <a:pt x="111065" y="286386"/>
                    </a:cubicBezTo>
                    <a:cubicBezTo>
                      <a:pt x="110507" y="286572"/>
                      <a:pt x="109837" y="286572"/>
                      <a:pt x="109242" y="286572"/>
                    </a:cubicBezTo>
                    <a:cubicBezTo>
                      <a:pt x="104777" y="286572"/>
                      <a:pt x="100759" y="283447"/>
                      <a:pt x="99903" y="278870"/>
                    </a:cubicBezTo>
                    <a:cubicBezTo>
                      <a:pt x="98899" y="273661"/>
                      <a:pt x="102322" y="268713"/>
                      <a:pt x="107456" y="267671"/>
                    </a:cubicBezTo>
                    <a:close/>
                    <a:moveTo>
                      <a:pt x="190800" y="519113"/>
                    </a:moveTo>
                    <a:cubicBezTo>
                      <a:pt x="190130" y="519113"/>
                      <a:pt x="189572" y="519113"/>
                      <a:pt x="188902" y="518926"/>
                    </a:cubicBezTo>
                    <a:cubicBezTo>
                      <a:pt x="150505" y="511411"/>
                      <a:pt x="105559" y="496527"/>
                      <a:pt x="99828" y="448047"/>
                    </a:cubicBezTo>
                    <a:cubicBezTo>
                      <a:pt x="99159" y="442801"/>
                      <a:pt x="102879" y="438038"/>
                      <a:pt x="108126" y="437369"/>
                    </a:cubicBezTo>
                    <a:cubicBezTo>
                      <a:pt x="113372" y="436811"/>
                      <a:pt x="118134" y="440494"/>
                      <a:pt x="118693" y="445740"/>
                    </a:cubicBezTo>
                    <a:cubicBezTo>
                      <a:pt x="122227" y="474873"/>
                      <a:pt x="143547" y="490612"/>
                      <a:pt x="192623" y="500212"/>
                    </a:cubicBezTo>
                    <a:cubicBezTo>
                      <a:pt x="197757" y="501254"/>
                      <a:pt x="201106" y="506202"/>
                      <a:pt x="200139" y="511374"/>
                    </a:cubicBezTo>
                    <a:cubicBezTo>
                      <a:pt x="199171" y="515988"/>
                      <a:pt x="195264" y="519113"/>
                      <a:pt x="190800" y="519113"/>
                    </a:cubicBezTo>
                    <a:close/>
                    <a:moveTo>
                      <a:pt x="202222" y="368056"/>
                    </a:moveTo>
                    <a:cubicBezTo>
                      <a:pt x="192400" y="379962"/>
                      <a:pt x="179154" y="386547"/>
                      <a:pt x="164978" y="386547"/>
                    </a:cubicBezTo>
                    <a:cubicBezTo>
                      <a:pt x="150802" y="386547"/>
                      <a:pt x="137556" y="379962"/>
                      <a:pt x="127733" y="368056"/>
                    </a:cubicBezTo>
                    <a:cubicBezTo>
                      <a:pt x="121557" y="360540"/>
                      <a:pt x="113557" y="356446"/>
                      <a:pt x="105074" y="356446"/>
                    </a:cubicBezTo>
                    <a:cubicBezTo>
                      <a:pt x="99828" y="356446"/>
                      <a:pt x="95549" y="352168"/>
                      <a:pt x="95549" y="346921"/>
                    </a:cubicBezTo>
                    <a:cubicBezTo>
                      <a:pt x="95549" y="341675"/>
                      <a:pt x="99828" y="337396"/>
                      <a:pt x="105074" y="337396"/>
                    </a:cubicBezTo>
                    <a:cubicBezTo>
                      <a:pt x="119176" y="337396"/>
                      <a:pt x="132681" y="344168"/>
                      <a:pt x="142430" y="355888"/>
                    </a:cubicBezTo>
                    <a:cubicBezTo>
                      <a:pt x="154709" y="370845"/>
                      <a:pt x="175284" y="370845"/>
                      <a:pt x="187562" y="355888"/>
                    </a:cubicBezTo>
                    <a:cubicBezTo>
                      <a:pt x="190911" y="351870"/>
                      <a:pt x="196901" y="351312"/>
                      <a:pt x="200995" y="354660"/>
                    </a:cubicBezTo>
                    <a:cubicBezTo>
                      <a:pt x="204976" y="357935"/>
                      <a:pt x="205571" y="363962"/>
                      <a:pt x="202222" y="368054"/>
                    </a:cubicBezTo>
                    <a:close/>
                  </a:path>
                </a:pathLst>
              </a:custGeom>
              <a:solidFill>
                <a:srgbClr val="02956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dirty="0"/>
              </a:p>
            </p:txBody>
          </p:sp>
          <p:sp>
            <p:nvSpPr>
              <p:cNvPr id="9" name="Forma Livre: Forma 78">
                <a:extLst>
                  <a:ext uri="{FF2B5EF4-FFF2-40B4-BE49-F238E27FC236}">
                    <a16:creationId xmlns:a16="http://schemas.microsoft.com/office/drawing/2014/main" id="{BD7A2007-8B29-4022-F3D0-9EF7CF9BAD43}"/>
                  </a:ext>
                </a:extLst>
              </p:cNvPr>
              <p:cNvSpPr/>
              <p:nvPr/>
            </p:nvSpPr>
            <p:spPr>
              <a:xfrm>
                <a:off x="11135241" y="25606"/>
                <a:ext cx="332036" cy="723899"/>
              </a:xfrm>
              <a:custGeom>
                <a:avLst/>
                <a:gdLst>
                  <a:gd name="connsiteX0" fmla="*/ 284448 w 332036"/>
                  <a:gd name="connsiteY0" fmla="*/ 455308 h 723899"/>
                  <a:gd name="connsiteX1" fmla="*/ 283704 w 332036"/>
                  <a:gd name="connsiteY1" fmla="*/ 453484 h 723899"/>
                  <a:gd name="connsiteX2" fmla="*/ 283592 w 332036"/>
                  <a:gd name="connsiteY2" fmla="*/ 451773 h 723899"/>
                  <a:gd name="connsiteX3" fmla="*/ 283592 w 332036"/>
                  <a:gd name="connsiteY3" fmla="*/ 449875 h 723899"/>
                  <a:gd name="connsiteX4" fmla="*/ 284151 w 332036"/>
                  <a:gd name="connsiteY4" fmla="*/ 448238 h 723899"/>
                  <a:gd name="connsiteX5" fmla="*/ 284895 w 332036"/>
                  <a:gd name="connsiteY5" fmla="*/ 446527 h 723899"/>
                  <a:gd name="connsiteX6" fmla="*/ 286123 w 332036"/>
                  <a:gd name="connsiteY6" fmla="*/ 445113 h 723899"/>
                  <a:gd name="connsiteX7" fmla="*/ 287090 w 332036"/>
                  <a:gd name="connsiteY7" fmla="*/ 443959 h 723899"/>
                  <a:gd name="connsiteX8" fmla="*/ 332037 w 332036"/>
                  <a:gd name="connsiteY8" fmla="*/ 352988 h 723899"/>
                  <a:gd name="connsiteX9" fmla="*/ 278681 w 332036"/>
                  <a:gd name="connsiteY9" fmla="*/ 256509 h 723899"/>
                  <a:gd name="connsiteX10" fmla="*/ 278495 w 332036"/>
                  <a:gd name="connsiteY10" fmla="*/ 256398 h 723899"/>
                  <a:gd name="connsiteX11" fmla="*/ 278384 w 332036"/>
                  <a:gd name="connsiteY11" fmla="*/ 256286 h 723899"/>
                  <a:gd name="connsiteX12" fmla="*/ 246758 w 332036"/>
                  <a:gd name="connsiteY12" fmla="*/ 242668 h 723899"/>
                  <a:gd name="connsiteX13" fmla="*/ 239986 w 332036"/>
                  <a:gd name="connsiteY13" fmla="*/ 231059 h 723899"/>
                  <a:gd name="connsiteX14" fmla="*/ 251595 w 332036"/>
                  <a:gd name="connsiteY14" fmla="*/ 224213 h 723899"/>
                  <a:gd name="connsiteX15" fmla="*/ 279017 w 332036"/>
                  <a:gd name="connsiteY15" fmla="*/ 234891 h 723899"/>
                  <a:gd name="connsiteX16" fmla="*/ 288430 w 332036"/>
                  <a:gd name="connsiteY16" fmla="*/ 191657 h 723899"/>
                  <a:gd name="connsiteX17" fmla="*/ 182426 w 332036"/>
                  <a:gd name="connsiteY17" fmla="*/ 85538 h 723899"/>
                  <a:gd name="connsiteX18" fmla="*/ 159098 w 332036"/>
                  <a:gd name="connsiteY18" fmla="*/ 88106 h 723899"/>
                  <a:gd name="connsiteX19" fmla="*/ 161777 w 332036"/>
                  <a:gd name="connsiteY19" fmla="*/ 114188 h 723899"/>
                  <a:gd name="connsiteX20" fmla="*/ 152252 w 332036"/>
                  <a:gd name="connsiteY20" fmla="*/ 123713 h 723899"/>
                  <a:gd name="connsiteX21" fmla="*/ 142727 w 332036"/>
                  <a:gd name="connsiteY21" fmla="*/ 114188 h 723899"/>
                  <a:gd name="connsiteX22" fmla="*/ 138708 w 332036"/>
                  <a:gd name="connsiteY22" fmla="*/ 84274 h 723899"/>
                  <a:gd name="connsiteX23" fmla="*/ 138597 w 332036"/>
                  <a:gd name="connsiteY23" fmla="*/ 84162 h 723899"/>
                  <a:gd name="connsiteX24" fmla="*/ 138485 w 332036"/>
                  <a:gd name="connsiteY24" fmla="*/ 83865 h 723899"/>
                  <a:gd name="connsiteX25" fmla="*/ 137741 w 332036"/>
                  <a:gd name="connsiteY25" fmla="*/ 81000 h 723899"/>
                  <a:gd name="connsiteX26" fmla="*/ 28613 w 332036"/>
                  <a:gd name="connsiteY26" fmla="*/ 0 h 723899"/>
                  <a:gd name="connsiteX27" fmla="*/ 38 w 332036"/>
                  <a:gd name="connsiteY27" fmla="*/ 29728 h 723899"/>
                  <a:gd name="connsiteX28" fmla="*/ 38 w 332036"/>
                  <a:gd name="connsiteY28" fmla="*/ 180309 h 723899"/>
                  <a:gd name="connsiteX29" fmla="*/ 72703 w 332036"/>
                  <a:gd name="connsiteY29" fmla="*/ 143548 h 723899"/>
                  <a:gd name="connsiteX30" fmla="*/ 80889 w 332036"/>
                  <a:gd name="connsiteY30" fmla="*/ 154227 h 723899"/>
                  <a:gd name="connsiteX31" fmla="*/ 70136 w 332036"/>
                  <a:gd name="connsiteY31" fmla="*/ 162412 h 723899"/>
                  <a:gd name="connsiteX32" fmla="*/ 38 w 332036"/>
                  <a:gd name="connsiteY32" fmla="*/ 218595 h 723899"/>
                  <a:gd name="connsiteX33" fmla="*/ 38 w 332036"/>
                  <a:gd name="connsiteY33" fmla="*/ 423678 h 723899"/>
                  <a:gd name="connsiteX34" fmla="*/ 47960 w 332036"/>
                  <a:gd name="connsiteY34" fmla="*/ 384834 h 723899"/>
                  <a:gd name="connsiteX35" fmla="*/ 75009 w 332036"/>
                  <a:gd name="connsiteY35" fmla="*/ 333860 h 723899"/>
                  <a:gd name="connsiteX36" fmla="*/ 79771 w 332036"/>
                  <a:gd name="connsiteY36" fmla="*/ 321284 h 723899"/>
                  <a:gd name="connsiteX37" fmla="*/ 92422 w 332036"/>
                  <a:gd name="connsiteY37" fmla="*/ 326046 h 723899"/>
                  <a:gd name="connsiteX38" fmla="*/ 77837 w 332036"/>
                  <a:gd name="connsiteY38" fmla="*/ 383493 h 723899"/>
                  <a:gd name="connsiteX39" fmla="*/ 94990 w 332036"/>
                  <a:gd name="connsiteY39" fmla="*/ 388814 h 723899"/>
                  <a:gd name="connsiteX40" fmla="*/ 99938 w 332036"/>
                  <a:gd name="connsiteY40" fmla="*/ 401390 h 723899"/>
                  <a:gd name="connsiteX41" fmla="*/ 87362 w 332036"/>
                  <a:gd name="connsiteY41" fmla="*/ 406338 h 723899"/>
                  <a:gd name="connsiteX42" fmla="*/ 55922 w 332036"/>
                  <a:gd name="connsiteY42" fmla="*/ 402134 h 723899"/>
                  <a:gd name="connsiteX43" fmla="*/ 52573 w 332036"/>
                  <a:gd name="connsiteY43" fmla="*/ 403101 h 723899"/>
                  <a:gd name="connsiteX44" fmla="*/ 0 w 332036"/>
                  <a:gd name="connsiteY44" fmla="*/ 461479 h 723899"/>
                  <a:gd name="connsiteX45" fmla="*/ 0 w 332036"/>
                  <a:gd name="connsiteY45" fmla="*/ 600744 h 723899"/>
                  <a:gd name="connsiteX46" fmla="*/ 72665 w 332036"/>
                  <a:gd name="connsiteY46" fmla="*/ 563983 h 723899"/>
                  <a:gd name="connsiteX47" fmla="*/ 80851 w 332036"/>
                  <a:gd name="connsiteY47" fmla="*/ 574662 h 723899"/>
                  <a:gd name="connsiteX48" fmla="*/ 70098 w 332036"/>
                  <a:gd name="connsiteY48" fmla="*/ 582847 h 723899"/>
                  <a:gd name="connsiteX49" fmla="*/ 0 w 332036"/>
                  <a:gd name="connsiteY49" fmla="*/ 639142 h 723899"/>
                  <a:gd name="connsiteX50" fmla="*/ 0 w 332036"/>
                  <a:gd name="connsiteY50" fmla="*/ 694208 h 723899"/>
                  <a:gd name="connsiteX51" fmla="*/ 28240 w 332036"/>
                  <a:gd name="connsiteY51" fmla="*/ 723899 h 723899"/>
                  <a:gd name="connsiteX52" fmla="*/ 140273 w 332036"/>
                  <a:gd name="connsiteY52" fmla="*/ 633970 h 723899"/>
                  <a:gd name="connsiteX53" fmla="*/ 142840 w 332036"/>
                  <a:gd name="connsiteY53" fmla="*/ 609674 h 723899"/>
                  <a:gd name="connsiteX54" fmla="*/ 152365 w 332036"/>
                  <a:gd name="connsiteY54" fmla="*/ 600149 h 723899"/>
                  <a:gd name="connsiteX55" fmla="*/ 161890 w 332036"/>
                  <a:gd name="connsiteY55" fmla="*/ 609674 h 723899"/>
                  <a:gd name="connsiteX56" fmla="*/ 160253 w 332036"/>
                  <a:gd name="connsiteY56" fmla="*/ 629208 h 723899"/>
                  <a:gd name="connsiteX57" fmla="*/ 189125 w 332036"/>
                  <a:gd name="connsiteY57" fmla="*/ 632928 h 723899"/>
                  <a:gd name="connsiteX58" fmla="*/ 303311 w 332036"/>
                  <a:gd name="connsiteY58" fmla="*/ 518742 h 723899"/>
                  <a:gd name="connsiteX59" fmla="*/ 284930 w 332036"/>
                  <a:gd name="connsiteY59" fmla="*/ 456719 h 723899"/>
                  <a:gd name="connsiteX60" fmla="*/ 284447 w 332036"/>
                  <a:gd name="connsiteY60" fmla="*/ 455305 h 723899"/>
                  <a:gd name="connsiteX61" fmla="*/ 140345 w 332036"/>
                  <a:gd name="connsiteY61" fmla="*/ 204791 h 723899"/>
                  <a:gd name="connsiteX62" fmla="*/ 150912 w 332036"/>
                  <a:gd name="connsiteY62" fmla="*/ 213162 h 723899"/>
                  <a:gd name="connsiteX63" fmla="*/ 224730 w 332036"/>
                  <a:gd name="connsiteY63" fmla="*/ 267634 h 723899"/>
                  <a:gd name="connsiteX64" fmla="*/ 232246 w 332036"/>
                  <a:gd name="connsiteY64" fmla="*/ 278796 h 723899"/>
                  <a:gd name="connsiteX65" fmla="*/ 222907 w 332036"/>
                  <a:gd name="connsiteY65" fmla="*/ 286498 h 723899"/>
                  <a:gd name="connsiteX66" fmla="*/ 221084 w 332036"/>
                  <a:gd name="connsiteY66" fmla="*/ 286312 h 723899"/>
                  <a:gd name="connsiteX67" fmla="*/ 131936 w 332036"/>
                  <a:gd name="connsiteY67" fmla="*/ 215433 h 723899"/>
                  <a:gd name="connsiteX68" fmla="*/ 140344 w 332036"/>
                  <a:gd name="connsiteY68" fmla="*/ 204791 h 723899"/>
                  <a:gd name="connsiteX69" fmla="*/ 143284 w 332036"/>
                  <a:gd name="connsiteY69" fmla="*/ 518925 h 723899"/>
                  <a:gd name="connsiteX70" fmla="*/ 141386 w 332036"/>
                  <a:gd name="connsiteY70" fmla="*/ 519111 h 723899"/>
                  <a:gd name="connsiteX71" fmla="*/ 132047 w 332036"/>
                  <a:gd name="connsiteY71" fmla="*/ 511409 h 723899"/>
                  <a:gd name="connsiteX72" fmla="*/ 139563 w 332036"/>
                  <a:gd name="connsiteY72" fmla="*/ 500247 h 723899"/>
                  <a:gd name="connsiteX73" fmla="*/ 213493 w 332036"/>
                  <a:gd name="connsiteY73" fmla="*/ 445775 h 723899"/>
                  <a:gd name="connsiteX74" fmla="*/ 224060 w 332036"/>
                  <a:gd name="connsiteY74" fmla="*/ 437404 h 723899"/>
                  <a:gd name="connsiteX75" fmla="*/ 232357 w 332036"/>
                  <a:gd name="connsiteY75" fmla="*/ 448082 h 723899"/>
                  <a:gd name="connsiteX76" fmla="*/ 143283 w 332036"/>
                  <a:gd name="connsiteY76" fmla="*/ 518925 h 723899"/>
                  <a:gd name="connsiteX77" fmla="*/ 227000 w 332036"/>
                  <a:gd name="connsiteY77" fmla="*/ 356438 h 723899"/>
                  <a:gd name="connsiteX78" fmla="*/ 204415 w 332036"/>
                  <a:gd name="connsiteY78" fmla="*/ 368047 h 723899"/>
                  <a:gd name="connsiteX79" fmla="*/ 167171 w 332036"/>
                  <a:gd name="connsiteY79" fmla="*/ 386539 h 723899"/>
                  <a:gd name="connsiteX80" fmla="*/ 129926 w 332036"/>
                  <a:gd name="connsiteY80" fmla="*/ 368047 h 723899"/>
                  <a:gd name="connsiteX81" fmla="*/ 131154 w 332036"/>
                  <a:gd name="connsiteY81" fmla="*/ 354615 h 723899"/>
                  <a:gd name="connsiteX82" fmla="*/ 144586 w 332036"/>
                  <a:gd name="connsiteY82" fmla="*/ 355843 h 723899"/>
                  <a:gd name="connsiteX83" fmla="*/ 189718 w 332036"/>
                  <a:gd name="connsiteY83" fmla="*/ 355843 h 723899"/>
                  <a:gd name="connsiteX84" fmla="*/ 226963 w 332036"/>
                  <a:gd name="connsiteY84" fmla="*/ 337351 h 723899"/>
                  <a:gd name="connsiteX85" fmla="*/ 236488 w 332036"/>
                  <a:gd name="connsiteY85" fmla="*/ 346876 h 723899"/>
                  <a:gd name="connsiteX86" fmla="*/ 227000 w 332036"/>
                  <a:gd name="connsiteY86" fmla="*/ 356438 h 723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332036" h="723899">
                    <a:moveTo>
                      <a:pt x="284448" y="455308"/>
                    </a:moveTo>
                    <a:cubicBezTo>
                      <a:pt x="284151" y="454750"/>
                      <a:pt x="283779" y="454154"/>
                      <a:pt x="283704" y="453484"/>
                    </a:cubicBezTo>
                    <a:cubicBezTo>
                      <a:pt x="283592" y="452926"/>
                      <a:pt x="283592" y="452331"/>
                      <a:pt x="283592" y="451773"/>
                    </a:cubicBezTo>
                    <a:cubicBezTo>
                      <a:pt x="283592" y="451103"/>
                      <a:pt x="283481" y="450545"/>
                      <a:pt x="283592" y="449875"/>
                    </a:cubicBezTo>
                    <a:cubicBezTo>
                      <a:pt x="283704" y="449317"/>
                      <a:pt x="283965" y="448722"/>
                      <a:pt x="284151" y="448238"/>
                    </a:cubicBezTo>
                    <a:cubicBezTo>
                      <a:pt x="284337" y="447568"/>
                      <a:pt x="284523" y="447010"/>
                      <a:pt x="284895" y="446527"/>
                    </a:cubicBezTo>
                    <a:cubicBezTo>
                      <a:pt x="285192" y="445969"/>
                      <a:pt x="285639" y="445559"/>
                      <a:pt x="286123" y="445113"/>
                    </a:cubicBezTo>
                    <a:cubicBezTo>
                      <a:pt x="286420" y="444741"/>
                      <a:pt x="286681" y="444257"/>
                      <a:pt x="287090" y="443959"/>
                    </a:cubicBezTo>
                    <a:cubicBezTo>
                      <a:pt x="315665" y="421970"/>
                      <a:pt x="332037" y="388893"/>
                      <a:pt x="332037" y="352988"/>
                    </a:cubicBezTo>
                    <a:cubicBezTo>
                      <a:pt x="332037" y="312991"/>
                      <a:pt x="311163" y="276899"/>
                      <a:pt x="278681" y="256509"/>
                    </a:cubicBezTo>
                    <a:cubicBezTo>
                      <a:pt x="278570" y="256509"/>
                      <a:pt x="278570" y="256398"/>
                      <a:pt x="278495" y="256398"/>
                    </a:cubicBezTo>
                    <a:cubicBezTo>
                      <a:pt x="278495" y="256398"/>
                      <a:pt x="278384" y="256398"/>
                      <a:pt x="278384" y="256286"/>
                    </a:cubicBezTo>
                    <a:cubicBezTo>
                      <a:pt x="268747" y="250296"/>
                      <a:pt x="258180" y="245608"/>
                      <a:pt x="246758" y="242668"/>
                    </a:cubicBezTo>
                    <a:cubicBezTo>
                      <a:pt x="241698" y="241329"/>
                      <a:pt x="238647" y="236082"/>
                      <a:pt x="239986" y="231059"/>
                    </a:cubicBezTo>
                    <a:cubicBezTo>
                      <a:pt x="241325" y="225924"/>
                      <a:pt x="246460" y="222874"/>
                      <a:pt x="251595" y="224213"/>
                    </a:cubicBezTo>
                    <a:cubicBezTo>
                      <a:pt x="261306" y="226780"/>
                      <a:pt x="270459" y="230389"/>
                      <a:pt x="279017" y="234891"/>
                    </a:cubicBezTo>
                    <a:cubicBezTo>
                      <a:pt x="285119" y="221274"/>
                      <a:pt x="288430" y="206800"/>
                      <a:pt x="288430" y="191657"/>
                    </a:cubicBezTo>
                    <a:cubicBezTo>
                      <a:pt x="288430" y="133093"/>
                      <a:pt x="240805" y="85538"/>
                      <a:pt x="182426" y="85538"/>
                    </a:cubicBezTo>
                    <a:cubicBezTo>
                      <a:pt x="174427" y="85538"/>
                      <a:pt x="166613" y="86394"/>
                      <a:pt x="159098" y="88106"/>
                    </a:cubicBezTo>
                    <a:cubicBezTo>
                      <a:pt x="160809" y="96589"/>
                      <a:pt x="161777" y="105333"/>
                      <a:pt x="161777" y="114188"/>
                    </a:cubicBezTo>
                    <a:cubicBezTo>
                      <a:pt x="161777" y="119434"/>
                      <a:pt x="157498" y="123713"/>
                      <a:pt x="152252" y="123713"/>
                    </a:cubicBezTo>
                    <a:cubicBezTo>
                      <a:pt x="147005" y="123713"/>
                      <a:pt x="142727" y="119434"/>
                      <a:pt x="142727" y="114188"/>
                    </a:cubicBezTo>
                    <a:cubicBezTo>
                      <a:pt x="142727" y="103993"/>
                      <a:pt x="141313" y="93910"/>
                      <a:pt x="138708" y="84274"/>
                    </a:cubicBezTo>
                    <a:cubicBezTo>
                      <a:pt x="138597" y="84274"/>
                      <a:pt x="138597" y="84274"/>
                      <a:pt x="138597" y="84162"/>
                    </a:cubicBezTo>
                    <a:cubicBezTo>
                      <a:pt x="138485" y="84051"/>
                      <a:pt x="138597" y="83976"/>
                      <a:pt x="138485" y="83865"/>
                    </a:cubicBezTo>
                    <a:cubicBezTo>
                      <a:pt x="138299" y="82897"/>
                      <a:pt x="138001" y="81967"/>
                      <a:pt x="137741" y="81000"/>
                    </a:cubicBezTo>
                    <a:cubicBezTo>
                      <a:pt x="123305" y="32594"/>
                      <a:pt x="79363" y="0"/>
                      <a:pt x="28613" y="0"/>
                    </a:cubicBezTo>
                    <a:cubicBezTo>
                      <a:pt x="12688" y="0"/>
                      <a:pt x="38" y="13320"/>
                      <a:pt x="38" y="29728"/>
                    </a:cubicBezTo>
                    <a:lnTo>
                      <a:pt x="38" y="180309"/>
                    </a:lnTo>
                    <a:cubicBezTo>
                      <a:pt x="16334" y="157055"/>
                      <a:pt x="38993" y="139084"/>
                      <a:pt x="72703" y="143548"/>
                    </a:cubicBezTo>
                    <a:cubicBezTo>
                      <a:pt x="77838" y="144218"/>
                      <a:pt x="81558" y="148981"/>
                      <a:pt x="80889" y="154227"/>
                    </a:cubicBezTo>
                    <a:cubicBezTo>
                      <a:pt x="80145" y="159473"/>
                      <a:pt x="75456" y="163082"/>
                      <a:pt x="70136" y="162412"/>
                    </a:cubicBezTo>
                    <a:cubicBezTo>
                      <a:pt x="41561" y="158617"/>
                      <a:pt x="21097" y="174988"/>
                      <a:pt x="38" y="218595"/>
                    </a:cubicBezTo>
                    <a:lnTo>
                      <a:pt x="38" y="423678"/>
                    </a:lnTo>
                    <a:cubicBezTo>
                      <a:pt x="15851" y="401093"/>
                      <a:pt x="32222" y="389485"/>
                      <a:pt x="47960" y="384834"/>
                    </a:cubicBezTo>
                    <a:cubicBezTo>
                      <a:pt x="56629" y="378434"/>
                      <a:pt x="84832" y="355589"/>
                      <a:pt x="75009" y="333860"/>
                    </a:cubicBezTo>
                    <a:cubicBezTo>
                      <a:pt x="72925" y="329097"/>
                      <a:pt x="75009" y="323479"/>
                      <a:pt x="79771" y="321284"/>
                    </a:cubicBezTo>
                    <a:cubicBezTo>
                      <a:pt x="84646" y="319089"/>
                      <a:pt x="90264" y="321284"/>
                      <a:pt x="92422" y="326046"/>
                    </a:cubicBezTo>
                    <a:cubicBezTo>
                      <a:pt x="102505" y="348631"/>
                      <a:pt x="90896" y="369206"/>
                      <a:pt x="77837" y="383493"/>
                    </a:cubicBezTo>
                    <a:cubicBezTo>
                      <a:pt x="83827" y="384647"/>
                      <a:pt x="89632" y="386544"/>
                      <a:pt x="94990" y="388814"/>
                    </a:cubicBezTo>
                    <a:cubicBezTo>
                      <a:pt x="99864" y="390898"/>
                      <a:pt x="102022" y="396516"/>
                      <a:pt x="99938" y="401390"/>
                    </a:cubicBezTo>
                    <a:cubicBezTo>
                      <a:pt x="97854" y="406152"/>
                      <a:pt x="92236" y="408422"/>
                      <a:pt x="87362" y="406338"/>
                    </a:cubicBezTo>
                    <a:cubicBezTo>
                      <a:pt x="81558" y="403771"/>
                      <a:pt x="70210" y="398823"/>
                      <a:pt x="55922" y="402134"/>
                    </a:cubicBezTo>
                    <a:cubicBezTo>
                      <a:pt x="54880" y="402692"/>
                      <a:pt x="53838" y="402990"/>
                      <a:pt x="52573" y="403101"/>
                    </a:cubicBezTo>
                    <a:cubicBezTo>
                      <a:pt x="37058" y="408050"/>
                      <a:pt x="18492" y="423305"/>
                      <a:pt x="0" y="461479"/>
                    </a:cubicBezTo>
                    <a:lnTo>
                      <a:pt x="0" y="600744"/>
                    </a:lnTo>
                    <a:cubicBezTo>
                      <a:pt x="16297" y="577490"/>
                      <a:pt x="38844" y="559519"/>
                      <a:pt x="72665" y="563983"/>
                    </a:cubicBezTo>
                    <a:cubicBezTo>
                      <a:pt x="77800" y="564653"/>
                      <a:pt x="81521" y="569490"/>
                      <a:pt x="80851" y="574662"/>
                    </a:cubicBezTo>
                    <a:cubicBezTo>
                      <a:pt x="80107" y="579908"/>
                      <a:pt x="75419" y="583517"/>
                      <a:pt x="70098" y="582847"/>
                    </a:cubicBezTo>
                    <a:cubicBezTo>
                      <a:pt x="41523" y="579052"/>
                      <a:pt x="21060" y="595423"/>
                      <a:pt x="0" y="639142"/>
                    </a:cubicBezTo>
                    <a:lnTo>
                      <a:pt x="0" y="694208"/>
                    </a:lnTo>
                    <a:cubicBezTo>
                      <a:pt x="37" y="710580"/>
                      <a:pt x="12687" y="723899"/>
                      <a:pt x="28240" y="723899"/>
                    </a:cubicBezTo>
                    <a:cubicBezTo>
                      <a:pt x="82041" y="723899"/>
                      <a:pt x="128995" y="686097"/>
                      <a:pt x="140273" y="633970"/>
                    </a:cubicBezTo>
                    <a:cubicBezTo>
                      <a:pt x="141984" y="625971"/>
                      <a:pt x="142840" y="617785"/>
                      <a:pt x="142840" y="609674"/>
                    </a:cubicBezTo>
                    <a:cubicBezTo>
                      <a:pt x="142840" y="604428"/>
                      <a:pt x="147119" y="600149"/>
                      <a:pt x="152365" y="600149"/>
                    </a:cubicBezTo>
                    <a:cubicBezTo>
                      <a:pt x="157611" y="600149"/>
                      <a:pt x="161890" y="604428"/>
                      <a:pt x="161890" y="609674"/>
                    </a:cubicBezTo>
                    <a:cubicBezTo>
                      <a:pt x="161890" y="616259"/>
                      <a:pt x="161220" y="622733"/>
                      <a:pt x="160253" y="629208"/>
                    </a:cubicBezTo>
                    <a:cubicBezTo>
                      <a:pt x="169592" y="631700"/>
                      <a:pt x="179303" y="632928"/>
                      <a:pt x="189125" y="632928"/>
                    </a:cubicBezTo>
                    <a:cubicBezTo>
                      <a:pt x="252191" y="632928"/>
                      <a:pt x="303311" y="581768"/>
                      <a:pt x="303311" y="518742"/>
                    </a:cubicBezTo>
                    <a:cubicBezTo>
                      <a:pt x="303311" y="496567"/>
                      <a:pt x="297023" y="475025"/>
                      <a:pt x="284930" y="456719"/>
                    </a:cubicBezTo>
                    <a:cubicBezTo>
                      <a:pt x="284633" y="456235"/>
                      <a:pt x="284633" y="455788"/>
                      <a:pt x="284447" y="455305"/>
                    </a:cubicBezTo>
                    <a:close/>
                    <a:moveTo>
                      <a:pt x="140345" y="204791"/>
                    </a:moveTo>
                    <a:cubicBezTo>
                      <a:pt x="145479" y="204307"/>
                      <a:pt x="150242" y="207916"/>
                      <a:pt x="150912" y="213162"/>
                    </a:cubicBezTo>
                    <a:cubicBezTo>
                      <a:pt x="154335" y="242295"/>
                      <a:pt x="175766" y="258034"/>
                      <a:pt x="224730" y="267634"/>
                    </a:cubicBezTo>
                    <a:cubicBezTo>
                      <a:pt x="229865" y="268676"/>
                      <a:pt x="233288" y="273624"/>
                      <a:pt x="232246" y="278796"/>
                    </a:cubicBezTo>
                    <a:cubicBezTo>
                      <a:pt x="231390" y="283373"/>
                      <a:pt x="227372" y="286498"/>
                      <a:pt x="222907" y="286498"/>
                    </a:cubicBezTo>
                    <a:cubicBezTo>
                      <a:pt x="222349" y="286498"/>
                      <a:pt x="221679" y="286498"/>
                      <a:pt x="221084" y="286312"/>
                    </a:cubicBezTo>
                    <a:cubicBezTo>
                      <a:pt x="182611" y="278796"/>
                      <a:pt x="137740" y="263913"/>
                      <a:pt x="131936" y="215433"/>
                    </a:cubicBezTo>
                    <a:cubicBezTo>
                      <a:pt x="131303" y="210224"/>
                      <a:pt x="135098" y="205461"/>
                      <a:pt x="140344" y="204791"/>
                    </a:cubicBezTo>
                    <a:close/>
                    <a:moveTo>
                      <a:pt x="143284" y="518925"/>
                    </a:moveTo>
                    <a:cubicBezTo>
                      <a:pt x="142614" y="519111"/>
                      <a:pt x="142056" y="519111"/>
                      <a:pt x="141386" y="519111"/>
                    </a:cubicBezTo>
                    <a:cubicBezTo>
                      <a:pt x="136921" y="519111"/>
                      <a:pt x="133015" y="515986"/>
                      <a:pt x="132047" y="511409"/>
                    </a:cubicBezTo>
                    <a:cubicBezTo>
                      <a:pt x="131080" y="506275"/>
                      <a:pt x="134429" y="501326"/>
                      <a:pt x="139563" y="500247"/>
                    </a:cubicBezTo>
                    <a:cubicBezTo>
                      <a:pt x="188602" y="490611"/>
                      <a:pt x="209959" y="474909"/>
                      <a:pt x="213493" y="445775"/>
                    </a:cubicBezTo>
                    <a:cubicBezTo>
                      <a:pt x="214051" y="440529"/>
                      <a:pt x="218739" y="436808"/>
                      <a:pt x="224060" y="437404"/>
                    </a:cubicBezTo>
                    <a:cubicBezTo>
                      <a:pt x="229306" y="438074"/>
                      <a:pt x="233027" y="442836"/>
                      <a:pt x="232357" y="448082"/>
                    </a:cubicBezTo>
                    <a:cubicBezTo>
                      <a:pt x="226628" y="496526"/>
                      <a:pt x="181682" y="511408"/>
                      <a:pt x="143283" y="518925"/>
                    </a:cubicBezTo>
                    <a:close/>
                    <a:moveTo>
                      <a:pt x="227000" y="356438"/>
                    </a:moveTo>
                    <a:cubicBezTo>
                      <a:pt x="218628" y="356438"/>
                      <a:pt x="210628" y="360531"/>
                      <a:pt x="204415" y="368047"/>
                    </a:cubicBezTo>
                    <a:cubicBezTo>
                      <a:pt x="194593" y="379953"/>
                      <a:pt x="181347" y="386539"/>
                      <a:pt x="167171" y="386539"/>
                    </a:cubicBezTo>
                    <a:cubicBezTo>
                      <a:pt x="152995" y="386539"/>
                      <a:pt x="139749" y="379953"/>
                      <a:pt x="129926" y="368047"/>
                    </a:cubicBezTo>
                    <a:cubicBezTo>
                      <a:pt x="126503" y="363954"/>
                      <a:pt x="127173" y="357964"/>
                      <a:pt x="131154" y="354615"/>
                    </a:cubicBezTo>
                    <a:cubicBezTo>
                      <a:pt x="135247" y="351266"/>
                      <a:pt x="141237" y="351862"/>
                      <a:pt x="144586" y="355843"/>
                    </a:cubicBezTo>
                    <a:cubicBezTo>
                      <a:pt x="156865" y="370800"/>
                      <a:pt x="177440" y="370800"/>
                      <a:pt x="189718" y="355843"/>
                    </a:cubicBezTo>
                    <a:cubicBezTo>
                      <a:pt x="199429" y="344122"/>
                      <a:pt x="213047" y="337351"/>
                      <a:pt x="226963" y="337351"/>
                    </a:cubicBezTo>
                    <a:cubicBezTo>
                      <a:pt x="232284" y="337351"/>
                      <a:pt x="236488" y="341630"/>
                      <a:pt x="236488" y="346876"/>
                    </a:cubicBezTo>
                    <a:cubicBezTo>
                      <a:pt x="236525" y="352122"/>
                      <a:pt x="232358" y="356438"/>
                      <a:pt x="227000" y="356438"/>
                    </a:cubicBezTo>
                    <a:close/>
                  </a:path>
                </a:pathLst>
              </a:custGeom>
              <a:solidFill>
                <a:srgbClr val="02956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681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0BC77-47F0-B4E1-DA3C-48FBB9104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8F940B-3000-4142-C14D-D084E3E17895}"/>
              </a:ext>
            </a:extLst>
          </p:cNvPr>
          <p:cNvSpPr txBox="1"/>
          <p:nvPr/>
        </p:nvSpPr>
        <p:spPr>
          <a:xfrm>
            <a:off x="342899" y="502920"/>
            <a:ext cx="9580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Explorando os </a:t>
            </a:r>
            <a:r>
              <a:rPr lang="pt-BR" sz="4400" b="1" dirty="0">
                <a:solidFill>
                  <a:srgbClr val="1D4ED8"/>
                </a:solidFill>
              </a:rPr>
              <a:t>Microdados</a:t>
            </a:r>
            <a:endParaRPr lang="en-US" sz="4400" b="1" dirty="0">
              <a:solidFill>
                <a:srgbClr val="1D4ED8"/>
              </a:solidFill>
            </a:endParaRPr>
          </a:p>
        </p:txBody>
      </p: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5AA8F722-AE9B-4C06-13D2-DBE60585B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5</a:t>
            </a:fld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5A2FD8C-9BBF-363E-33FA-7BA2A82F98AE}"/>
              </a:ext>
            </a:extLst>
          </p:cNvPr>
          <p:cNvCxnSpPr>
            <a:cxnSpLocks/>
          </p:cNvCxnSpPr>
          <p:nvPr/>
        </p:nvCxnSpPr>
        <p:spPr>
          <a:xfrm>
            <a:off x="285082" y="6356350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3491907-BCE8-1E6D-1D85-1C1ABA708657}"/>
              </a:ext>
            </a:extLst>
          </p:cNvPr>
          <p:cNvGrpSpPr/>
          <p:nvPr/>
        </p:nvGrpSpPr>
        <p:grpSpPr>
          <a:xfrm>
            <a:off x="342900" y="319474"/>
            <a:ext cx="4883618" cy="261610"/>
            <a:chOff x="169442" y="265597"/>
            <a:chExt cx="4883618" cy="26161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D1015A04-67E5-06B8-B606-74387C7A83D5}"/>
                </a:ext>
              </a:extLst>
            </p:cNvPr>
            <p:cNvGrpSpPr/>
            <p:nvPr/>
          </p:nvGrpSpPr>
          <p:grpSpPr>
            <a:xfrm>
              <a:off x="169442" y="265597"/>
              <a:ext cx="1769954" cy="261610"/>
              <a:chOff x="169442" y="262209"/>
              <a:chExt cx="1769954" cy="261610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6F231C81-7928-F259-0785-748FEC956AB1}"/>
                  </a:ext>
                </a:extLst>
              </p:cNvPr>
              <p:cNvSpPr/>
              <p:nvPr/>
            </p:nvSpPr>
            <p:spPr>
              <a:xfrm>
                <a:off x="216009" y="262209"/>
                <a:ext cx="1676821" cy="261610"/>
              </a:xfrm>
              <a:prstGeom prst="roundRect">
                <a:avLst>
                  <a:gd name="adj" fmla="val 49435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A4A4CAC-159C-B2A0-80E9-7BAE1AF8B0D4}"/>
                  </a:ext>
                </a:extLst>
              </p:cNvPr>
              <p:cNvSpPr txBox="1"/>
              <p:nvPr/>
            </p:nvSpPr>
            <p:spPr>
              <a:xfrm>
                <a:off x="169442" y="262209"/>
                <a:ext cx="17699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ctr"/>
                <a:r>
                  <a:rPr lang="pt-BR" sz="1100" b="1" dirty="0">
                    <a:solidFill>
                      <a:srgbClr val="223DB0"/>
                    </a:solidFill>
                  </a:rPr>
                  <a:t>ANÁLISE DE DADOS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3CBF321-EC8A-484E-E936-A4A7BCB839EB}"/>
                </a:ext>
              </a:extLst>
            </p:cNvPr>
            <p:cNvSpPr txBox="1"/>
            <p:nvPr/>
          </p:nvSpPr>
          <p:spPr>
            <a:xfrm>
              <a:off x="1897910" y="265597"/>
              <a:ext cx="31551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|   EXPLORATORY DATA ANALYSIS (EDA)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516A2B5-C004-66DB-1733-F9548C3E6DEA}"/>
              </a:ext>
            </a:extLst>
          </p:cNvPr>
          <p:cNvCxnSpPr>
            <a:cxnSpLocks/>
          </p:cNvCxnSpPr>
          <p:nvPr/>
        </p:nvCxnSpPr>
        <p:spPr>
          <a:xfrm>
            <a:off x="335882" y="1280146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BCD8785-599E-85FC-C232-8C34B3C9E19F}"/>
              </a:ext>
            </a:extLst>
          </p:cNvPr>
          <p:cNvGrpSpPr/>
          <p:nvPr/>
        </p:nvGrpSpPr>
        <p:grpSpPr>
          <a:xfrm>
            <a:off x="342891" y="3489358"/>
            <a:ext cx="3962890" cy="2747811"/>
            <a:chOff x="342891" y="3594952"/>
            <a:chExt cx="3962890" cy="2642217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8E946201-0966-1026-EC2E-7FC49353DF8B}"/>
                </a:ext>
              </a:extLst>
            </p:cNvPr>
            <p:cNvSpPr/>
            <p:nvPr/>
          </p:nvSpPr>
          <p:spPr>
            <a:xfrm flipH="1">
              <a:off x="342891" y="3594952"/>
              <a:ext cx="3962890" cy="2642217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5F93F14-8A97-D555-FE3C-F9156B5BC5A6}"/>
                </a:ext>
              </a:extLst>
            </p:cNvPr>
            <p:cNvSpPr txBox="1"/>
            <p:nvPr/>
          </p:nvSpPr>
          <p:spPr>
            <a:xfrm>
              <a:off x="764602" y="3662875"/>
              <a:ext cx="32235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400" dirty="0" err="1"/>
                <a:t>Descobertas</a:t>
              </a:r>
              <a:r>
                <a:rPr lang="en-US" sz="1400" dirty="0"/>
                <a:t> &amp; </a:t>
              </a:r>
              <a:r>
                <a:rPr lang="en-US" sz="1400" dirty="0" err="1"/>
                <a:t>Padrões</a:t>
              </a:r>
              <a:endParaRPr lang="en-US" sz="14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715DF21-6F78-CE5A-D4A4-2E4ABAC48528}"/>
                </a:ext>
              </a:extLst>
            </p:cNvPr>
            <p:cNvSpPr txBox="1"/>
            <p:nvPr/>
          </p:nvSpPr>
          <p:spPr>
            <a:xfrm>
              <a:off x="557213" y="4102985"/>
              <a:ext cx="3588045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100"/>
              </a:lvl1pPr>
            </a:lstStyle>
            <a:p>
              <a:r>
                <a:rPr lang="pt-BR" sz="1050" dirty="0"/>
                <a:t>Clusterização nítida entre escolas públicas e privadas. Alunos de escolas privadas têm médias significativamente superiores e menor variância.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E165406-5D4A-A8A7-7FC5-0B543AD2FC5B}"/>
                </a:ext>
              </a:extLst>
            </p:cNvPr>
            <p:cNvSpPr txBox="1"/>
            <p:nvPr/>
          </p:nvSpPr>
          <p:spPr>
            <a:xfrm>
              <a:off x="557214" y="3920601"/>
              <a:ext cx="322357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 b="1"/>
              </a:lvl1pPr>
            </a:lstStyle>
            <a:p>
              <a:r>
                <a:rPr lang="en-US" sz="1100" dirty="0" err="1"/>
                <a:t>Desigualdade</a:t>
              </a:r>
              <a:r>
                <a:rPr lang="en-US" sz="1100" dirty="0"/>
                <a:t> Escolar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AFA3C4E-0241-1A10-E01F-C59ABE85D829}"/>
                </a:ext>
              </a:extLst>
            </p:cNvPr>
            <p:cNvSpPr txBox="1"/>
            <p:nvPr/>
          </p:nvSpPr>
          <p:spPr>
            <a:xfrm>
              <a:off x="557212" y="4863046"/>
              <a:ext cx="3588045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100"/>
              </a:lvl1pPr>
            </a:lstStyle>
            <a:p>
              <a:r>
                <a:rPr lang="pt-BR" sz="1050" dirty="0"/>
                <a:t>Correlação positiva moderada (0.45) entre renda familiar e nota de Matemática, sugerindo forte influência do contexto social.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728F3D-765A-BCA9-037E-EBDA2573F14D}"/>
                </a:ext>
              </a:extLst>
            </p:cNvPr>
            <p:cNvSpPr txBox="1"/>
            <p:nvPr/>
          </p:nvSpPr>
          <p:spPr>
            <a:xfrm>
              <a:off x="557213" y="4676115"/>
              <a:ext cx="322357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 b="1"/>
              </a:lvl1pPr>
            </a:lstStyle>
            <a:p>
              <a:r>
                <a:rPr lang="en-US" sz="1100" dirty="0"/>
                <a:t>Fator </a:t>
              </a:r>
              <a:r>
                <a:rPr lang="en-US" sz="1100" dirty="0" err="1"/>
                <a:t>Socioeconômico</a:t>
              </a:r>
              <a:endParaRPr lang="en-US" sz="11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7492C06-E6BD-C2E6-91E7-64C0DDA35F12}"/>
                </a:ext>
              </a:extLst>
            </p:cNvPr>
            <p:cNvSpPr txBox="1"/>
            <p:nvPr/>
          </p:nvSpPr>
          <p:spPr>
            <a:xfrm>
              <a:off x="557212" y="5617756"/>
              <a:ext cx="3588045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100"/>
              </a:lvl1pPr>
            </a:lstStyle>
            <a:p>
              <a:r>
                <a:rPr lang="pt-BR" sz="1050" dirty="0"/>
                <a:t>Notas de Matemática (MT) apresentam cauda longa à direita, enquanto Linguagens (LC) tende a ser mais concentrada (distribuição normal).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B5B0E2-4BD8-2C0D-35C9-0A6E5BF1DB22}"/>
                </a:ext>
              </a:extLst>
            </p:cNvPr>
            <p:cNvSpPr txBox="1"/>
            <p:nvPr/>
          </p:nvSpPr>
          <p:spPr>
            <a:xfrm>
              <a:off x="557213" y="5432962"/>
              <a:ext cx="322357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 b="1"/>
              </a:lvl1pPr>
            </a:lstStyle>
            <a:p>
              <a:r>
                <a:rPr lang="en-US" sz="1100" dirty="0" err="1"/>
                <a:t>Distribuição</a:t>
              </a:r>
              <a:r>
                <a:rPr lang="en-US" sz="1100" dirty="0"/>
                <a:t> </a:t>
              </a:r>
              <a:r>
                <a:rPr lang="en-US" sz="1100" dirty="0" err="1"/>
                <a:t>Assimétrica</a:t>
              </a:r>
              <a:endParaRPr lang="en-US" sz="1100" dirty="0"/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0D8E42F-D734-4E34-8BCB-802A0C632C1B}"/>
              </a:ext>
            </a:extLst>
          </p:cNvPr>
          <p:cNvSpPr/>
          <p:nvPr/>
        </p:nvSpPr>
        <p:spPr>
          <a:xfrm flipH="1">
            <a:off x="4670259" y="1337271"/>
            <a:ext cx="3501593" cy="2673431"/>
          </a:xfrm>
          <a:prstGeom prst="roundRect">
            <a:avLst>
              <a:gd name="adj" fmla="val 6964"/>
            </a:avLst>
          </a:prstGeom>
          <a:noFill/>
          <a:ln>
            <a:solidFill>
              <a:srgbClr val="E4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37887F5-311D-96BE-D454-0EC7D78DE17A}"/>
              </a:ext>
            </a:extLst>
          </p:cNvPr>
          <p:cNvSpPr/>
          <p:nvPr/>
        </p:nvSpPr>
        <p:spPr>
          <a:xfrm flipH="1">
            <a:off x="8351921" y="1337271"/>
            <a:ext cx="3501593" cy="2673431"/>
          </a:xfrm>
          <a:prstGeom prst="roundRect">
            <a:avLst>
              <a:gd name="adj" fmla="val 6964"/>
            </a:avLst>
          </a:prstGeom>
          <a:noFill/>
          <a:ln>
            <a:solidFill>
              <a:srgbClr val="E4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F712EA2-FE01-DB63-3E61-486F0E000112}"/>
              </a:ext>
            </a:extLst>
          </p:cNvPr>
          <p:cNvSpPr/>
          <p:nvPr/>
        </p:nvSpPr>
        <p:spPr>
          <a:xfrm flipH="1">
            <a:off x="4670253" y="4086127"/>
            <a:ext cx="7178845" cy="2218152"/>
          </a:xfrm>
          <a:prstGeom prst="roundRect">
            <a:avLst>
              <a:gd name="adj" fmla="val 6964"/>
            </a:avLst>
          </a:prstGeom>
          <a:noFill/>
          <a:ln>
            <a:solidFill>
              <a:srgbClr val="E4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6D9CD24-883B-95B2-69B6-924DDCB6F569}"/>
              </a:ext>
            </a:extLst>
          </p:cNvPr>
          <p:cNvSpPr/>
          <p:nvPr/>
        </p:nvSpPr>
        <p:spPr>
          <a:xfrm flipH="1">
            <a:off x="342891" y="1348229"/>
            <a:ext cx="3962890" cy="1901878"/>
          </a:xfrm>
          <a:prstGeom prst="roundRect">
            <a:avLst>
              <a:gd name="adj" fmla="val 6964"/>
            </a:avLst>
          </a:prstGeom>
          <a:noFill/>
          <a:ln>
            <a:solidFill>
              <a:srgbClr val="E4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91E88A-7F14-ACA4-6507-CA5FB48C9E7A}"/>
              </a:ext>
            </a:extLst>
          </p:cNvPr>
          <p:cNvSpPr txBox="1"/>
          <p:nvPr/>
        </p:nvSpPr>
        <p:spPr>
          <a:xfrm>
            <a:off x="764602" y="1477043"/>
            <a:ext cx="3223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400" dirty="0"/>
              <a:t>O Dataset (</a:t>
            </a:r>
            <a:r>
              <a:rPr lang="en-US" sz="1400" dirty="0" err="1"/>
              <a:t>Amostra</a:t>
            </a:r>
            <a:r>
              <a:rPr lang="en-US" sz="1400" dirty="0"/>
              <a:t>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935C16-1629-BFF9-C367-F44F73E2030E}"/>
              </a:ext>
            </a:extLst>
          </p:cNvPr>
          <p:cNvSpPr txBox="1"/>
          <p:nvPr/>
        </p:nvSpPr>
        <p:spPr>
          <a:xfrm>
            <a:off x="389467" y="2849492"/>
            <a:ext cx="3223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Targets (</a:t>
            </a:r>
            <a:r>
              <a:rPr lang="en-US" sz="1400" b="0" dirty="0" err="1">
                <a:solidFill>
                  <a:schemeClr val="bg1">
                    <a:lumMod val="50000"/>
                  </a:schemeClr>
                </a:solidFill>
              </a:rPr>
              <a:t>Notas</a:t>
            </a: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):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4302A29-5989-2E61-0068-041C224E0D4A}"/>
              </a:ext>
            </a:extLst>
          </p:cNvPr>
          <p:cNvCxnSpPr>
            <a:cxnSpLocks/>
          </p:cNvCxnSpPr>
          <p:nvPr/>
        </p:nvCxnSpPr>
        <p:spPr>
          <a:xfrm>
            <a:off x="497402" y="2786676"/>
            <a:ext cx="364991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5C90037-5260-D954-8B1A-1A532DD90D4D}"/>
              </a:ext>
            </a:extLst>
          </p:cNvPr>
          <p:cNvGrpSpPr/>
          <p:nvPr/>
        </p:nvGrpSpPr>
        <p:grpSpPr>
          <a:xfrm>
            <a:off x="791675" y="1846613"/>
            <a:ext cx="1142554" cy="819202"/>
            <a:chOff x="791675" y="2100025"/>
            <a:chExt cx="1142554" cy="81920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DB475E7-AE18-6762-FE17-C65E99BD3B6F}"/>
                </a:ext>
              </a:extLst>
            </p:cNvPr>
            <p:cNvSpPr txBox="1"/>
            <p:nvPr/>
          </p:nvSpPr>
          <p:spPr>
            <a:xfrm>
              <a:off x="945232" y="2100025"/>
              <a:ext cx="835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pPr algn="ctr"/>
              <a:r>
                <a:rPr lang="en-US" sz="2800" dirty="0"/>
                <a:t>30k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EEF8910-FC7B-F78A-2082-87C7CF78AF64}"/>
                </a:ext>
              </a:extLst>
            </p:cNvPr>
            <p:cNvSpPr txBox="1"/>
            <p:nvPr/>
          </p:nvSpPr>
          <p:spPr>
            <a:xfrm>
              <a:off x="791675" y="2611450"/>
              <a:ext cx="1142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pPr algn="ctr"/>
              <a:r>
                <a:rPr lang="en-US" sz="1400" b="0" dirty="0">
                  <a:solidFill>
                    <a:schemeClr val="bg1">
                      <a:lumMod val="50000"/>
                    </a:schemeClr>
                  </a:solidFill>
                </a:rPr>
                <a:t>REGISTROS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A7C41E8-EC81-B808-FEF4-BC3A74C12AE0}"/>
              </a:ext>
            </a:extLst>
          </p:cNvPr>
          <p:cNvGrpSpPr/>
          <p:nvPr/>
        </p:nvGrpSpPr>
        <p:grpSpPr>
          <a:xfrm>
            <a:off x="2559322" y="1846613"/>
            <a:ext cx="1142554" cy="819202"/>
            <a:chOff x="791675" y="2100025"/>
            <a:chExt cx="1142554" cy="819202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A087D34-5843-50AF-5478-60A6DEF18B11}"/>
                </a:ext>
              </a:extLst>
            </p:cNvPr>
            <p:cNvSpPr txBox="1"/>
            <p:nvPr/>
          </p:nvSpPr>
          <p:spPr>
            <a:xfrm>
              <a:off x="945232" y="2100025"/>
              <a:ext cx="835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pPr algn="ctr"/>
              <a:r>
                <a:rPr lang="en-US" sz="2800" dirty="0"/>
                <a:t>30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10DCD36-B873-BFF8-EACD-7CA5FF7C1C31}"/>
                </a:ext>
              </a:extLst>
            </p:cNvPr>
            <p:cNvSpPr txBox="1"/>
            <p:nvPr/>
          </p:nvSpPr>
          <p:spPr>
            <a:xfrm>
              <a:off x="791675" y="2611450"/>
              <a:ext cx="1142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pPr algn="ctr"/>
              <a:r>
                <a:rPr lang="en-US" sz="1400" b="0" dirty="0">
                  <a:solidFill>
                    <a:schemeClr val="bg1">
                      <a:lumMod val="50000"/>
                    </a:schemeClr>
                  </a:solidFill>
                </a:rPr>
                <a:t>VARIÁVEIS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E503F77A-2C7D-24B7-52E1-A1C3EFBB3557}"/>
              </a:ext>
            </a:extLst>
          </p:cNvPr>
          <p:cNvSpPr txBox="1"/>
          <p:nvPr/>
        </p:nvSpPr>
        <p:spPr>
          <a:xfrm>
            <a:off x="4786119" y="1455020"/>
            <a:ext cx="3223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400" dirty="0" err="1"/>
              <a:t>Distribuição</a:t>
            </a:r>
            <a:r>
              <a:rPr lang="en-US" sz="1400" dirty="0"/>
              <a:t> das </a:t>
            </a:r>
            <a:r>
              <a:rPr lang="en-US" sz="1400" dirty="0" err="1"/>
              <a:t>Notas</a:t>
            </a:r>
            <a:r>
              <a:rPr lang="en-US" sz="1400" dirty="0"/>
              <a:t> (KDE)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967854-C243-1D91-9DE9-BF3E64C09DE2}"/>
              </a:ext>
            </a:extLst>
          </p:cNvPr>
          <p:cNvSpPr txBox="1"/>
          <p:nvPr/>
        </p:nvSpPr>
        <p:spPr>
          <a:xfrm>
            <a:off x="8490931" y="1455019"/>
            <a:ext cx="3223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400" dirty="0" err="1"/>
              <a:t>Matriz</a:t>
            </a:r>
            <a:r>
              <a:rPr lang="en-US" sz="1400" dirty="0"/>
              <a:t> de </a:t>
            </a:r>
            <a:r>
              <a:rPr lang="en-US" sz="1400" dirty="0" err="1"/>
              <a:t>Correlação</a:t>
            </a:r>
            <a:endParaRPr lang="en-US" sz="14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F6A84AF-DACF-7B5D-52CE-CD555EE7B27D}"/>
              </a:ext>
            </a:extLst>
          </p:cNvPr>
          <p:cNvSpPr txBox="1"/>
          <p:nvPr/>
        </p:nvSpPr>
        <p:spPr>
          <a:xfrm>
            <a:off x="4832178" y="4684645"/>
            <a:ext cx="2102361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/>
            </a:lvl1pPr>
          </a:lstStyle>
          <a:p>
            <a:r>
              <a:rPr lang="pt-BR" dirty="0"/>
              <a:t>O ambiente de estudo em casa atua como um equalizador poderoso: estudantes de escola pública e baixa renda com ambiente adequado atingem notas de Matemática comparáveis — ou superiores — aos de escola privada e renda alta com ambiente precário.</a:t>
            </a:r>
            <a:endParaRPr lang="en-US" dirty="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D3BC932-9A18-3696-8766-4D0C1C93EBCF}"/>
              </a:ext>
            </a:extLst>
          </p:cNvPr>
          <p:cNvSpPr/>
          <p:nvPr/>
        </p:nvSpPr>
        <p:spPr>
          <a:xfrm>
            <a:off x="470352" y="4749761"/>
            <a:ext cx="73631" cy="73631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9F91227-3C48-3A41-D255-8F0CC958D696}"/>
              </a:ext>
            </a:extLst>
          </p:cNvPr>
          <p:cNvSpPr/>
          <p:nvPr/>
        </p:nvSpPr>
        <p:spPr>
          <a:xfrm>
            <a:off x="470352" y="5535052"/>
            <a:ext cx="73631" cy="73631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E410C9C1-758F-CDE8-4371-D8D3254EBEE1}"/>
              </a:ext>
            </a:extLst>
          </p:cNvPr>
          <p:cNvSpPr/>
          <p:nvPr/>
        </p:nvSpPr>
        <p:spPr>
          <a:xfrm>
            <a:off x="444952" y="3907919"/>
            <a:ext cx="73631" cy="73631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FD1F7CA-9795-EB64-D3DA-4D6195779AEB}"/>
              </a:ext>
            </a:extLst>
          </p:cNvPr>
          <p:cNvSpPr/>
          <p:nvPr/>
        </p:nvSpPr>
        <p:spPr>
          <a:xfrm>
            <a:off x="517585" y="1466497"/>
            <a:ext cx="246302" cy="328868"/>
          </a:xfrm>
          <a:custGeom>
            <a:avLst/>
            <a:gdLst>
              <a:gd name="connsiteX0" fmla="*/ 0 w 657602"/>
              <a:gd name="connsiteY0" fmla="*/ 133871 h 878046"/>
              <a:gd name="connsiteX1" fmla="*/ 43718 w 657602"/>
              <a:gd name="connsiteY1" fmla="*/ 64368 h 878046"/>
              <a:gd name="connsiteX2" fmla="*/ 328801 w 657602"/>
              <a:gd name="connsiteY2" fmla="*/ 0 h 878046"/>
              <a:gd name="connsiteX3" fmla="*/ 613884 w 657602"/>
              <a:gd name="connsiteY3" fmla="*/ 64368 h 878046"/>
              <a:gd name="connsiteX4" fmla="*/ 657602 w 657602"/>
              <a:gd name="connsiteY4" fmla="*/ 133871 h 878046"/>
              <a:gd name="connsiteX5" fmla="*/ 657602 w 657602"/>
              <a:gd name="connsiteY5" fmla="*/ 744176 h 878046"/>
              <a:gd name="connsiteX6" fmla="*/ 613884 w 657602"/>
              <a:gd name="connsiteY6" fmla="*/ 813679 h 878046"/>
              <a:gd name="connsiteX7" fmla="*/ 328801 w 657602"/>
              <a:gd name="connsiteY7" fmla="*/ 878047 h 878046"/>
              <a:gd name="connsiteX8" fmla="*/ 43718 w 657602"/>
              <a:gd name="connsiteY8" fmla="*/ 813679 h 878046"/>
              <a:gd name="connsiteX9" fmla="*/ 0 w 657602"/>
              <a:gd name="connsiteY9" fmla="*/ 744176 h 878046"/>
              <a:gd name="connsiteX10" fmla="*/ 44648 w 657602"/>
              <a:gd name="connsiteY10" fmla="*/ 204044 h 878046"/>
              <a:gd name="connsiteX11" fmla="*/ 44648 w 657602"/>
              <a:gd name="connsiteY11" fmla="*/ 260487 h 878046"/>
              <a:gd name="connsiteX12" fmla="*/ 54396 w 657602"/>
              <a:gd name="connsiteY12" fmla="*/ 280653 h 878046"/>
              <a:gd name="connsiteX13" fmla="*/ 91380 w 657602"/>
              <a:gd name="connsiteY13" fmla="*/ 306363 h 878046"/>
              <a:gd name="connsiteX14" fmla="*/ 328762 w 657602"/>
              <a:gd name="connsiteY14" fmla="*/ 349747 h 878046"/>
              <a:gd name="connsiteX15" fmla="*/ 566144 w 657602"/>
              <a:gd name="connsiteY15" fmla="*/ 306363 h 878046"/>
              <a:gd name="connsiteX16" fmla="*/ 603128 w 657602"/>
              <a:gd name="connsiteY16" fmla="*/ 280653 h 878046"/>
              <a:gd name="connsiteX17" fmla="*/ 612876 w 657602"/>
              <a:gd name="connsiteY17" fmla="*/ 260487 h 878046"/>
              <a:gd name="connsiteX18" fmla="*/ 612876 w 657602"/>
              <a:gd name="connsiteY18" fmla="*/ 204044 h 878046"/>
              <a:gd name="connsiteX19" fmla="*/ 328726 w 657602"/>
              <a:gd name="connsiteY19" fmla="*/ 267779 h 878046"/>
              <a:gd name="connsiteX20" fmla="*/ 44576 w 657602"/>
              <a:gd name="connsiteY20" fmla="*/ 204044 h 878046"/>
              <a:gd name="connsiteX21" fmla="*/ 612948 w 657602"/>
              <a:gd name="connsiteY21" fmla="*/ 463819 h 878046"/>
              <a:gd name="connsiteX22" fmla="*/ 612985 w 657602"/>
              <a:gd name="connsiteY22" fmla="*/ 407413 h 878046"/>
              <a:gd name="connsiteX23" fmla="*/ 328797 w 657602"/>
              <a:gd name="connsiteY23" fmla="*/ 471148 h 878046"/>
              <a:gd name="connsiteX24" fmla="*/ 44609 w 657602"/>
              <a:gd name="connsiteY24" fmla="*/ 407413 h 878046"/>
              <a:gd name="connsiteX25" fmla="*/ 44647 w 657602"/>
              <a:gd name="connsiteY25" fmla="*/ 463819 h 878046"/>
              <a:gd name="connsiteX26" fmla="*/ 54395 w 657602"/>
              <a:gd name="connsiteY26" fmla="*/ 483985 h 878046"/>
              <a:gd name="connsiteX27" fmla="*/ 91378 w 657602"/>
              <a:gd name="connsiteY27" fmla="*/ 509695 h 878046"/>
              <a:gd name="connsiteX28" fmla="*/ 328760 w 657602"/>
              <a:gd name="connsiteY28" fmla="*/ 553079 h 878046"/>
              <a:gd name="connsiteX29" fmla="*/ 566142 w 657602"/>
              <a:gd name="connsiteY29" fmla="*/ 509695 h 878046"/>
              <a:gd name="connsiteX30" fmla="*/ 603126 w 657602"/>
              <a:gd name="connsiteY30" fmla="*/ 483985 h 878046"/>
              <a:gd name="connsiteX31" fmla="*/ 612874 w 657602"/>
              <a:gd name="connsiteY31" fmla="*/ 463819 h 878046"/>
              <a:gd name="connsiteX32" fmla="*/ 612948 w 657602"/>
              <a:gd name="connsiteY32" fmla="*/ 667340 h 878046"/>
              <a:gd name="connsiteX33" fmla="*/ 612948 w 657602"/>
              <a:gd name="connsiteY33" fmla="*/ 610896 h 878046"/>
              <a:gd name="connsiteX34" fmla="*/ 328798 w 657602"/>
              <a:gd name="connsiteY34" fmla="*/ 674632 h 878046"/>
              <a:gd name="connsiteX35" fmla="*/ 44648 w 657602"/>
              <a:gd name="connsiteY35" fmla="*/ 610896 h 878046"/>
              <a:gd name="connsiteX36" fmla="*/ 44648 w 657602"/>
              <a:gd name="connsiteY36" fmla="*/ 667340 h 878046"/>
              <a:gd name="connsiteX37" fmla="*/ 54396 w 657602"/>
              <a:gd name="connsiteY37" fmla="*/ 687506 h 878046"/>
              <a:gd name="connsiteX38" fmla="*/ 91380 w 657602"/>
              <a:gd name="connsiteY38" fmla="*/ 713179 h 878046"/>
              <a:gd name="connsiteX39" fmla="*/ 328762 w 657602"/>
              <a:gd name="connsiteY39" fmla="*/ 756562 h 878046"/>
              <a:gd name="connsiteX40" fmla="*/ 566144 w 657602"/>
              <a:gd name="connsiteY40" fmla="*/ 713179 h 878046"/>
              <a:gd name="connsiteX41" fmla="*/ 603128 w 657602"/>
              <a:gd name="connsiteY41" fmla="*/ 687506 h 878046"/>
              <a:gd name="connsiteX42" fmla="*/ 612876 w 657602"/>
              <a:gd name="connsiteY42" fmla="*/ 667340 h 87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57602" h="878046">
                <a:moveTo>
                  <a:pt x="0" y="133871"/>
                </a:moveTo>
                <a:cubicBezTo>
                  <a:pt x="0" y="109240"/>
                  <a:pt x="14585" y="84833"/>
                  <a:pt x="43718" y="64368"/>
                </a:cubicBezTo>
                <a:cubicBezTo>
                  <a:pt x="97222" y="26789"/>
                  <a:pt x="204671" y="0"/>
                  <a:pt x="328801" y="0"/>
                </a:cubicBezTo>
                <a:cubicBezTo>
                  <a:pt x="452883" y="0"/>
                  <a:pt x="560373" y="26826"/>
                  <a:pt x="613884" y="64368"/>
                </a:cubicBezTo>
                <a:cubicBezTo>
                  <a:pt x="643018" y="84832"/>
                  <a:pt x="657602" y="109239"/>
                  <a:pt x="657602" y="133871"/>
                </a:cubicBezTo>
                <a:lnTo>
                  <a:pt x="657602" y="744176"/>
                </a:lnTo>
                <a:cubicBezTo>
                  <a:pt x="657602" y="768807"/>
                  <a:pt x="643018" y="793214"/>
                  <a:pt x="613884" y="813679"/>
                </a:cubicBezTo>
                <a:cubicBezTo>
                  <a:pt x="560381" y="851258"/>
                  <a:pt x="452931" y="878047"/>
                  <a:pt x="328801" y="878047"/>
                </a:cubicBezTo>
                <a:cubicBezTo>
                  <a:pt x="204719" y="878047"/>
                  <a:pt x="97229" y="851221"/>
                  <a:pt x="43718" y="813679"/>
                </a:cubicBezTo>
                <a:cubicBezTo>
                  <a:pt x="14585" y="793215"/>
                  <a:pt x="0" y="768808"/>
                  <a:pt x="0" y="744176"/>
                </a:cubicBezTo>
                <a:close/>
                <a:moveTo>
                  <a:pt x="44648" y="204044"/>
                </a:moveTo>
                <a:lnTo>
                  <a:pt x="44648" y="260487"/>
                </a:lnTo>
                <a:cubicBezTo>
                  <a:pt x="44648" y="267631"/>
                  <a:pt x="48518" y="274216"/>
                  <a:pt x="54396" y="280653"/>
                </a:cubicBezTo>
                <a:cubicBezTo>
                  <a:pt x="62991" y="290067"/>
                  <a:pt x="75642" y="298550"/>
                  <a:pt x="91380" y="306363"/>
                </a:cubicBezTo>
                <a:cubicBezTo>
                  <a:pt x="144884" y="332929"/>
                  <a:pt x="231350" y="349747"/>
                  <a:pt x="328762" y="349747"/>
                </a:cubicBezTo>
                <a:cubicBezTo>
                  <a:pt x="426174" y="349747"/>
                  <a:pt x="512642" y="332966"/>
                  <a:pt x="566144" y="306363"/>
                </a:cubicBezTo>
                <a:cubicBezTo>
                  <a:pt x="581882" y="298550"/>
                  <a:pt x="594533" y="290067"/>
                  <a:pt x="603128" y="280653"/>
                </a:cubicBezTo>
                <a:cubicBezTo>
                  <a:pt x="609006" y="274216"/>
                  <a:pt x="612876" y="267631"/>
                  <a:pt x="612876" y="260487"/>
                </a:cubicBezTo>
                <a:lnTo>
                  <a:pt x="612876" y="204044"/>
                </a:lnTo>
                <a:cubicBezTo>
                  <a:pt x="559075" y="241250"/>
                  <a:pt x="452103" y="267779"/>
                  <a:pt x="328726" y="267779"/>
                </a:cubicBezTo>
                <a:cubicBezTo>
                  <a:pt x="205349" y="267779"/>
                  <a:pt x="98373" y="241250"/>
                  <a:pt x="44576" y="204044"/>
                </a:cubicBezTo>
                <a:close/>
                <a:moveTo>
                  <a:pt x="612948" y="463819"/>
                </a:moveTo>
                <a:lnTo>
                  <a:pt x="612985" y="407413"/>
                </a:lnTo>
                <a:cubicBezTo>
                  <a:pt x="559184" y="444619"/>
                  <a:pt x="452175" y="471148"/>
                  <a:pt x="328797" y="471148"/>
                </a:cubicBezTo>
                <a:cubicBezTo>
                  <a:pt x="205420" y="471148"/>
                  <a:pt x="98407" y="444619"/>
                  <a:pt x="44609" y="407413"/>
                </a:cubicBezTo>
                <a:lnTo>
                  <a:pt x="44647" y="463819"/>
                </a:lnTo>
                <a:cubicBezTo>
                  <a:pt x="44647" y="471000"/>
                  <a:pt x="48516" y="477585"/>
                  <a:pt x="54395" y="483985"/>
                </a:cubicBezTo>
                <a:cubicBezTo>
                  <a:pt x="62989" y="493362"/>
                  <a:pt x="75640" y="501882"/>
                  <a:pt x="91378" y="509695"/>
                </a:cubicBezTo>
                <a:cubicBezTo>
                  <a:pt x="144882" y="536261"/>
                  <a:pt x="231348" y="553079"/>
                  <a:pt x="328760" y="553079"/>
                </a:cubicBezTo>
                <a:cubicBezTo>
                  <a:pt x="426172" y="553079"/>
                  <a:pt x="512640" y="536299"/>
                  <a:pt x="566142" y="509695"/>
                </a:cubicBezTo>
                <a:cubicBezTo>
                  <a:pt x="581881" y="501882"/>
                  <a:pt x="594532" y="493362"/>
                  <a:pt x="603126" y="483985"/>
                </a:cubicBezTo>
                <a:cubicBezTo>
                  <a:pt x="609005" y="477548"/>
                  <a:pt x="612874" y="470963"/>
                  <a:pt x="612874" y="463819"/>
                </a:cubicBezTo>
                <a:close/>
                <a:moveTo>
                  <a:pt x="612948" y="667340"/>
                </a:moveTo>
                <a:lnTo>
                  <a:pt x="612948" y="610896"/>
                </a:lnTo>
                <a:cubicBezTo>
                  <a:pt x="559147" y="648103"/>
                  <a:pt x="452176" y="674632"/>
                  <a:pt x="328798" y="674632"/>
                </a:cubicBezTo>
                <a:cubicBezTo>
                  <a:pt x="205421" y="674632"/>
                  <a:pt x="98446" y="648103"/>
                  <a:pt x="44648" y="610896"/>
                </a:cubicBezTo>
                <a:lnTo>
                  <a:pt x="44648" y="667340"/>
                </a:lnTo>
                <a:cubicBezTo>
                  <a:pt x="44648" y="674521"/>
                  <a:pt x="48518" y="681069"/>
                  <a:pt x="54396" y="687506"/>
                </a:cubicBezTo>
                <a:cubicBezTo>
                  <a:pt x="62991" y="696882"/>
                  <a:pt x="75642" y="705403"/>
                  <a:pt x="91380" y="713179"/>
                </a:cubicBezTo>
                <a:cubicBezTo>
                  <a:pt x="144884" y="739745"/>
                  <a:pt x="231350" y="756562"/>
                  <a:pt x="328762" y="756562"/>
                </a:cubicBezTo>
                <a:cubicBezTo>
                  <a:pt x="426174" y="756562"/>
                  <a:pt x="512642" y="739782"/>
                  <a:pt x="566144" y="713179"/>
                </a:cubicBezTo>
                <a:cubicBezTo>
                  <a:pt x="581882" y="705365"/>
                  <a:pt x="594533" y="696882"/>
                  <a:pt x="603128" y="687506"/>
                </a:cubicBezTo>
                <a:cubicBezTo>
                  <a:pt x="609006" y="681032"/>
                  <a:pt x="612876" y="674483"/>
                  <a:pt x="612876" y="667340"/>
                </a:cubicBezTo>
                <a:close/>
              </a:path>
            </a:pathLst>
          </a:custGeom>
          <a:solidFill>
            <a:srgbClr val="1D4E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1F99BBE4-0946-ACE3-04AC-696127AC1049}"/>
              </a:ext>
            </a:extLst>
          </p:cNvPr>
          <p:cNvSpPr/>
          <p:nvPr/>
        </p:nvSpPr>
        <p:spPr>
          <a:xfrm>
            <a:off x="531720" y="3558633"/>
            <a:ext cx="218031" cy="251829"/>
          </a:xfrm>
          <a:custGeom>
            <a:avLst/>
            <a:gdLst>
              <a:gd name="connsiteX0" fmla="*/ 286284 w 666018"/>
              <a:gd name="connsiteY0" fmla="*/ 625817 h 769260"/>
              <a:gd name="connsiteX1" fmla="*/ 278194 w 666018"/>
              <a:gd name="connsiteY1" fmla="*/ 617727 h 769260"/>
              <a:gd name="connsiteX2" fmla="*/ 286284 w 666018"/>
              <a:gd name="connsiteY2" fmla="*/ 609637 h 769260"/>
              <a:gd name="connsiteX3" fmla="*/ 379735 w 666018"/>
              <a:gd name="connsiteY3" fmla="*/ 609637 h 769260"/>
              <a:gd name="connsiteX4" fmla="*/ 387825 w 666018"/>
              <a:gd name="connsiteY4" fmla="*/ 617727 h 769260"/>
              <a:gd name="connsiteX5" fmla="*/ 379735 w 666018"/>
              <a:gd name="connsiteY5" fmla="*/ 625817 h 769260"/>
              <a:gd name="connsiteX6" fmla="*/ 286284 w 666018"/>
              <a:gd name="connsiteY6" fmla="*/ 625817 h 769260"/>
              <a:gd name="connsiteX7" fmla="*/ 359237 w 666018"/>
              <a:gd name="connsiteY7" fmla="*/ 203044 h 769260"/>
              <a:gd name="connsiteX8" fmla="*/ 352160 w 666018"/>
              <a:gd name="connsiteY8" fmla="*/ 194075 h 769260"/>
              <a:gd name="connsiteX9" fmla="*/ 361129 w 666018"/>
              <a:gd name="connsiteY9" fmla="*/ 186997 h 769260"/>
              <a:gd name="connsiteX10" fmla="*/ 451781 w 666018"/>
              <a:gd name="connsiteY10" fmla="*/ 239349 h 769260"/>
              <a:gd name="connsiteX11" fmla="*/ 450167 w 666018"/>
              <a:gd name="connsiteY11" fmla="*/ 250629 h 769260"/>
              <a:gd name="connsiteX12" fmla="*/ 438887 w 666018"/>
              <a:gd name="connsiteY12" fmla="*/ 249015 h 769260"/>
              <a:gd name="connsiteX13" fmla="*/ 359237 w 666018"/>
              <a:gd name="connsiteY13" fmla="*/ 203044 h 769260"/>
              <a:gd name="connsiteX14" fmla="*/ 424177 w 666018"/>
              <a:gd name="connsiteY14" fmla="*/ 573533 h 769260"/>
              <a:gd name="connsiteX15" fmla="*/ 241841 w 666018"/>
              <a:gd name="connsiteY15" fmla="*/ 573533 h 769260"/>
              <a:gd name="connsiteX16" fmla="*/ 241841 w 666018"/>
              <a:gd name="connsiteY16" fmla="*/ 673641 h 769260"/>
              <a:gd name="connsiteX17" fmla="*/ 269808 w 666018"/>
              <a:gd name="connsiteY17" fmla="*/ 701608 h 769260"/>
              <a:gd name="connsiteX18" fmla="*/ 396211 w 666018"/>
              <a:gd name="connsiteY18" fmla="*/ 701608 h 769260"/>
              <a:gd name="connsiteX19" fmla="*/ 424177 w 666018"/>
              <a:gd name="connsiteY19" fmla="*/ 673641 h 769260"/>
              <a:gd name="connsiteX20" fmla="*/ 424177 w 666018"/>
              <a:gd name="connsiteY20" fmla="*/ 573533 h 769260"/>
              <a:gd name="connsiteX21" fmla="*/ 423986 w 666018"/>
              <a:gd name="connsiteY21" fmla="*/ 552749 h 769260"/>
              <a:gd name="connsiteX22" fmla="*/ 423986 w 666018"/>
              <a:gd name="connsiteY22" fmla="*/ 544688 h 769260"/>
              <a:gd name="connsiteX23" fmla="*/ 433089 w 666018"/>
              <a:gd name="connsiteY23" fmla="*/ 496539 h 769260"/>
              <a:gd name="connsiteX24" fmla="*/ 497924 w 666018"/>
              <a:gd name="connsiteY24" fmla="*/ 398446 h 769260"/>
              <a:gd name="connsiteX25" fmla="*/ 511028 w 666018"/>
              <a:gd name="connsiteY25" fmla="*/ 331262 h 769260"/>
              <a:gd name="connsiteX26" fmla="*/ 333009 w 666018"/>
              <a:gd name="connsiteY26" fmla="*/ 153233 h 769260"/>
              <a:gd name="connsiteX27" fmla="*/ 154990 w 666018"/>
              <a:gd name="connsiteY27" fmla="*/ 331262 h 769260"/>
              <a:gd name="connsiteX28" fmla="*/ 168095 w 666018"/>
              <a:gd name="connsiteY28" fmla="*/ 398446 h 769260"/>
              <a:gd name="connsiteX29" fmla="*/ 232930 w 666018"/>
              <a:gd name="connsiteY29" fmla="*/ 496539 h 769260"/>
              <a:gd name="connsiteX30" fmla="*/ 242032 w 666018"/>
              <a:gd name="connsiteY30" fmla="*/ 544688 h 769260"/>
              <a:gd name="connsiteX31" fmla="*/ 242032 w 666018"/>
              <a:gd name="connsiteY31" fmla="*/ 552749 h 769260"/>
              <a:gd name="connsiteX32" fmla="*/ 423986 w 666018"/>
              <a:gd name="connsiteY32" fmla="*/ 552749 h 769260"/>
              <a:gd name="connsiteX33" fmla="*/ 324919 w 666018"/>
              <a:gd name="connsiteY33" fmla="*/ 8090 h 769260"/>
              <a:gd name="connsiteX34" fmla="*/ 333009 w 666018"/>
              <a:gd name="connsiteY34" fmla="*/ 0 h 769260"/>
              <a:gd name="connsiteX35" fmla="*/ 341099 w 666018"/>
              <a:gd name="connsiteY35" fmla="*/ 8090 h 769260"/>
              <a:gd name="connsiteX36" fmla="*/ 341099 w 666018"/>
              <a:gd name="connsiteY36" fmla="*/ 85638 h 769260"/>
              <a:gd name="connsiteX37" fmla="*/ 333009 w 666018"/>
              <a:gd name="connsiteY37" fmla="*/ 93728 h 769260"/>
              <a:gd name="connsiteX38" fmla="*/ 324919 w 666018"/>
              <a:gd name="connsiteY38" fmla="*/ 85638 h 769260"/>
              <a:gd name="connsiteX39" fmla="*/ 324919 w 666018"/>
              <a:gd name="connsiteY39" fmla="*/ 8090 h 769260"/>
              <a:gd name="connsiteX40" fmla="*/ 372762 w 666018"/>
              <a:gd name="connsiteY40" fmla="*/ 717788 h 769260"/>
              <a:gd name="connsiteX41" fmla="*/ 293247 w 666018"/>
              <a:gd name="connsiteY41" fmla="*/ 717788 h 769260"/>
              <a:gd name="connsiteX42" fmla="*/ 293247 w 666018"/>
              <a:gd name="connsiteY42" fmla="*/ 729507 h 769260"/>
              <a:gd name="connsiteX43" fmla="*/ 304928 w 666018"/>
              <a:gd name="connsiteY43" fmla="*/ 757579 h 769260"/>
              <a:gd name="connsiteX44" fmla="*/ 333000 w 666018"/>
              <a:gd name="connsiteY44" fmla="*/ 769260 h 769260"/>
              <a:gd name="connsiteX45" fmla="*/ 361100 w 666018"/>
              <a:gd name="connsiteY45" fmla="*/ 757598 h 769260"/>
              <a:gd name="connsiteX46" fmla="*/ 372762 w 666018"/>
              <a:gd name="connsiteY46" fmla="*/ 729507 h 769260"/>
              <a:gd name="connsiteX47" fmla="*/ 372762 w 666018"/>
              <a:gd name="connsiteY47" fmla="*/ 717788 h 769260"/>
              <a:gd name="connsiteX48" fmla="*/ 502184 w 666018"/>
              <a:gd name="connsiteY48" fmla="*/ 511898 h 769260"/>
              <a:gd name="connsiteX49" fmla="*/ 502184 w 666018"/>
              <a:gd name="connsiteY49" fmla="*/ 500455 h 769260"/>
              <a:gd name="connsiteX50" fmla="*/ 513626 w 666018"/>
              <a:gd name="connsiteY50" fmla="*/ 500455 h 769260"/>
              <a:gd name="connsiteX51" fmla="*/ 568461 w 666018"/>
              <a:gd name="connsiteY51" fmla="*/ 555290 h 769260"/>
              <a:gd name="connsiteX52" fmla="*/ 568461 w 666018"/>
              <a:gd name="connsiteY52" fmla="*/ 566732 h 769260"/>
              <a:gd name="connsiteX53" fmla="*/ 557018 w 666018"/>
              <a:gd name="connsiteY53" fmla="*/ 566732 h 769260"/>
              <a:gd name="connsiteX54" fmla="*/ 502184 w 666018"/>
              <a:gd name="connsiteY54" fmla="*/ 511898 h 769260"/>
              <a:gd name="connsiteX55" fmla="*/ 97510 w 666018"/>
              <a:gd name="connsiteY55" fmla="*/ 107224 h 769260"/>
              <a:gd name="connsiteX56" fmla="*/ 97510 w 666018"/>
              <a:gd name="connsiteY56" fmla="*/ 95781 h 769260"/>
              <a:gd name="connsiteX57" fmla="*/ 108953 w 666018"/>
              <a:gd name="connsiteY57" fmla="*/ 95781 h 769260"/>
              <a:gd name="connsiteX58" fmla="*/ 163787 w 666018"/>
              <a:gd name="connsiteY58" fmla="*/ 150616 h 769260"/>
              <a:gd name="connsiteX59" fmla="*/ 163787 w 666018"/>
              <a:gd name="connsiteY59" fmla="*/ 162059 h 769260"/>
              <a:gd name="connsiteX60" fmla="*/ 152345 w 666018"/>
              <a:gd name="connsiteY60" fmla="*/ 162059 h 769260"/>
              <a:gd name="connsiteX61" fmla="*/ 97510 w 666018"/>
              <a:gd name="connsiteY61" fmla="*/ 107224 h 769260"/>
              <a:gd name="connsiteX62" fmla="*/ 152345 w 666018"/>
              <a:gd name="connsiteY62" fmla="*/ 500455 h 769260"/>
              <a:gd name="connsiteX63" fmla="*/ 163787 w 666018"/>
              <a:gd name="connsiteY63" fmla="*/ 500455 h 769260"/>
              <a:gd name="connsiteX64" fmla="*/ 163787 w 666018"/>
              <a:gd name="connsiteY64" fmla="*/ 511898 h 769260"/>
              <a:gd name="connsiteX65" fmla="*/ 108953 w 666018"/>
              <a:gd name="connsiteY65" fmla="*/ 566732 h 769260"/>
              <a:gd name="connsiteX66" fmla="*/ 97510 w 666018"/>
              <a:gd name="connsiteY66" fmla="*/ 566732 h 769260"/>
              <a:gd name="connsiteX67" fmla="*/ 97510 w 666018"/>
              <a:gd name="connsiteY67" fmla="*/ 555290 h 769260"/>
              <a:gd name="connsiteX68" fmla="*/ 152345 w 666018"/>
              <a:gd name="connsiteY68" fmla="*/ 500455 h 769260"/>
              <a:gd name="connsiteX69" fmla="*/ 557018 w 666018"/>
              <a:gd name="connsiteY69" fmla="*/ 95781 h 769260"/>
              <a:gd name="connsiteX70" fmla="*/ 568461 w 666018"/>
              <a:gd name="connsiteY70" fmla="*/ 95781 h 769260"/>
              <a:gd name="connsiteX71" fmla="*/ 568461 w 666018"/>
              <a:gd name="connsiteY71" fmla="*/ 107224 h 769260"/>
              <a:gd name="connsiteX72" fmla="*/ 513626 w 666018"/>
              <a:gd name="connsiteY72" fmla="*/ 162059 h 769260"/>
              <a:gd name="connsiteX73" fmla="*/ 502184 w 666018"/>
              <a:gd name="connsiteY73" fmla="*/ 162059 h 769260"/>
              <a:gd name="connsiteX74" fmla="*/ 502184 w 666018"/>
              <a:gd name="connsiteY74" fmla="*/ 150616 h 769260"/>
              <a:gd name="connsiteX75" fmla="*/ 557018 w 666018"/>
              <a:gd name="connsiteY75" fmla="*/ 95781 h 769260"/>
              <a:gd name="connsiteX76" fmla="*/ 580381 w 666018"/>
              <a:gd name="connsiteY76" fmla="*/ 339352 h 769260"/>
              <a:gd name="connsiteX77" fmla="*/ 572291 w 666018"/>
              <a:gd name="connsiteY77" fmla="*/ 331262 h 769260"/>
              <a:gd name="connsiteX78" fmla="*/ 580381 w 666018"/>
              <a:gd name="connsiteY78" fmla="*/ 323172 h 769260"/>
              <a:gd name="connsiteX79" fmla="*/ 657929 w 666018"/>
              <a:gd name="connsiteY79" fmla="*/ 323172 h 769260"/>
              <a:gd name="connsiteX80" fmla="*/ 666019 w 666018"/>
              <a:gd name="connsiteY80" fmla="*/ 331262 h 769260"/>
              <a:gd name="connsiteX81" fmla="*/ 657929 w 666018"/>
              <a:gd name="connsiteY81" fmla="*/ 339352 h 769260"/>
              <a:gd name="connsiteX82" fmla="*/ 580381 w 666018"/>
              <a:gd name="connsiteY82" fmla="*/ 339352 h 769260"/>
              <a:gd name="connsiteX83" fmla="*/ 8090 w 666018"/>
              <a:gd name="connsiteY83" fmla="*/ 339352 h 769260"/>
              <a:gd name="connsiteX84" fmla="*/ 0 w 666018"/>
              <a:gd name="connsiteY84" fmla="*/ 331262 h 769260"/>
              <a:gd name="connsiteX85" fmla="*/ 8090 w 666018"/>
              <a:gd name="connsiteY85" fmla="*/ 323172 h 769260"/>
              <a:gd name="connsiteX86" fmla="*/ 85638 w 666018"/>
              <a:gd name="connsiteY86" fmla="*/ 323172 h 769260"/>
              <a:gd name="connsiteX87" fmla="*/ 93728 w 666018"/>
              <a:gd name="connsiteY87" fmla="*/ 331262 h 769260"/>
              <a:gd name="connsiteX88" fmla="*/ 85638 w 666018"/>
              <a:gd name="connsiteY88" fmla="*/ 339352 h 769260"/>
              <a:gd name="connsiteX89" fmla="*/ 8090 w 666018"/>
              <a:gd name="connsiteY89" fmla="*/ 339352 h 769260"/>
              <a:gd name="connsiteX90" fmla="*/ 286284 w 666018"/>
              <a:gd name="connsiteY90" fmla="*/ 665513 h 769260"/>
              <a:gd name="connsiteX91" fmla="*/ 278194 w 666018"/>
              <a:gd name="connsiteY91" fmla="*/ 657423 h 769260"/>
              <a:gd name="connsiteX92" fmla="*/ 286284 w 666018"/>
              <a:gd name="connsiteY92" fmla="*/ 649333 h 769260"/>
              <a:gd name="connsiteX93" fmla="*/ 379735 w 666018"/>
              <a:gd name="connsiteY93" fmla="*/ 649333 h 769260"/>
              <a:gd name="connsiteX94" fmla="*/ 387825 w 666018"/>
              <a:gd name="connsiteY94" fmla="*/ 657423 h 769260"/>
              <a:gd name="connsiteX95" fmla="*/ 379735 w 666018"/>
              <a:gd name="connsiteY95" fmla="*/ 665513 h 769260"/>
              <a:gd name="connsiteX96" fmla="*/ 286284 w 666018"/>
              <a:gd name="connsiteY96" fmla="*/ 665513 h 769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66018" h="769260">
                <a:moveTo>
                  <a:pt x="286284" y="625817"/>
                </a:moveTo>
                <a:cubicBezTo>
                  <a:pt x="281823" y="625817"/>
                  <a:pt x="278194" y="622188"/>
                  <a:pt x="278194" y="617727"/>
                </a:cubicBezTo>
                <a:cubicBezTo>
                  <a:pt x="278194" y="613267"/>
                  <a:pt x="281823" y="609637"/>
                  <a:pt x="286284" y="609637"/>
                </a:cubicBezTo>
                <a:lnTo>
                  <a:pt x="379735" y="609637"/>
                </a:lnTo>
                <a:cubicBezTo>
                  <a:pt x="384195" y="609637"/>
                  <a:pt x="387825" y="613267"/>
                  <a:pt x="387825" y="617727"/>
                </a:cubicBezTo>
                <a:cubicBezTo>
                  <a:pt x="387825" y="622188"/>
                  <a:pt x="384195" y="625817"/>
                  <a:pt x="379735" y="625817"/>
                </a:cubicBezTo>
                <a:lnTo>
                  <a:pt x="286284" y="625817"/>
                </a:lnTo>
                <a:close/>
                <a:moveTo>
                  <a:pt x="359237" y="203044"/>
                </a:moveTo>
                <a:cubicBezTo>
                  <a:pt x="354815" y="202528"/>
                  <a:pt x="351644" y="198497"/>
                  <a:pt x="352160" y="194075"/>
                </a:cubicBezTo>
                <a:cubicBezTo>
                  <a:pt x="352676" y="189653"/>
                  <a:pt x="356706" y="186482"/>
                  <a:pt x="361129" y="186997"/>
                </a:cubicBezTo>
                <a:cubicBezTo>
                  <a:pt x="397195" y="191315"/>
                  <a:pt x="430004" y="210284"/>
                  <a:pt x="451781" y="239349"/>
                </a:cubicBezTo>
                <a:cubicBezTo>
                  <a:pt x="454446" y="242902"/>
                  <a:pt x="453720" y="247964"/>
                  <a:pt x="450167" y="250629"/>
                </a:cubicBezTo>
                <a:cubicBezTo>
                  <a:pt x="446614" y="253294"/>
                  <a:pt x="441551" y="252568"/>
                  <a:pt x="438887" y="249015"/>
                </a:cubicBezTo>
                <a:cubicBezTo>
                  <a:pt x="419736" y="223445"/>
                  <a:pt x="390958" y="206845"/>
                  <a:pt x="359237" y="203044"/>
                </a:cubicBezTo>
                <a:close/>
                <a:moveTo>
                  <a:pt x="424177" y="573533"/>
                </a:moveTo>
                <a:lnTo>
                  <a:pt x="241841" y="573533"/>
                </a:lnTo>
                <a:lnTo>
                  <a:pt x="241841" y="673641"/>
                </a:lnTo>
                <a:cubicBezTo>
                  <a:pt x="241841" y="689019"/>
                  <a:pt x="254411" y="701608"/>
                  <a:pt x="269808" y="701608"/>
                </a:cubicBezTo>
                <a:cubicBezTo>
                  <a:pt x="311939" y="701608"/>
                  <a:pt x="354080" y="701608"/>
                  <a:pt x="396211" y="701608"/>
                </a:cubicBezTo>
                <a:cubicBezTo>
                  <a:pt x="411570" y="701608"/>
                  <a:pt x="424177" y="689000"/>
                  <a:pt x="424177" y="673641"/>
                </a:cubicBezTo>
                <a:lnTo>
                  <a:pt x="424177" y="573533"/>
                </a:lnTo>
                <a:close/>
                <a:moveTo>
                  <a:pt x="423986" y="552749"/>
                </a:moveTo>
                <a:lnTo>
                  <a:pt x="423986" y="544688"/>
                </a:lnTo>
                <a:cubicBezTo>
                  <a:pt x="423986" y="527476"/>
                  <a:pt x="427033" y="511411"/>
                  <a:pt x="433089" y="496539"/>
                </a:cubicBezTo>
                <a:cubicBezTo>
                  <a:pt x="448256" y="459317"/>
                  <a:pt x="480301" y="441704"/>
                  <a:pt x="497924" y="398446"/>
                </a:cubicBezTo>
                <a:cubicBezTo>
                  <a:pt x="506367" y="377748"/>
                  <a:pt x="511028" y="355054"/>
                  <a:pt x="511028" y="331262"/>
                </a:cubicBezTo>
                <a:cubicBezTo>
                  <a:pt x="511028" y="232930"/>
                  <a:pt x="431360" y="153233"/>
                  <a:pt x="333009" y="153233"/>
                </a:cubicBezTo>
                <a:cubicBezTo>
                  <a:pt x="234687" y="153233"/>
                  <a:pt x="154990" y="232940"/>
                  <a:pt x="154990" y="331262"/>
                </a:cubicBezTo>
                <a:cubicBezTo>
                  <a:pt x="154990" y="355054"/>
                  <a:pt x="159652" y="377748"/>
                  <a:pt x="168095" y="398446"/>
                </a:cubicBezTo>
                <a:cubicBezTo>
                  <a:pt x="185708" y="441666"/>
                  <a:pt x="217543" y="458849"/>
                  <a:pt x="232930" y="496539"/>
                </a:cubicBezTo>
                <a:cubicBezTo>
                  <a:pt x="238985" y="511411"/>
                  <a:pt x="242032" y="527476"/>
                  <a:pt x="242032" y="544688"/>
                </a:cubicBezTo>
                <a:lnTo>
                  <a:pt x="242032" y="552749"/>
                </a:lnTo>
                <a:lnTo>
                  <a:pt x="423986" y="552749"/>
                </a:lnTo>
                <a:close/>
                <a:moveTo>
                  <a:pt x="324919" y="8090"/>
                </a:moveTo>
                <a:cubicBezTo>
                  <a:pt x="324919" y="3630"/>
                  <a:pt x="328549" y="0"/>
                  <a:pt x="333009" y="0"/>
                </a:cubicBezTo>
                <a:cubicBezTo>
                  <a:pt x="337470" y="0"/>
                  <a:pt x="341099" y="3630"/>
                  <a:pt x="341099" y="8090"/>
                </a:cubicBezTo>
                <a:lnTo>
                  <a:pt x="341099" y="85638"/>
                </a:lnTo>
                <a:cubicBezTo>
                  <a:pt x="341099" y="90098"/>
                  <a:pt x="337470" y="93728"/>
                  <a:pt x="333009" y="93728"/>
                </a:cubicBezTo>
                <a:cubicBezTo>
                  <a:pt x="328549" y="93728"/>
                  <a:pt x="324919" y="90098"/>
                  <a:pt x="324919" y="85638"/>
                </a:cubicBezTo>
                <a:lnTo>
                  <a:pt x="324919" y="8090"/>
                </a:lnTo>
                <a:close/>
                <a:moveTo>
                  <a:pt x="372762" y="717788"/>
                </a:moveTo>
                <a:lnTo>
                  <a:pt x="293247" y="717788"/>
                </a:lnTo>
                <a:lnTo>
                  <a:pt x="293247" y="729507"/>
                </a:lnTo>
                <a:cubicBezTo>
                  <a:pt x="293247" y="740424"/>
                  <a:pt x="297727" y="750377"/>
                  <a:pt x="304928" y="757579"/>
                </a:cubicBezTo>
                <a:cubicBezTo>
                  <a:pt x="312111" y="764790"/>
                  <a:pt x="322063" y="769260"/>
                  <a:pt x="333000" y="769260"/>
                </a:cubicBezTo>
                <a:cubicBezTo>
                  <a:pt x="343936" y="769260"/>
                  <a:pt x="353898" y="764790"/>
                  <a:pt x="361100" y="757598"/>
                </a:cubicBezTo>
                <a:cubicBezTo>
                  <a:pt x="368292" y="750396"/>
                  <a:pt x="372762" y="740434"/>
                  <a:pt x="372762" y="729507"/>
                </a:cubicBezTo>
                <a:lnTo>
                  <a:pt x="372762" y="717788"/>
                </a:lnTo>
                <a:close/>
                <a:moveTo>
                  <a:pt x="502184" y="511898"/>
                </a:moveTo>
                <a:cubicBezTo>
                  <a:pt x="499032" y="508746"/>
                  <a:pt x="499032" y="503607"/>
                  <a:pt x="502184" y="500455"/>
                </a:cubicBezTo>
                <a:cubicBezTo>
                  <a:pt x="505336" y="497303"/>
                  <a:pt x="510474" y="497303"/>
                  <a:pt x="513626" y="500455"/>
                </a:cubicBezTo>
                <a:lnTo>
                  <a:pt x="568461" y="555290"/>
                </a:lnTo>
                <a:cubicBezTo>
                  <a:pt x="571613" y="558442"/>
                  <a:pt x="571613" y="563580"/>
                  <a:pt x="568461" y="566732"/>
                </a:cubicBezTo>
                <a:cubicBezTo>
                  <a:pt x="565309" y="569884"/>
                  <a:pt x="560170" y="569884"/>
                  <a:pt x="557018" y="566732"/>
                </a:cubicBezTo>
                <a:lnTo>
                  <a:pt x="502184" y="511898"/>
                </a:lnTo>
                <a:close/>
                <a:moveTo>
                  <a:pt x="97510" y="107224"/>
                </a:moveTo>
                <a:cubicBezTo>
                  <a:pt x="94358" y="104072"/>
                  <a:pt x="94358" y="98933"/>
                  <a:pt x="97510" y="95781"/>
                </a:cubicBezTo>
                <a:cubicBezTo>
                  <a:pt x="100662" y="92629"/>
                  <a:pt x="105801" y="92629"/>
                  <a:pt x="108953" y="95781"/>
                </a:cubicBezTo>
                <a:lnTo>
                  <a:pt x="163787" y="150616"/>
                </a:lnTo>
                <a:cubicBezTo>
                  <a:pt x="166939" y="153768"/>
                  <a:pt x="166939" y="158907"/>
                  <a:pt x="163787" y="162059"/>
                </a:cubicBezTo>
                <a:cubicBezTo>
                  <a:pt x="160635" y="165211"/>
                  <a:pt x="155497" y="165211"/>
                  <a:pt x="152345" y="162059"/>
                </a:cubicBezTo>
                <a:lnTo>
                  <a:pt x="97510" y="107224"/>
                </a:lnTo>
                <a:close/>
                <a:moveTo>
                  <a:pt x="152345" y="500455"/>
                </a:moveTo>
                <a:cubicBezTo>
                  <a:pt x="155497" y="497303"/>
                  <a:pt x="160635" y="497303"/>
                  <a:pt x="163787" y="500455"/>
                </a:cubicBezTo>
                <a:cubicBezTo>
                  <a:pt x="166939" y="503607"/>
                  <a:pt x="166939" y="508746"/>
                  <a:pt x="163787" y="511898"/>
                </a:cubicBezTo>
                <a:lnTo>
                  <a:pt x="108953" y="566732"/>
                </a:lnTo>
                <a:cubicBezTo>
                  <a:pt x="105801" y="569884"/>
                  <a:pt x="100662" y="569884"/>
                  <a:pt x="97510" y="566732"/>
                </a:cubicBezTo>
                <a:cubicBezTo>
                  <a:pt x="94358" y="563580"/>
                  <a:pt x="94358" y="558442"/>
                  <a:pt x="97510" y="555290"/>
                </a:cubicBezTo>
                <a:lnTo>
                  <a:pt x="152345" y="500455"/>
                </a:lnTo>
                <a:close/>
                <a:moveTo>
                  <a:pt x="557018" y="95781"/>
                </a:moveTo>
                <a:cubicBezTo>
                  <a:pt x="560170" y="92629"/>
                  <a:pt x="565309" y="92629"/>
                  <a:pt x="568461" y="95781"/>
                </a:cubicBezTo>
                <a:cubicBezTo>
                  <a:pt x="571613" y="98933"/>
                  <a:pt x="571613" y="104072"/>
                  <a:pt x="568461" y="107224"/>
                </a:cubicBezTo>
                <a:lnTo>
                  <a:pt x="513626" y="162059"/>
                </a:lnTo>
                <a:cubicBezTo>
                  <a:pt x="510474" y="165211"/>
                  <a:pt x="505336" y="165211"/>
                  <a:pt x="502184" y="162059"/>
                </a:cubicBezTo>
                <a:cubicBezTo>
                  <a:pt x="499032" y="158907"/>
                  <a:pt x="499032" y="153768"/>
                  <a:pt x="502184" y="150616"/>
                </a:cubicBezTo>
                <a:lnTo>
                  <a:pt x="557018" y="95781"/>
                </a:lnTo>
                <a:close/>
                <a:moveTo>
                  <a:pt x="580381" y="339352"/>
                </a:moveTo>
                <a:cubicBezTo>
                  <a:pt x="575920" y="339352"/>
                  <a:pt x="572291" y="335722"/>
                  <a:pt x="572291" y="331262"/>
                </a:cubicBezTo>
                <a:cubicBezTo>
                  <a:pt x="572291" y="326801"/>
                  <a:pt x="575920" y="323172"/>
                  <a:pt x="580381" y="323172"/>
                </a:cubicBezTo>
                <a:lnTo>
                  <a:pt x="657929" y="323172"/>
                </a:lnTo>
                <a:cubicBezTo>
                  <a:pt x="662389" y="323172"/>
                  <a:pt x="666019" y="326801"/>
                  <a:pt x="666019" y="331262"/>
                </a:cubicBezTo>
                <a:cubicBezTo>
                  <a:pt x="666019" y="335722"/>
                  <a:pt x="662389" y="339352"/>
                  <a:pt x="657929" y="339352"/>
                </a:cubicBezTo>
                <a:lnTo>
                  <a:pt x="580381" y="339352"/>
                </a:lnTo>
                <a:close/>
                <a:moveTo>
                  <a:pt x="8090" y="339352"/>
                </a:moveTo>
                <a:cubicBezTo>
                  <a:pt x="3630" y="339352"/>
                  <a:pt x="0" y="335722"/>
                  <a:pt x="0" y="331262"/>
                </a:cubicBezTo>
                <a:cubicBezTo>
                  <a:pt x="0" y="326801"/>
                  <a:pt x="3630" y="323172"/>
                  <a:pt x="8090" y="323172"/>
                </a:cubicBezTo>
                <a:lnTo>
                  <a:pt x="85638" y="323172"/>
                </a:lnTo>
                <a:cubicBezTo>
                  <a:pt x="90098" y="323172"/>
                  <a:pt x="93728" y="326801"/>
                  <a:pt x="93728" y="331262"/>
                </a:cubicBezTo>
                <a:cubicBezTo>
                  <a:pt x="93728" y="335722"/>
                  <a:pt x="90098" y="339352"/>
                  <a:pt x="85638" y="339352"/>
                </a:cubicBezTo>
                <a:lnTo>
                  <a:pt x="8090" y="339352"/>
                </a:lnTo>
                <a:close/>
                <a:moveTo>
                  <a:pt x="286284" y="665513"/>
                </a:moveTo>
                <a:cubicBezTo>
                  <a:pt x="281823" y="665513"/>
                  <a:pt x="278194" y="661883"/>
                  <a:pt x="278194" y="657423"/>
                </a:cubicBezTo>
                <a:cubicBezTo>
                  <a:pt x="278194" y="652962"/>
                  <a:pt x="281823" y="649333"/>
                  <a:pt x="286284" y="649333"/>
                </a:cubicBezTo>
                <a:lnTo>
                  <a:pt x="379735" y="649333"/>
                </a:lnTo>
                <a:cubicBezTo>
                  <a:pt x="384195" y="649333"/>
                  <a:pt x="387825" y="652962"/>
                  <a:pt x="387825" y="657423"/>
                </a:cubicBezTo>
                <a:cubicBezTo>
                  <a:pt x="387825" y="661883"/>
                  <a:pt x="384195" y="665513"/>
                  <a:pt x="379735" y="665513"/>
                </a:cubicBezTo>
                <a:lnTo>
                  <a:pt x="286284" y="665513"/>
                </a:lnTo>
                <a:close/>
              </a:path>
            </a:pathLst>
          </a:custGeom>
          <a:solidFill>
            <a:srgbClr val="FFC000"/>
          </a:solidFill>
          <a:ln w="94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8FA75A40-279A-C2CC-B8DF-A6A4C1AA5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992" y="-498936"/>
            <a:ext cx="2095792" cy="44773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C57449A-99B0-6463-0D3E-BA30260AA055}"/>
              </a:ext>
            </a:extLst>
          </p:cNvPr>
          <p:cNvGrpSpPr/>
          <p:nvPr/>
        </p:nvGrpSpPr>
        <p:grpSpPr>
          <a:xfrm>
            <a:off x="2102713" y="2820016"/>
            <a:ext cx="432000" cy="276999"/>
            <a:chOff x="1831463" y="2914946"/>
            <a:chExt cx="432000" cy="276999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232B2990-8C38-93C3-1ADE-9F1B6D556CEE}"/>
                </a:ext>
              </a:extLst>
            </p:cNvPr>
            <p:cNvSpPr/>
            <p:nvPr/>
          </p:nvSpPr>
          <p:spPr>
            <a:xfrm>
              <a:off x="1831492" y="2945445"/>
              <a:ext cx="431942" cy="216000"/>
            </a:xfrm>
            <a:prstGeom prst="roundRect">
              <a:avLst/>
            </a:prstGeom>
            <a:solidFill>
              <a:srgbClr val="D3FB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100" b="1" dirty="0">
                <a:solidFill>
                  <a:srgbClr val="00B050"/>
                </a:solidFill>
              </a:endParaRP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3308BA08-EB48-FBF6-B374-7F155FE811B9}"/>
                </a:ext>
              </a:extLst>
            </p:cNvPr>
            <p:cNvSpPr txBox="1"/>
            <p:nvPr/>
          </p:nvSpPr>
          <p:spPr>
            <a:xfrm>
              <a:off x="1831463" y="2914946"/>
              <a:ext cx="43200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BR" sz="1200" b="1" dirty="0">
                  <a:solidFill>
                    <a:srgbClr val="00B050"/>
                  </a:solidFill>
                </a:rPr>
                <a:t>CN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2B6EC0A-907D-2DA1-E757-2BBBEF584607}"/>
              </a:ext>
            </a:extLst>
          </p:cNvPr>
          <p:cNvGrpSpPr/>
          <p:nvPr/>
        </p:nvGrpSpPr>
        <p:grpSpPr>
          <a:xfrm>
            <a:off x="2548732" y="2820016"/>
            <a:ext cx="542441" cy="276999"/>
            <a:chOff x="2413931" y="2945445"/>
            <a:chExt cx="542441" cy="276999"/>
          </a:xfrm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0D885724-2F17-1D47-035F-502C2AF416AB}"/>
                </a:ext>
              </a:extLst>
            </p:cNvPr>
            <p:cNvSpPr/>
            <p:nvPr/>
          </p:nvSpPr>
          <p:spPr>
            <a:xfrm>
              <a:off x="2469180" y="2975944"/>
              <a:ext cx="431942" cy="216000"/>
            </a:xfrm>
            <a:prstGeom prst="roundRect">
              <a:avLst/>
            </a:prstGeom>
            <a:solidFill>
              <a:srgbClr val="FCF3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C58C89E0-B872-9E14-9F6C-83B674B977E9}"/>
                </a:ext>
              </a:extLst>
            </p:cNvPr>
            <p:cNvSpPr txBox="1"/>
            <p:nvPr/>
          </p:nvSpPr>
          <p:spPr>
            <a:xfrm>
              <a:off x="2413931" y="2945445"/>
              <a:ext cx="542441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accent2">
                      <a:lumMod val="75000"/>
                    </a:schemeClr>
                  </a:solidFill>
                </a:rPr>
                <a:t>CH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441A6BC-7220-627F-7CE3-5A692DBAF6D5}"/>
              </a:ext>
            </a:extLst>
          </p:cNvPr>
          <p:cNvGrpSpPr/>
          <p:nvPr/>
        </p:nvGrpSpPr>
        <p:grpSpPr>
          <a:xfrm>
            <a:off x="3105192" y="2820016"/>
            <a:ext cx="542441" cy="276999"/>
            <a:chOff x="3023994" y="2945445"/>
            <a:chExt cx="542441" cy="276999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41ADB17F-989A-476C-D031-36E05D6322B8}"/>
                </a:ext>
              </a:extLst>
            </p:cNvPr>
            <p:cNvSpPr/>
            <p:nvPr/>
          </p:nvSpPr>
          <p:spPr>
            <a:xfrm>
              <a:off x="3079243" y="2975944"/>
              <a:ext cx="431942" cy="216000"/>
            </a:xfrm>
            <a:prstGeom prst="roundRect">
              <a:avLst/>
            </a:prstGeom>
            <a:solidFill>
              <a:srgbClr val="FEE7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4DF9FA08-0477-9C6E-4B01-FBB6F361ECE4}"/>
                </a:ext>
              </a:extLst>
            </p:cNvPr>
            <p:cNvSpPr txBox="1"/>
            <p:nvPr/>
          </p:nvSpPr>
          <p:spPr>
            <a:xfrm>
              <a:off x="3023994" y="2945445"/>
              <a:ext cx="542441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accent5">
                      <a:lumMod val="75000"/>
                    </a:schemeClr>
                  </a:solidFill>
                </a:rPr>
                <a:t>LC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CF53B-A7E3-5FAE-0E80-17DEEE827C2C}"/>
              </a:ext>
            </a:extLst>
          </p:cNvPr>
          <p:cNvGrpSpPr/>
          <p:nvPr/>
        </p:nvGrpSpPr>
        <p:grpSpPr>
          <a:xfrm>
            <a:off x="3661653" y="2820016"/>
            <a:ext cx="432000" cy="276999"/>
            <a:chOff x="3661653" y="2938552"/>
            <a:chExt cx="432000" cy="276999"/>
          </a:xfrm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955599E8-FE48-502C-AA4E-ACA70A58EFB9}"/>
                </a:ext>
              </a:extLst>
            </p:cNvPr>
            <p:cNvSpPr/>
            <p:nvPr/>
          </p:nvSpPr>
          <p:spPr>
            <a:xfrm>
              <a:off x="3661682" y="2957855"/>
              <a:ext cx="431942" cy="238392"/>
            </a:xfrm>
            <a:prstGeom prst="roundRect">
              <a:avLst/>
            </a:prstGeom>
            <a:solidFill>
              <a:srgbClr val="DBE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C86975C8-91C9-3482-6104-9112DBC85663}"/>
                </a:ext>
              </a:extLst>
            </p:cNvPr>
            <p:cNvSpPr txBox="1"/>
            <p:nvPr/>
          </p:nvSpPr>
          <p:spPr>
            <a:xfrm>
              <a:off x="3661653" y="2938552"/>
              <a:ext cx="432000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accent1">
                      <a:lumMod val="75000"/>
                    </a:schemeClr>
                  </a:solidFill>
                </a:rPr>
                <a:t>MT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552D9D-1C67-D010-417E-AFBAA0D92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492" y="1954002"/>
            <a:ext cx="3367354" cy="1931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3ACDA80-DE08-E5E9-C407-76A34FFF8020}"/>
              </a:ext>
            </a:extLst>
          </p:cNvPr>
          <p:cNvSpPr/>
          <p:nvPr/>
        </p:nvSpPr>
        <p:spPr>
          <a:xfrm>
            <a:off x="5511800" y="1795365"/>
            <a:ext cx="2205567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53B52E-0B53-BEC6-8BC1-42C5CBC3C9D2}"/>
              </a:ext>
            </a:extLst>
          </p:cNvPr>
          <p:cNvSpPr txBox="1"/>
          <p:nvPr/>
        </p:nvSpPr>
        <p:spPr>
          <a:xfrm>
            <a:off x="9106831" y="3742174"/>
            <a:ext cx="410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CN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773839-1997-8ADC-1702-40F4BADFE1B8}"/>
              </a:ext>
            </a:extLst>
          </p:cNvPr>
          <p:cNvSpPr txBox="1"/>
          <p:nvPr/>
        </p:nvSpPr>
        <p:spPr>
          <a:xfrm>
            <a:off x="9479366" y="3742174"/>
            <a:ext cx="410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CH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C44768-4542-3FCC-B1CF-F317F86069D7}"/>
              </a:ext>
            </a:extLst>
          </p:cNvPr>
          <p:cNvSpPr txBox="1"/>
          <p:nvPr/>
        </p:nvSpPr>
        <p:spPr>
          <a:xfrm>
            <a:off x="9900026" y="3742174"/>
            <a:ext cx="410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3C4F55-5BCA-8F57-C034-F4C430312936}"/>
              </a:ext>
            </a:extLst>
          </p:cNvPr>
          <p:cNvSpPr txBox="1"/>
          <p:nvPr/>
        </p:nvSpPr>
        <p:spPr>
          <a:xfrm>
            <a:off x="10291808" y="3742174"/>
            <a:ext cx="410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MT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B43243-1E35-1F10-5BCB-762E4509661A}"/>
              </a:ext>
            </a:extLst>
          </p:cNvPr>
          <p:cNvSpPr txBox="1"/>
          <p:nvPr/>
        </p:nvSpPr>
        <p:spPr>
          <a:xfrm>
            <a:off x="8656297" y="1961468"/>
            <a:ext cx="410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CN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BAA4BF-2BF1-D1E3-94D1-0D4E73D3914D}"/>
              </a:ext>
            </a:extLst>
          </p:cNvPr>
          <p:cNvSpPr txBox="1"/>
          <p:nvPr/>
        </p:nvSpPr>
        <p:spPr>
          <a:xfrm>
            <a:off x="8661074" y="2321492"/>
            <a:ext cx="410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02C233-17BE-289F-B75A-DA81D88A8F4A}"/>
              </a:ext>
            </a:extLst>
          </p:cNvPr>
          <p:cNvSpPr txBox="1"/>
          <p:nvPr/>
        </p:nvSpPr>
        <p:spPr>
          <a:xfrm>
            <a:off x="8652351" y="2681516"/>
            <a:ext cx="410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933326-0F06-8931-F1B4-18309601D453}"/>
              </a:ext>
            </a:extLst>
          </p:cNvPr>
          <p:cNvSpPr txBox="1"/>
          <p:nvPr/>
        </p:nvSpPr>
        <p:spPr>
          <a:xfrm>
            <a:off x="8673744" y="3077696"/>
            <a:ext cx="410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MT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94BBF9EC-03D1-5809-116D-FB1F218D3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581" y="4108443"/>
            <a:ext cx="4784475" cy="216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6166CD96-A8E2-FEEF-8FD4-51AA6302EE34}"/>
              </a:ext>
            </a:extLst>
          </p:cNvPr>
          <p:cNvSpPr txBox="1"/>
          <p:nvPr/>
        </p:nvSpPr>
        <p:spPr>
          <a:xfrm>
            <a:off x="4747313" y="4213909"/>
            <a:ext cx="2272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pPr algn="ctr"/>
            <a:r>
              <a:rPr lang="pt-BR" sz="1200" dirty="0"/>
              <a:t>Efeito do Ambiente de Estudo em Casa na Nota de MT</a:t>
            </a:r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51C4A58B-6685-C783-7F0B-727964FD27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85" b="25220"/>
          <a:stretch>
            <a:fillRect/>
          </a:stretch>
        </p:blipFill>
        <p:spPr bwMode="auto">
          <a:xfrm>
            <a:off x="9059222" y="1784820"/>
            <a:ext cx="2534871" cy="201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83F6A0F-179D-F134-DC68-7164B3043EFE}"/>
              </a:ext>
            </a:extLst>
          </p:cNvPr>
          <p:cNvSpPr txBox="1"/>
          <p:nvPr/>
        </p:nvSpPr>
        <p:spPr>
          <a:xfrm>
            <a:off x="10597485" y="3740695"/>
            <a:ext cx="65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Renda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7E2259-309D-492D-EEC4-3037251C3549}"/>
              </a:ext>
            </a:extLst>
          </p:cNvPr>
          <p:cNvSpPr txBox="1"/>
          <p:nvPr/>
        </p:nvSpPr>
        <p:spPr>
          <a:xfrm>
            <a:off x="8458493" y="3479509"/>
            <a:ext cx="65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Renda</a:t>
            </a:r>
          </a:p>
        </p:txBody>
      </p:sp>
    </p:spTree>
    <p:extLst>
      <p:ext uri="{BB962C8B-B14F-4D97-AF65-F5344CB8AC3E}">
        <p14:creationId xmlns:p14="http://schemas.microsoft.com/office/powerpoint/2010/main" val="2064641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74256-79A1-8B4B-AA19-DA2CB41F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A4766791-7291-358A-5E81-5D2F553D3DC8}"/>
              </a:ext>
            </a:extLst>
          </p:cNvPr>
          <p:cNvSpPr/>
          <p:nvPr/>
        </p:nvSpPr>
        <p:spPr>
          <a:xfrm flipH="1">
            <a:off x="6442852" y="4298950"/>
            <a:ext cx="5413260" cy="1918969"/>
          </a:xfrm>
          <a:prstGeom prst="roundRect">
            <a:avLst>
              <a:gd name="adj" fmla="val 6964"/>
            </a:avLst>
          </a:prstGeom>
          <a:solidFill>
            <a:srgbClr val="2121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223931-BA7B-58D0-A962-096CA8AEE62D}"/>
              </a:ext>
            </a:extLst>
          </p:cNvPr>
          <p:cNvSpPr txBox="1"/>
          <p:nvPr/>
        </p:nvSpPr>
        <p:spPr>
          <a:xfrm>
            <a:off x="342899" y="502920"/>
            <a:ext cx="9580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Modelos </a:t>
            </a:r>
            <a:r>
              <a:rPr lang="pt-BR" sz="4400" b="1" dirty="0">
                <a:solidFill>
                  <a:srgbClr val="1D4ED8"/>
                </a:solidFill>
              </a:rPr>
              <a:t>Baselines</a:t>
            </a:r>
            <a:endParaRPr lang="en-US" sz="4400" b="1" dirty="0">
              <a:solidFill>
                <a:srgbClr val="1D4ED8"/>
              </a:solidFill>
            </a:endParaRPr>
          </a:p>
        </p:txBody>
      </p: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98D5F29F-834A-C4B7-14AD-D22F1CFD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6</a:t>
            </a:fld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93281AA-BA5B-1703-7937-D6DBB22B43AA}"/>
              </a:ext>
            </a:extLst>
          </p:cNvPr>
          <p:cNvCxnSpPr>
            <a:cxnSpLocks/>
          </p:cNvCxnSpPr>
          <p:nvPr/>
        </p:nvCxnSpPr>
        <p:spPr>
          <a:xfrm>
            <a:off x="285082" y="6356350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A9FFB9C-ABF5-F0B2-58E3-B69EE078038B}"/>
              </a:ext>
            </a:extLst>
          </p:cNvPr>
          <p:cNvGrpSpPr/>
          <p:nvPr/>
        </p:nvGrpSpPr>
        <p:grpSpPr>
          <a:xfrm>
            <a:off x="342900" y="319474"/>
            <a:ext cx="4883618" cy="261610"/>
            <a:chOff x="169442" y="265597"/>
            <a:chExt cx="4883618" cy="26161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B186652C-C951-4CD9-11CE-B9CC656AE5DB}"/>
                </a:ext>
              </a:extLst>
            </p:cNvPr>
            <p:cNvGrpSpPr/>
            <p:nvPr/>
          </p:nvGrpSpPr>
          <p:grpSpPr>
            <a:xfrm>
              <a:off x="169442" y="265597"/>
              <a:ext cx="1769954" cy="261610"/>
              <a:chOff x="169442" y="262209"/>
              <a:chExt cx="1769954" cy="261610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5D445405-0983-B990-7324-C5ECCD12E6D1}"/>
                  </a:ext>
                </a:extLst>
              </p:cNvPr>
              <p:cNvSpPr/>
              <p:nvPr/>
            </p:nvSpPr>
            <p:spPr>
              <a:xfrm>
                <a:off x="216009" y="262209"/>
                <a:ext cx="1676821" cy="261610"/>
              </a:xfrm>
              <a:prstGeom prst="roundRect">
                <a:avLst>
                  <a:gd name="adj" fmla="val 49435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9E8E18F-1D7F-B005-1F87-4FBC4E1F6089}"/>
                  </a:ext>
                </a:extLst>
              </p:cNvPr>
              <p:cNvSpPr txBox="1"/>
              <p:nvPr/>
            </p:nvSpPr>
            <p:spPr>
              <a:xfrm>
                <a:off x="169442" y="262209"/>
                <a:ext cx="17699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ctr"/>
                <a:r>
                  <a:rPr lang="pt-BR" sz="1100" b="1" dirty="0">
                    <a:solidFill>
                      <a:srgbClr val="223DB0"/>
                    </a:solidFill>
                  </a:rPr>
                  <a:t>MODELAGEM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51D2D58-020D-31D5-F210-BB69371A7182}"/>
                </a:ext>
              </a:extLst>
            </p:cNvPr>
            <p:cNvSpPr txBox="1"/>
            <p:nvPr/>
          </p:nvSpPr>
          <p:spPr>
            <a:xfrm>
              <a:off x="1897910" y="265597"/>
              <a:ext cx="31551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|   BENCHMARKING DE ALGORITMOS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A6F81E-6FC1-34A6-27D6-271307606ADF}"/>
              </a:ext>
            </a:extLst>
          </p:cNvPr>
          <p:cNvCxnSpPr>
            <a:cxnSpLocks/>
          </p:cNvCxnSpPr>
          <p:nvPr/>
        </p:nvCxnSpPr>
        <p:spPr>
          <a:xfrm>
            <a:off x="335882" y="1280146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4718EDB-8334-EB5F-EAB0-73D04865EF2D}"/>
              </a:ext>
            </a:extLst>
          </p:cNvPr>
          <p:cNvSpPr/>
          <p:nvPr/>
        </p:nvSpPr>
        <p:spPr>
          <a:xfrm flipH="1">
            <a:off x="342898" y="4304899"/>
            <a:ext cx="5951221" cy="1913021"/>
          </a:xfrm>
          <a:prstGeom prst="roundRect">
            <a:avLst>
              <a:gd name="adj" fmla="val 6964"/>
            </a:avLst>
          </a:prstGeom>
          <a:noFill/>
          <a:ln>
            <a:solidFill>
              <a:srgbClr val="E4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579C35A-EFD4-C274-52B3-35DB1438A6EB}"/>
              </a:ext>
            </a:extLst>
          </p:cNvPr>
          <p:cNvSpPr txBox="1"/>
          <p:nvPr/>
        </p:nvSpPr>
        <p:spPr>
          <a:xfrm>
            <a:off x="458763" y="4338305"/>
            <a:ext cx="44404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200" dirty="0"/>
              <a:t>COMPORTAMENTO DE PERFORMANCE (R² MÁXIMO)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9739527-8255-A150-66EC-219D30E02A2A}"/>
              </a:ext>
            </a:extLst>
          </p:cNvPr>
          <p:cNvGrpSpPr/>
          <p:nvPr/>
        </p:nvGrpSpPr>
        <p:grpSpPr>
          <a:xfrm>
            <a:off x="335882" y="1455807"/>
            <a:ext cx="3501593" cy="2673431"/>
            <a:chOff x="335882" y="1455807"/>
            <a:chExt cx="3501593" cy="267343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1E6EAA2-69D3-C589-6F5C-09AC2A46BE82}"/>
                </a:ext>
              </a:extLst>
            </p:cNvPr>
            <p:cNvSpPr/>
            <p:nvPr/>
          </p:nvSpPr>
          <p:spPr>
            <a:xfrm flipH="1">
              <a:off x="335882" y="1455807"/>
              <a:ext cx="3501593" cy="2673431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07C4B8C-615A-C9CC-38AE-1BC50CD4C111}"/>
                </a:ext>
              </a:extLst>
            </p:cNvPr>
            <p:cNvGrpSpPr/>
            <p:nvPr/>
          </p:nvGrpSpPr>
          <p:grpSpPr>
            <a:xfrm>
              <a:off x="425371" y="1573555"/>
              <a:ext cx="3306961" cy="2473333"/>
              <a:chOff x="425371" y="1573555"/>
              <a:chExt cx="3306961" cy="2473333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CB4A2C-BF1D-FBAB-9E64-12F36C15C018}"/>
                  </a:ext>
                </a:extLst>
              </p:cNvPr>
              <p:cNvSpPr txBox="1"/>
              <p:nvPr/>
            </p:nvSpPr>
            <p:spPr>
              <a:xfrm>
                <a:off x="474892" y="1573555"/>
                <a:ext cx="3223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r>
                  <a:rPr lang="en-US" sz="1800" dirty="0"/>
                  <a:t>Lasso Regression</a:t>
                </a: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AE34E8AC-9513-648E-47E4-CDA33E09982C}"/>
                  </a:ext>
                </a:extLst>
              </p:cNvPr>
              <p:cNvGrpSpPr/>
              <p:nvPr/>
            </p:nvGrpSpPr>
            <p:grpSpPr>
              <a:xfrm>
                <a:off x="425371" y="1984570"/>
                <a:ext cx="3306961" cy="2062318"/>
                <a:chOff x="425371" y="1984570"/>
                <a:chExt cx="3306961" cy="2062318"/>
              </a:xfrm>
            </p:grpSpPr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DDEC688C-BD07-B491-8083-97B6245C68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4892" y="3564428"/>
                  <a:ext cx="3223572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8C5AB5D-3B21-2E14-A062-6A2768A946C3}"/>
                    </a:ext>
                  </a:extLst>
                </p:cNvPr>
                <p:cNvSpPr txBox="1"/>
                <p:nvPr/>
              </p:nvSpPr>
              <p:spPr>
                <a:xfrm>
                  <a:off x="425371" y="3692945"/>
                  <a:ext cx="9631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en-US" sz="14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R² </a:t>
                  </a:r>
                  <a:r>
                    <a:rPr lang="en-US" sz="14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Médio</a:t>
                  </a:r>
                  <a:endParaRPr lang="en-US" sz="1400" b="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C8DB7B2-A75B-D2BB-F6AD-8ED2563DE5C4}"/>
                    </a:ext>
                  </a:extLst>
                </p:cNvPr>
                <p:cNvSpPr txBox="1"/>
                <p:nvPr/>
              </p:nvSpPr>
              <p:spPr>
                <a:xfrm>
                  <a:off x="2329497" y="3646778"/>
                  <a:ext cx="140283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dirty="0">
                      <a:solidFill>
                        <a:srgbClr val="1D4ED8"/>
                      </a:solidFill>
                    </a:rPr>
                    <a:t>0.55 – 0.65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09ABF73-10BF-2DBE-D2A3-D137D161DC18}"/>
                    </a:ext>
                  </a:extLst>
                </p:cNvPr>
                <p:cNvSpPr txBox="1"/>
                <p:nvPr/>
              </p:nvSpPr>
              <p:spPr>
                <a:xfrm>
                  <a:off x="484134" y="1984570"/>
                  <a:ext cx="278823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200" b="1">
                      <a:solidFill>
                        <a:srgbClr val="178263"/>
                      </a:solidFill>
                    </a:defRPr>
                  </a:lvl1pPr>
                </a:lstStyle>
                <a:p>
                  <a:r>
                    <a:rPr lang="en-US" dirty="0"/>
                    <a:t>VANTANGENS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70E603C-96F0-C414-054F-601580AB9B55}"/>
                    </a:ext>
                  </a:extLst>
                </p:cNvPr>
                <p:cNvSpPr txBox="1"/>
                <p:nvPr/>
              </p:nvSpPr>
              <p:spPr>
                <a:xfrm>
                  <a:off x="484134" y="2759128"/>
                  <a:ext cx="278823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en-US" sz="1200" dirty="0"/>
                    <a:t>DESVANTANGENS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3121C13-D4D8-9305-65E4-905510572713}"/>
                    </a:ext>
                  </a:extLst>
                </p:cNvPr>
                <p:cNvSpPr txBox="1"/>
                <p:nvPr/>
              </p:nvSpPr>
              <p:spPr>
                <a:xfrm>
                  <a:off x="678863" y="3000381"/>
                  <a:ext cx="278823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en-US" sz="11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Não</a:t>
                  </a:r>
                  <a:r>
                    <a:rPr lang="en-US" sz="11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 </a:t>
                  </a:r>
                  <a:r>
                    <a:rPr lang="en-US" sz="11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captura</a:t>
                  </a:r>
                  <a:r>
                    <a:rPr lang="en-US" sz="11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 </a:t>
                  </a:r>
                  <a:r>
                    <a:rPr lang="en-US" sz="11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não-linearidade</a:t>
                  </a:r>
                  <a:endParaRPr lang="en-US" sz="1100" b="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3D29C0D-58D5-6F09-8D40-F702ECCC2C03}"/>
                    </a:ext>
                  </a:extLst>
                </p:cNvPr>
                <p:cNvSpPr txBox="1"/>
                <p:nvPr/>
              </p:nvSpPr>
              <p:spPr>
                <a:xfrm>
                  <a:off x="678863" y="3241636"/>
                  <a:ext cx="278823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pt-BR" sz="11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Performance limitada</a:t>
                  </a:r>
                  <a:endParaRPr lang="en-US" sz="1100" b="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34C12A8-3184-184A-2172-923CFE3E17E7}"/>
                    </a:ext>
                  </a:extLst>
                </p:cNvPr>
                <p:cNvSpPr txBox="1"/>
                <p:nvPr/>
              </p:nvSpPr>
              <p:spPr>
                <a:xfrm>
                  <a:off x="678863" y="2225823"/>
                  <a:ext cx="278823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pt-BR" sz="11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Alta </a:t>
                  </a:r>
                  <a:r>
                    <a:rPr lang="pt-BR" sz="11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interpretabilidade</a:t>
                  </a:r>
                  <a:endParaRPr lang="en-US" sz="1100" b="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F94779-FA72-ED27-8608-CA18A9EC7D57}"/>
                    </a:ext>
                  </a:extLst>
                </p:cNvPr>
                <p:cNvSpPr txBox="1"/>
                <p:nvPr/>
              </p:nvSpPr>
              <p:spPr>
                <a:xfrm>
                  <a:off x="678863" y="2467076"/>
                  <a:ext cx="278823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pt-BR" sz="11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Simplicidade e rapidez</a:t>
                  </a:r>
                  <a:endParaRPr lang="en-US" sz="1100" b="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B4DB8B6-7577-CFCF-A2C0-8737D780AC7D}"/>
                  </a:ext>
                </a:extLst>
              </p:cNvPr>
              <p:cNvGrpSpPr/>
              <p:nvPr/>
            </p:nvGrpSpPr>
            <p:grpSpPr>
              <a:xfrm>
                <a:off x="2914661" y="1626437"/>
                <a:ext cx="783803" cy="261610"/>
                <a:chOff x="3374311" y="5587343"/>
                <a:chExt cx="783803" cy="261610"/>
              </a:xfrm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78449484-28DB-57F4-8174-D357BCB9FB0F}"/>
                    </a:ext>
                  </a:extLst>
                </p:cNvPr>
                <p:cNvSpPr/>
                <p:nvPr/>
              </p:nvSpPr>
              <p:spPr>
                <a:xfrm>
                  <a:off x="3374311" y="5616054"/>
                  <a:ext cx="783803" cy="204189"/>
                </a:xfrm>
                <a:prstGeom prst="roundRect">
                  <a:avLst>
                    <a:gd name="adj" fmla="val 23544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E68CA44-E0A7-45DF-0714-A4DE9773A449}"/>
                    </a:ext>
                  </a:extLst>
                </p:cNvPr>
                <p:cNvSpPr txBox="1"/>
                <p:nvPr/>
              </p:nvSpPr>
              <p:spPr>
                <a:xfrm>
                  <a:off x="3374311" y="5587343"/>
                  <a:ext cx="78380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600"/>
                  </a:lvl1pPr>
                </a:lstStyle>
                <a:p>
                  <a:pPr algn="ctr"/>
                  <a:r>
                    <a:rPr lang="pt-BR" sz="1100" b="1" dirty="0">
                      <a:solidFill>
                        <a:schemeClr val="bg1">
                          <a:lumMod val="50000"/>
                        </a:schemeClr>
                      </a:solidFill>
                    </a:rPr>
                    <a:t>Linear</a:t>
                  </a:r>
                </a:p>
              </p:txBody>
            </p:sp>
          </p:grp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3F6368C-EC56-F6EB-14E3-48E448FAFBCC}"/>
              </a:ext>
            </a:extLst>
          </p:cNvPr>
          <p:cNvGrpSpPr/>
          <p:nvPr/>
        </p:nvGrpSpPr>
        <p:grpSpPr>
          <a:xfrm>
            <a:off x="4343901" y="1455807"/>
            <a:ext cx="3501593" cy="2673431"/>
            <a:chOff x="4343901" y="1455807"/>
            <a:chExt cx="3501593" cy="267343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87477A2-5BBA-1905-2131-BB7EA3FD998F}"/>
                </a:ext>
              </a:extLst>
            </p:cNvPr>
            <p:cNvSpPr/>
            <p:nvPr/>
          </p:nvSpPr>
          <p:spPr>
            <a:xfrm flipH="1">
              <a:off x="4343901" y="1455807"/>
              <a:ext cx="3501593" cy="2673431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C08369C-8ACE-EDE0-B89D-8276661730F2}"/>
                </a:ext>
              </a:extLst>
            </p:cNvPr>
            <p:cNvGrpSpPr/>
            <p:nvPr/>
          </p:nvGrpSpPr>
          <p:grpSpPr>
            <a:xfrm>
              <a:off x="4434687" y="1573555"/>
              <a:ext cx="3306961" cy="2467972"/>
              <a:chOff x="4434687" y="1573555"/>
              <a:chExt cx="3306961" cy="246797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973619-C9FB-3CF9-DC2B-E94E4A7450EB}"/>
                  </a:ext>
                </a:extLst>
              </p:cNvPr>
              <p:cNvSpPr txBox="1"/>
              <p:nvPr/>
            </p:nvSpPr>
            <p:spPr>
              <a:xfrm>
                <a:off x="4482911" y="1573555"/>
                <a:ext cx="3223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r>
                  <a:rPr lang="en-US" sz="1800" dirty="0"/>
                  <a:t>Random Forest</a:t>
                </a: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12519640-63B8-DD96-AE4F-A57CC114299F}"/>
                  </a:ext>
                </a:extLst>
              </p:cNvPr>
              <p:cNvGrpSpPr/>
              <p:nvPr/>
            </p:nvGrpSpPr>
            <p:grpSpPr>
              <a:xfrm>
                <a:off x="6604910" y="1626437"/>
                <a:ext cx="1101573" cy="261610"/>
                <a:chOff x="286960" y="5052877"/>
                <a:chExt cx="1101573" cy="261610"/>
              </a:xfrm>
            </p:grpSpPr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E844FA81-DDE3-2CEA-3D95-A59C3507595D}"/>
                    </a:ext>
                  </a:extLst>
                </p:cNvPr>
                <p:cNvSpPr/>
                <p:nvPr/>
              </p:nvSpPr>
              <p:spPr>
                <a:xfrm>
                  <a:off x="360397" y="5081588"/>
                  <a:ext cx="954698" cy="204189"/>
                </a:xfrm>
                <a:prstGeom prst="roundRect">
                  <a:avLst>
                    <a:gd name="adj" fmla="val 23544"/>
                  </a:avLst>
                </a:prstGeom>
                <a:solidFill>
                  <a:srgbClr val="F3F4F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73894399-F3B2-5247-ADBE-CB3CF552BA8F}"/>
                    </a:ext>
                  </a:extLst>
                </p:cNvPr>
                <p:cNvSpPr txBox="1"/>
                <p:nvPr/>
              </p:nvSpPr>
              <p:spPr>
                <a:xfrm>
                  <a:off x="286960" y="5052877"/>
                  <a:ext cx="11015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1600"/>
                  </a:lvl1pPr>
                </a:lstStyle>
                <a:p>
                  <a:pPr algn="ctr"/>
                  <a:r>
                    <a:rPr lang="pt-BR" sz="1100" b="1" dirty="0">
                      <a:solidFill>
                        <a:schemeClr val="bg1">
                          <a:lumMod val="50000"/>
                        </a:schemeClr>
                      </a:solidFill>
                    </a:rPr>
                    <a:t>Ensemble</a:t>
                  </a:r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41717047-AA79-E1EB-8450-808EFC63D4B0}"/>
                  </a:ext>
                </a:extLst>
              </p:cNvPr>
              <p:cNvGrpSpPr/>
              <p:nvPr/>
            </p:nvGrpSpPr>
            <p:grpSpPr>
              <a:xfrm>
                <a:off x="4434687" y="1979209"/>
                <a:ext cx="3306961" cy="2062318"/>
                <a:chOff x="4434687" y="1979209"/>
                <a:chExt cx="3306961" cy="2062318"/>
              </a:xfrm>
            </p:grpSpPr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F4B62934-B1B0-1193-4703-62B40C923D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82911" y="3564428"/>
                  <a:ext cx="3223572" cy="0"/>
                </a:xfrm>
                <a:prstGeom prst="line">
                  <a:avLst/>
                </a:prstGeom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3923D8BA-49AC-64CB-A335-3AA2465B7211}"/>
                    </a:ext>
                  </a:extLst>
                </p:cNvPr>
                <p:cNvGrpSpPr/>
                <p:nvPr/>
              </p:nvGrpSpPr>
              <p:grpSpPr>
                <a:xfrm>
                  <a:off x="4434687" y="1979209"/>
                  <a:ext cx="3306961" cy="2062318"/>
                  <a:chOff x="613409" y="2136970"/>
                  <a:chExt cx="3306961" cy="2062318"/>
                </a:xfrm>
              </p:grpSpPr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BFC2361F-4965-88B3-6980-3578AE77C4E9}"/>
                      </a:ext>
                    </a:extLst>
                  </p:cNvPr>
                  <p:cNvSpPr txBox="1"/>
                  <p:nvPr/>
                </p:nvSpPr>
                <p:spPr>
                  <a:xfrm>
                    <a:off x="613409" y="3845345"/>
                    <a:ext cx="963162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 b="1"/>
                    </a:lvl1pPr>
                  </a:lstStyle>
                  <a:p>
                    <a:r>
                      <a:rPr lang="en-US" sz="1400" b="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R² </a:t>
                    </a:r>
                    <a:r>
                      <a:rPr lang="en-US" sz="1400" b="0" dirty="0" err="1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Médio</a:t>
                    </a:r>
                    <a:endParaRPr lang="en-US" sz="1400" b="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7B5D0A64-B3ED-DA3B-A006-8E04DD877CB4}"/>
                      </a:ext>
                    </a:extLst>
                  </p:cNvPr>
                  <p:cNvSpPr txBox="1"/>
                  <p:nvPr/>
                </p:nvSpPr>
                <p:spPr>
                  <a:xfrm>
                    <a:off x="2517535" y="3799178"/>
                    <a:ext cx="140283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 b="1"/>
                    </a:lvl1pPr>
                  </a:lstStyle>
                  <a:p>
                    <a:pPr algn="ctr"/>
                    <a:r>
                      <a:rPr lang="en-US" dirty="0">
                        <a:solidFill>
                          <a:srgbClr val="D97602"/>
                        </a:solidFill>
                      </a:rPr>
                      <a:t>0.64 – 0.72</a:t>
                    </a:r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19DB5DB1-1612-9BCB-6B5D-008CC0826FE8}"/>
                      </a:ext>
                    </a:extLst>
                  </p:cNvPr>
                  <p:cNvSpPr txBox="1"/>
                  <p:nvPr/>
                </p:nvSpPr>
                <p:spPr>
                  <a:xfrm>
                    <a:off x="672172" y="2136970"/>
                    <a:ext cx="2788231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200" b="1">
                        <a:solidFill>
                          <a:srgbClr val="178263"/>
                        </a:solidFill>
                      </a:defRPr>
                    </a:lvl1pPr>
                  </a:lstStyle>
                  <a:p>
                    <a:r>
                      <a:rPr lang="en-US" dirty="0"/>
                      <a:t>VANTANGENS</a:t>
                    </a:r>
                  </a:p>
                </p:txBody>
              </p:sp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B291FB07-B378-1E63-DB19-8A3FD986E6DA}"/>
                      </a:ext>
                    </a:extLst>
                  </p:cNvPr>
                  <p:cNvSpPr txBox="1"/>
                  <p:nvPr/>
                </p:nvSpPr>
                <p:spPr>
                  <a:xfrm>
                    <a:off x="672172" y="2911528"/>
                    <a:ext cx="2788231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1200" b="1">
                        <a:solidFill>
                          <a:srgbClr val="C03232"/>
                        </a:solidFill>
                      </a:defRPr>
                    </a:lvl1pPr>
                  </a:lstStyle>
                  <a:p>
                    <a:r>
                      <a:rPr lang="en-US" dirty="0"/>
                      <a:t>DESVANTANGENS</a:t>
                    </a:r>
                  </a:p>
                </p:txBody>
              </p:sp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0F5C8175-FB1A-5373-B501-E03887BA39B4}"/>
                      </a:ext>
                    </a:extLst>
                  </p:cNvPr>
                  <p:cNvSpPr txBox="1"/>
                  <p:nvPr/>
                </p:nvSpPr>
                <p:spPr>
                  <a:xfrm>
                    <a:off x="866901" y="3152781"/>
                    <a:ext cx="2788231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 b="1"/>
                    </a:lvl1pPr>
                  </a:lstStyle>
                  <a:p>
                    <a:r>
                      <a:rPr lang="en-US" sz="1100" b="0" dirty="0" err="1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Não</a:t>
                    </a:r>
                    <a:r>
                      <a:rPr 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 </a:t>
                    </a:r>
                    <a:r>
                      <a:rPr lang="en-US" sz="1100" b="0" dirty="0" err="1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modela</a:t>
                    </a:r>
                    <a:r>
                      <a:rPr lang="en-US" sz="1100" b="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 </a:t>
                    </a:r>
                    <a:r>
                      <a:rPr lang="en-US" sz="1100" b="0" dirty="0" err="1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relações</a:t>
                    </a:r>
                    <a:endParaRPr lang="en-US" sz="1100" b="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C765837A-8857-21DB-8CDA-547DFEDF4D94}"/>
                      </a:ext>
                    </a:extLst>
                  </p:cNvPr>
                  <p:cNvSpPr txBox="1"/>
                  <p:nvPr/>
                </p:nvSpPr>
                <p:spPr>
                  <a:xfrm>
                    <a:off x="866901" y="3394036"/>
                    <a:ext cx="2788231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 b="1"/>
                    </a:lvl1pPr>
                  </a:lstStyle>
                  <a:p>
                    <a:r>
                      <a:rPr lang="pt-BR" sz="1100" b="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Tende a </a:t>
                    </a:r>
                    <a:r>
                      <a:rPr lang="pt-BR" sz="1100" b="0" dirty="0" err="1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overfitting</a:t>
                    </a:r>
                    <a:r>
                      <a:rPr lang="pt-BR" sz="1100" b="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 sem ajuste</a:t>
                    </a:r>
                    <a:endParaRPr lang="en-US" sz="1100" b="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DEBDAA60-0F5C-E154-31F0-57BD59095E34}"/>
                      </a:ext>
                    </a:extLst>
                  </p:cNvPr>
                  <p:cNvSpPr txBox="1"/>
                  <p:nvPr/>
                </p:nvSpPr>
                <p:spPr>
                  <a:xfrm>
                    <a:off x="866901" y="2378223"/>
                    <a:ext cx="2788231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 b="1"/>
                    </a:lvl1pPr>
                  </a:lstStyle>
                  <a:p>
                    <a:r>
                      <a:rPr lang="pt-BR" sz="1100" b="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Captura não-linearidade</a:t>
                    </a:r>
                    <a:endParaRPr lang="en-US" sz="1100" b="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B4F1AE15-8849-841F-B924-D0F709EAF9CD}"/>
                      </a:ext>
                    </a:extLst>
                  </p:cNvPr>
                  <p:cNvSpPr txBox="1"/>
                  <p:nvPr/>
                </p:nvSpPr>
                <p:spPr>
                  <a:xfrm>
                    <a:off x="866901" y="2619476"/>
                    <a:ext cx="2788231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sz="2000" b="1"/>
                    </a:lvl1pPr>
                  </a:lstStyle>
                  <a:p>
                    <a:r>
                      <a:rPr lang="pt-BR" sz="1100" b="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Robusto a outliers</a:t>
                    </a:r>
                    <a:endParaRPr lang="en-US" sz="1100" b="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p:grpSp>
          </p:grpSp>
        </p:grp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F1D6E62B-813C-8ACA-B1DC-608DABDF475E}"/>
              </a:ext>
            </a:extLst>
          </p:cNvPr>
          <p:cNvSpPr txBox="1"/>
          <p:nvPr/>
        </p:nvSpPr>
        <p:spPr>
          <a:xfrm>
            <a:off x="6588760" y="4755327"/>
            <a:ext cx="5201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i="1" dirty="0">
                <a:solidFill>
                  <a:schemeClr val="bg1"/>
                </a:solidFill>
              </a:rPr>
              <a:t>Os </a:t>
            </a:r>
            <a:r>
              <a:rPr lang="pt-BR" sz="1200" i="1" dirty="0" err="1">
                <a:solidFill>
                  <a:schemeClr val="bg1"/>
                </a:solidFill>
              </a:rPr>
              <a:t>modeloas</a:t>
            </a:r>
            <a:r>
              <a:rPr lang="pt-BR" sz="1400" i="1" dirty="0">
                <a:solidFill>
                  <a:schemeClr val="bg1"/>
                </a:solidFill>
              </a:rPr>
              <a:t> tradicionais atingiram um teto de performance. Eles falham ao tratar estudantes como entidades isoladas.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613190E-8555-CBE0-7473-AADCDA6C5B4F}"/>
              </a:ext>
            </a:extLst>
          </p:cNvPr>
          <p:cNvSpPr txBox="1"/>
          <p:nvPr/>
        </p:nvSpPr>
        <p:spPr>
          <a:xfrm>
            <a:off x="6588760" y="4392601"/>
            <a:ext cx="270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Conclusão</a:t>
            </a:r>
            <a:r>
              <a:rPr lang="en-US" b="1" dirty="0">
                <a:solidFill>
                  <a:schemeClr val="bg1"/>
                </a:solidFill>
              </a:rPr>
              <a:t> da Etapa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091F10A-23AA-7DC8-06C6-40ADDEEB3A77}"/>
              </a:ext>
            </a:extLst>
          </p:cNvPr>
          <p:cNvSpPr txBox="1"/>
          <p:nvPr/>
        </p:nvSpPr>
        <p:spPr>
          <a:xfrm>
            <a:off x="6805060" y="5317914"/>
            <a:ext cx="51483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/>
                </a:solidFill>
              </a:rPr>
              <a:t>Precisamos capturar as </a:t>
            </a:r>
            <a:r>
              <a:rPr lang="pt-BR" sz="1200" b="1" dirty="0">
                <a:solidFill>
                  <a:srgbClr val="937BDD"/>
                </a:solidFill>
              </a:rPr>
              <a:t>relações sociais e escolares</a:t>
            </a:r>
            <a:r>
              <a:rPr lang="pt-BR" sz="1200" b="1" dirty="0">
                <a:solidFill>
                  <a:schemeClr val="bg1"/>
                </a:solidFill>
              </a:rPr>
              <a:t> entre os alunos.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F2A939D-F756-80BC-CD04-ADC621F5ABA3}"/>
              </a:ext>
            </a:extLst>
          </p:cNvPr>
          <p:cNvSpPr txBox="1"/>
          <p:nvPr/>
        </p:nvSpPr>
        <p:spPr>
          <a:xfrm>
            <a:off x="6805060" y="5717072"/>
            <a:ext cx="6128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Isso exige uma Estrutura de Grafo.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D3885C5-0DF6-BD54-B33A-C47F1E9B3304}"/>
              </a:ext>
            </a:extLst>
          </p:cNvPr>
          <p:cNvGrpSpPr/>
          <p:nvPr/>
        </p:nvGrpSpPr>
        <p:grpSpPr>
          <a:xfrm>
            <a:off x="8352253" y="1452833"/>
            <a:ext cx="3501593" cy="2673431"/>
            <a:chOff x="8352253" y="1452833"/>
            <a:chExt cx="3501593" cy="267343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9CED01D-F077-6042-4C49-31D6A50E5DEB}"/>
                </a:ext>
              </a:extLst>
            </p:cNvPr>
            <p:cNvCxnSpPr>
              <a:cxnSpLocks/>
            </p:cNvCxnSpPr>
            <p:nvPr/>
          </p:nvCxnSpPr>
          <p:spPr>
            <a:xfrm>
              <a:off x="8490931" y="3564428"/>
              <a:ext cx="322357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04B6F926-1B1B-11FB-05A7-44BF74DC3B06}"/>
                </a:ext>
              </a:extLst>
            </p:cNvPr>
            <p:cNvSpPr/>
            <p:nvPr/>
          </p:nvSpPr>
          <p:spPr>
            <a:xfrm flipH="1">
              <a:off x="8352253" y="1452833"/>
              <a:ext cx="3501593" cy="2673431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4BBDFA9-C260-0265-FD25-5E00123018B6}"/>
                </a:ext>
              </a:extLst>
            </p:cNvPr>
            <p:cNvSpPr txBox="1"/>
            <p:nvPr/>
          </p:nvSpPr>
          <p:spPr>
            <a:xfrm>
              <a:off x="8491263" y="1570581"/>
              <a:ext cx="32235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800" dirty="0" err="1"/>
                <a:t>XGBoost</a:t>
              </a:r>
              <a:endParaRPr lang="en-US" sz="1800" dirty="0"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871A7C9A-AB2D-3835-5ADB-5F0169C5C0A6}"/>
                </a:ext>
              </a:extLst>
            </p:cNvPr>
            <p:cNvGrpSpPr/>
            <p:nvPr/>
          </p:nvGrpSpPr>
          <p:grpSpPr>
            <a:xfrm>
              <a:off x="10725468" y="1847247"/>
              <a:ext cx="1101573" cy="261610"/>
              <a:chOff x="286960" y="5052877"/>
              <a:chExt cx="1101573" cy="261610"/>
            </a:xfrm>
          </p:grpSpPr>
          <p:sp>
            <p:nvSpPr>
              <p:cNvPr id="112" name="Rectangle: Rounded Corners 111">
                <a:extLst>
                  <a:ext uri="{FF2B5EF4-FFF2-40B4-BE49-F238E27FC236}">
                    <a16:creationId xmlns:a16="http://schemas.microsoft.com/office/drawing/2014/main" id="{E9B3F20B-D621-3B55-C258-0DAD7A2C02A1}"/>
                  </a:ext>
                </a:extLst>
              </p:cNvPr>
              <p:cNvSpPr/>
              <p:nvPr/>
            </p:nvSpPr>
            <p:spPr>
              <a:xfrm>
                <a:off x="360397" y="5081588"/>
                <a:ext cx="954698" cy="204189"/>
              </a:xfrm>
              <a:prstGeom prst="roundRect">
                <a:avLst>
                  <a:gd name="adj" fmla="val 23544"/>
                </a:avLst>
              </a:prstGeom>
              <a:solidFill>
                <a:srgbClr val="F3F4F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C8A4784-D66E-83CE-6987-0C020F5E7844}"/>
                  </a:ext>
                </a:extLst>
              </p:cNvPr>
              <p:cNvSpPr txBox="1"/>
              <p:nvPr/>
            </p:nvSpPr>
            <p:spPr>
              <a:xfrm>
                <a:off x="286960" y="5052877"/>
                <a:ext cx="11015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ctr"/>
                <a:r>
                  <a:rPr lang="pt-BR" sz="1100" b="1" dirty="0" err="1">
                    <a:solidFill>
                      <a:schemeClr val="bg1">
                        <a:lumMod val="50000"/>
                      </a:schemeClr>
                    </a:solidFill>
                  </a:rPr>
                  <a:t>Boosting</a:t>
                </a:r>
                <a:endParaRPr lang="pt-BR" sz="11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CF049FC-047B-E7D4-0B54-49E39306272B}"/>
                </a:ext>
              </a:extLst>
            </p:cNvPr>
            <p:cNvGrpSpPr/>
            <p:nvPr/>
          </p:nvGrpSpPr>
          <p:grpSpPr>
            <a:xfrm>
              <a:off x="8443039" y="1976235"/>
              <a:ext cx="3306961" cy="2062318"/>
              <a:chOff x="4434687" y="1979209"/>
              <a:chExt cx="3306961" cy="2062318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42C23179-9C0F-A9FF-D91C-DD804DC76C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2911" y="3564428"/>
                <a:ext cx="3223572" cy="0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D09B1879-7D82-02BC-DA78-6E79F5B1D663}"/>
                  </a:ext>
                </a:extLst>
              </p:cNvPr>
              <p:cNvGrpSpPr/>
              <p:nvPr/>
            </p:nvGrpSpPr>
            <p:grpSpPr>
              <a:xfrm>
                <a:off x="4434687" y="1979209"/>
                <a:ext cx="3306961" cy="2062318"/>
                <a:chOff x="613409" y="2136970"/>
                <a:chExt cx="3306961" cy="2062318"/>
              </a:xfrm>
            </p:grpSpPr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44FFB8B-91D1-CB7E-1FB6-FC961A08A79F}"/>
                    </a:ext>
                  </a:extLst>
                </p:cNvPr>
                <p:cNvSpPr txBox="1"/>
                <p:nvPr/>
              </p:nvSpPr>
              <p:spPr>
                <a:xfrm>
                  <a:off x="613409" y="3845345"/>
                  <a:ext cx="9631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en-US" sz="14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R² </a:t>
                  </a:r>
                  <a:r>
                    <a:rPr lang="en-US" sz="14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Médio</a:t>
                  </a:r>
                  <a:endParaRPr lang="en-US" sz="1400" b="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5A3E3D25-6446-741E-84A4-00CF3FD3F815}"/>
                    </a:ext>
                  </a:extLst>
                </p:cNvPr>
                <p:cNvSpPr txBox="1"/>
                <p:nvPr/>
              </p:nvSpPr>
              <p:spPr>
                <a:xfrm>
                  <a:off x="2517535" y="3799178"/>
                  <a:ext cx="140283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pPr algn="ctr"/>
                  <a:r>
                    <a:rPr lang="en-US" dirty="0">
                      <a:solidFill>
                        <a:srgbClr val="029567"/>
                      </a:solidFill>
                    </a:rPr>
                    <a:t>0.62– 0.75</a:t>
                  </a: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259DA5DF-5B29-E4DA-5B34-8C6347987A61}"/>
                    </a:ext>
                  </a:extLst>
                </p:cNvPr>
                <p:cNvSpPr txBox="1"/>
                <p:nvPr/>
              </p:nvSpPr>
              <p:spPr>
                <a:xfrm>
                  <a:off x="672172" y="2136970"/>
                  <a:ext cx="278823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en-US" sz="1200" dirty="0">
                      <a:solidFill>
                        <a:srgbClr val="178263"/>
                      </a:solidFill>
                    </a:rPr>
                    <a:t>VANTANGENS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854E60C0-2D4D-9F6A-D644-E845F9A59AB0}"/>
                    </a:ext>
                  </a:extLst>
                </p:cNvPr>
                <p:cNvSpPr txBox="1"/>
                <p:nvPr/>
              </p:nvSpPr>
              <p:spPr>
                <a:xfrm>
                  <a:off x="672172" y="2911528"/>
                  <a:ext cx="278823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en-US" sz="1200" dirty="0">
                      <a:solidFill>
                        <a:srgbClr val="C03232"/>
                      </a:solidFill>
                    </a:rPr>
                    <a:t>DESVANTANGENS</a:t>
                  </a: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1FB1F101-5788-7DA8-58E6-58B5B854903B}"/>
                    </a:ext>
                  </a:extLst>
                </p:cNvPr>
                <p:cNvSpPr txBox="1"/>
                <p:nvPr/>
              </p:nvSpPr>
              <p:spPr>
                <a:xfrm>
                  <a:off x="866901" y="3152781"/>
                  <a:ext cx="278823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en-US" sz="11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Ignora</a:t>
                  </a:r>
                  <a:r>
                    <a:rPr lang="en-US" sz="11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 </a:t>
                  </a:r>
                  <a:r>
                    <a:rPr lang="en-US" sz="11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estrutra</a:t>
                  </a:r>
                  <a:r>
                    <a:rPr lang="en-US" sz="11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 do </a:t>
                  </a:r>
                  <a:r>
                    <a:rPr lang="en-US" sz="11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grafo</a:t>
                  </a:r>
                  <a:endParaRPr lang="en-US" sz="1100" b="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E068353D-57B8-1AFB-804F-B965C21F1E85}"/>
                    </a:ext>
                  </a:extLst>
                </p:cNvPr>
                <p:cNvSpPr txBox="1"/>
                <p:nvPr/>
              </p:nvSpPr>
              <p:spPr>
                <a:xfrm>
                  <a:off x="866901" y="3394036"/>
                  <a:ext cx="278823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pt-BR" sz="11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Trata alunos como independentes</a:t>
                  </a:r>
                  <a:endParaRPr lang="en-US" sz="1100" b="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BE900F69-ECCC-C99B-A8B6-8A3541F99E0F}"/>
                    </a:ext>
                  </a:extLst>
                </p:cNvPr>
                <p:cNvSpPr txBox="1"/>
                <p:nvPr/>
              </p:nvSpPr>
              <p:spPr>
                <a:xfrm>
                  <a:off x="866901" y="2378223"/>
                  <a:ext cx="278823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pt-BR" sz="11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SOTA para dados tabulares</a:t>
                  </a:r>
                  <a:endParaRPr lang="en-US" sz="1100" b="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828A0BB7-8D5B-875D-938B-7E10032E4824}"/>
                    </a:ext>
                  </a:extLst>
                </p:cNvPr>
                <p:cNvSpPr txBox="1"/>
                <p:nvPr/>
              </p:nvSpPr>
              <p:spPr>
                <a:xfrm>
                  <a:off x="866901" y="2619476"/>
                  <a:ext cx="278823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pt-BR" sz="11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Captura interações complexas</a:t>
                  </a:r>
                  <a:endParaRPr lang="en-US" sz="1100" b="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DF8D1781-AC13-3887-7C08-2CFFD6934CD5}"/>
                </a:ext>
              </a:extLst>
            </p:cNvPr>
            <p:cNvGrpSpPr/>
            <p:nvPr/>
          </p:nvGrpSpPr>
          <p:grpSpPr>
            <a:xfrm>
              <a:off x="10301445" y="1566774"/>
              <a:ext cx="1525596" cy="261610"/>
              <a:chOff x="9337372" y="708525"/>
              <a:chExt cx="1525596" cy="261610"/>
            </a:xfrm>
          </p:grpSpPr>
          <p:sp>
            <p:nvSpPr>
              <p:cNvPr id="125" name="Rectangle: Rounded Corners 124">
                <a:extLst>
                  <a:ext uri="{FF2B5EF4-FFF2-40B4-BE49-F238E27FC236}">
                    <a16:creationId xmlns:a16="http://schemas.microsoft.com/office/drawing/2014/main" id="{158ECE35-9221-2309-265D-F24FC02A1D84}"/>
                  </a:ext>
                </a:extLst>
              </p:cNvPr>
              <p:cNvSpPr/>
              <p:nvPr/>
            </p:nvSpPr>
            <p:spPr>
              <a:xfrm>
                <a:off x="9401836" y="708525"/>
                <a:ext cx="1396668" cy="261610"/>
              </a:xfrm>
              <a:prstGeom prst="roundRect">
                <a:avLst>
                  <a:gd name="adj" fmla="val 23544"/>
                </a:avLst>
              </a:prstGeom>
              <a:solidFill>
                <a:srgbClr val="10B9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95028C15-FB8C-F11D-54BC-6D936C971087}"/>
                  </a:ext>
                </a:extLst>
              </p:cNvPr>
              <p:cNvSpPr txBox="1"/>
              <p:nvPr/>
            </p:nvSpPr>
            <p:spPr>
              <a:xfrm>
                <a:off x="9337372" y="708525"/>
                <a:ext cx="15255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ctr"/>
                <a:r>
                  <a:rPr lang="pt-BR" sz="1100" b="1" dirty="0">
                    <a:solidFill>
                      <a:schemeClr val="bg1"/>
                    </a:solidFill>
                  </a:rPr>
                  <a:t>MELHOR BASELINE</a:t>
                </a:r>
              </a:p>
            </p:txBody>
          </p:sp>
        </p:grpSp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8A05729-F1F4-A09C-54FF-04FCF96696D7}"/>
              </a:ext>
            </a:extLst>
          </p:cNvPr>
          <p:cNvSpPr/>
          <p:nvPr/>
        </p:nvSpPr>
        <p:spPr>
          <a:xfrm>
            <a:off x="6805060" y="5411472"/>
            <a:ext cx="45719" cy="523220"/>
          </a:xfrm>
          <a:prstGeom prst="rect">
            <a:avLst/>
          </a:prstGeom>
          <a:solidFill>
            <a:srgbClr val="937B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78CD5D18-C43D-02B1-9B7F-88D2E8725B00}"/>
              </a:ext>
            </a:extLst>
          </p:cNvPr>
          <p:cNvGrpSpPr/>
          <p:nvPr/>
        </p:nvGrpSpPr>
        <p:grpSpPr>
          <a:xfrm>
            <a:off x="9652229" y="1652382"/>
            <a:ext cx="197176" cy="197175"/>
            <a:chOff x="9929970" y="247487"/>
            <a:chExt cx="571502" cy="571499"/>
          </a:xfrm>
          <a:solidFill>
            <a:srgbClr val="029567"/>
          </a:solidFill>
        </p:grpSpPr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1C7B7BD0-9A5B-70B8-D87E-D5306F97AFA9}"/>
                </a:ext>
              </a:extLst>
            </p:cNvPr>
            <p:cNvSpPr/>
            <p:nvPr/>
          </p:nvSpPr>
          <p:spPr>
            <a:xfrm>
              <a:off x="9929970" y="330169"/>
              <a:ext cx="246613" cy="156086"/>
            </a:xfrm>
            <a:custGeom>
              <a:avLst/>
              <a:gdLst>
                <a:gd name="connsiteX0" fmla="*/ 4097 w 246613"/>
                <a:gd name="connsiteY0" fmla="*/ 156086 h 156086"/>
                <a:gd name="connsiteX1" fmla="*/ 116016 w 246613"/>
                <a:gd name="connsiteY1" fmla="*/ 156086 h 156086"/>
                <a:gd name="connsiteX2" fmla="*/ 246614 w 246613"/>
                <a:gd name="connsiteY2" fmla="*/ 0 h 156086"/>
                <a:gd name="connsiteX3" fmla="*/ 159140 w 246613"/>
                <a:gd name="connsiteY3" fmla="*/ 0 h 156086"/>
                <a:gd name="connsiteX4" fmla="*/ 144741 w 246613"/>
                <a:gd name="connsiteY4" fmla="*/ 5953 h 156086"/>
                <a:gd name="connsiteX5" fmla="*/ 1199 w 246613"/>
                <a:gd name="connsiteY5" fmla="*/ 149085 h 156086"/>
                <a:gd name="connsiteX6" fmla="*/ 1199 w 246613"/>
                <a:gd name="connsiteY6" fmla="*/ 149123 h 156086"/>
                <a:gd name="connsiteX7" fmla="*/ 306 w 246613"/>
                <a:gd name="connsiteY7" fmla="*/ 153550 h 156086"/>
                <a:gd name="connsiteX8" fmla="*/ 4101 w 246613"/>
                <a:gd name="connsiteY8" fmla="*/ 156080 h 156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6613" h="156086">
                  <a:moveTo>
                    <a:pt x="4097" y="156086"/>
                  </a:moveTo>
                  <a:lnTo>
                    <a:pt x="116016" y="156086"/>
                  </a:lnTo>
                  <a:cubicBezTo>
                    <a:pt x="150804" y="97336"/>
                    <a:pt x="194895" y="44615"/>
                    <a:pt x="246614" y="0"/>
                  </a:cubicBezTo>
                  <a:lnTo>
                    <a:pt x="159140" y="0"/>
                  </a:lnTo>
                  <a:cubicBezTo>
                    <a:pt x="153745" y="0"/>
                    <a:pt x="148573" y="2158"/>
                    <a:pt x="144741" y="5953"/>
                  </a:cubicBezTo>
                  <a:lnTo>
                    <a:pt x="1199" y="149085"/>
                  </a:lnTo>
                  <a:lnTo>
                    <a:pt x="1199" y="149123"/>
                  </a:lnTo>
                  <a:cubicBezTo>
                    <a:pt x="46" y="150276"/>
                    <a:pt x="-326" y="152025"/>
                    <a:pt x="306" y="153550"/>
                  </a:cubicBezTo>
                  <a:cubicBezTo>
                    <a:pt x="939" y="155076"/>
                    <a:pt x="2427" y="156080"/>
                    <a:pt x="4101" y="1560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1C150817-0A57-F3B4-ED28-D2ED2A3C68B0}"/>
                </a:ext>
              </a:extLst>
            </p:cNvPr>
            <p:cNvSpPr/>
            <p:nvPr/>
          </p:nvSpPr>
          <p:spPr>
            <a:xfrm>
              <a:off x="10263679" y="572768"/>
              <a:ext cx="156495" cy="246218"/>
            </a:xfrm>
            <a:custGeom>
              <a:avLst/>
              <a:gdLst>
                <a:gd name="connsiteX0" fmla="*/ 6964 w 156495"/>
                <a:gd name="connsiteY0" fmla="*/ 245043 h 246218"/>
                <a:gd name="connsiteX1" fmla="*/ 150505 w 156495"/>
                <a:gd name="connsiteY1" fmla="*/ 101873 h 246218"/>
                <a:gd name="connsiteX2" fmla="*/ 156496 w 156495"/>
                <a:gd name="connsiteY2" fmla="*/ 87437 h 246218"/>
                <a:gd name="connsiteX3" fmla="*/ 156496 w 156495"/>
                <a:gd name="connsiteY3" fmla="*/ 0 h 246218"/>
                <a:gd name="connsiteX4" fmla="*/ 0 w 156495"/>
                <a:gd name="connsiteY4" fmla="*/ 130597 h 246218"/>
                <a:gd name="connsiteX5" fmla="*/ 0 w 156495"/>
                <a:gd name="connsiteY5" fmla="*/ 242145 h 246218"/>
                <a:gd name="connsiteX6" fmla="*/ 2530 w 156495"/>
                <a:gd name="connsiteY6" fmla="*/ 245902 h 246218"/>
                <a:gd name="connsiteX7" fmla="*/ 6958 w 156495"/>
                <a:gd name="connsiteY7" fmla="*/ 245047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6495" h="246218">
                  <a:moveTo>
                    <a:pt x="6964" y="245043"/>
                  </a:moveTo>
                  <a:lnTo>
                    <a:pt x="150505" y="101873"/>
                  </a:lnTo>
                  <a:cubicBezTo>
                    <a:pt x="154338" y="98040"/>
                    <a:pt x="156496" y="92869"/>
                    <a:pt x="156496" y="87437"/>
                  </a:cubicBezTo>
                  <a:lnTo>
                    <a:pt x="156496" y="0"/>
                  </a:lnTo>
                  <a:cubicBezTo>
                    <a:pt x="111884" y="51866"/>
                    <a:pt x="59017" y="95993"/>
                    <a:pt x="0" y="130597"/>
                  </a:cubicBezTo>
                  <a:lnTo>
                    <a:pt x="0" y="242145"/>
                  </a:lnTo>
                  <a:cubicBezTo>
                    <a:pt x="0" y="243782"/>
                    <a:pt x="1005" y="245270"/>
                    <a:pt x="2530" y="245902"/>
                  </a:cubicBezTo>
                  <a:cubicBezTo>
                    <a:pt x="4056" y="246535"/>
                    <a:pt x="5804" y="246200"/>
                    <a:pt x="6958" y="2450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34078B85-7703-CC42-EC56-82DF7E05CDC1}"/>
                </a:ext>
              </a:extLst>
            </p:cNvPr>
            <p:cNvSpPr/>
            <p:nvPr/>
          </p:nvSpPr>
          <p:spPr>
            <a:xfrm>
              <a:off x="10032204" y="247487"/>
              <a:ext cx="469268" cy="469474"/>
            </a:xfrm>
            <a:custGeom>
              <a:avLst/>
              <a:gdLst>
                <a:gd name="connsiteX0" fmla="*/ 468744 w 469268"/>
                <a:gd name="connsiteY0" fmla="*/ 17388 h 469474"/>
                <a:gd name="connsiteX1" fmla="*/ 463795 w 469268"/>
                <a:gd name="connsiteY1" fmla="*/ 5296 h 469474"/>
                <a:gd name="connsiteX2" fmla="*/ 451629 w 469268"/>
                <a:gd name="connsiteY2" fmla="*/ 459 h 469474"/>
                <a:gd name="connsiteX3" fmla="*/ 25385 w 469268"/>
                <a:gd name="connsiteY3" fmla="*/ 258787 h 469474"/>
                <a:gd name="connsiteX4" fmla="*/ 25385 w 469268"/>
                <a:gd name="connsiteY4" fmla="*/ 259196 h 469474"/>
                <a:gd name="connsiteX5" fmla="*/ 25199 w 469268"/>
                <a:gd name="connsiteY5" fmla="*/ 259196 h 469474"/>
                <a:gd name="connsiteX6" fmla="*/ 2280 w 469268"/>
                <a:gd name="connsiteY6" fmla="*/ 300310 h 469474"/>
                <a:gd name="connsiteX7" fmla="*/ 2317 w 469268"/>
                <a:gd name="connsiteY7" fmla="*/ 300273 h 469474"/>
                <a:gd name="connsiteX8" fmla="*/ 6001 w 469268"/>
                <a:gd name="connsiteY8" fmla="*/ 324234 h 469474"/>
                <a:gd name="connsiteX9" fmla="*/ 145637 w 469268"/>
                <a:gd name="connsiteY9" fmla="*/ 463537 h 469474"/>
                <a:gd name="connsiteX10" fmla="*/ 145637 w 469268"/>
                <a:gd name="connsiteY10" fmla="*/ 463500 h 469474"/>
                <a:gd name="connsiteX11" fmla="*/ 169487 w 469268"/>
                <a:gd name="connsiteY11" fmla="*/ 467183 h 469474"/>
                <a:gd name="connsiteX12" fmla="*/ 211047 w 469268"/>
                <a:gd name="connsiteY12" fmla="*/ 444413 h 469474"/>
                <a:gd name="connsiteX13" fmla="*/ 211047 w 469268"/>
                <a:gd name="connsiteY13" fmla="*/ 444227 h 469474"/>
                <a:gd name="connsiteX14" fmla="*/ 211457 w 469268"/>
                <a:gd name="connsiteY14" fmla="*/ 444227 h 469474"/>
                <a:gd name="connsiteX15" fmla="*/ 468746 w 469268"/>
                <a:gd name="connsiteY15" fmla="*/ 17392 h 469474"/>
                <a:gd name="connsiteX16" fmla="*/ 306152 w 469268"/>
                <a:gd name="connsiteY16" fmla="*/ 255704 h 469474"/>
                <a:gd name="connsiteX17" fmla="*/ 214325 w 469268"/>
                <a:gd name="connsiteY17" fmla="*/ 255704 h 469474"/>
                <a:gd name="connsiteX18" fmla="*/ 200373 w 469268"/>
                <a:gd name="connsiteY18" fmla="*/ 185160 h 469474"/>
                <a:gd name="connsiteX19" fmla="*/ 260240 w 469268"/>
                <a:gd name="connsiteY19" fmla="*/ 145348 h 469474"/>
                <a:gd name="connsiteX20" fmla="*/ 306153 w 469268"/>
                <a:gd name="connsiteY20" fmla="*/ 164324 h 469474"/>
                <a:gd name="connsiteX21" fmla="*/ 325129 w 469268"/>
                <a:gd name="connsiteY21" fmla="*/ 210014 h 469474"/>
                <a:gd name="connsiteX22" fmla="*/ 306153 w 469268"/>
                <a:gd name="connsiteY22" fmla="*/ 255705 h 469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69268" h="469474">
                  <a:moveTo>
                    <a:pt x="468744" y="17388"/>
                  </a:moveTo>
                  <a:cubicBezTo>
                    <a:pt x="468818" y="12849"/>
                    <a:pt x="467032" y="8496"/>
                    <a:pt x="463795" y="5296"/>
                  </a:cubicBezTo>
                  <a:cubicBezTo>
                    <a:pt x="460558" y="2096"/>
                    <a:pt x="456168" y="348"/>
                    <a:pt x="451629" y="459"/>
                  </a:cubicBezTo>
                  <a:cubicBezTo>
                    <a:pt x="383279" y="-1587"/>
                    <a:pt x="183738" y="-7689"/>
                    <a:pt x="25385" y="258787"/>
                  </a:cubicBezTo>
                  <a:lnTo>
                    <a:pt x="25385" y="259196"/>
                  </a:lnTo>
                  <a:lnTo>
                    <a:pt x="25199" y="259196"/>
                  </a:lnTo>
                  <a:cubicBezTo>
                    <a:pt x="17534" y="272181"/>
                    <a:pt x="9907" y="285874"/>
                    <a:pt x="2280" y="300310"/>
                  </a:cubicBezTo>
                  <a:lnTo>
                    <a:pt x="2317" y="300273"/>
                  </a:lnTo>
                  <a:cubicBezTo>
                    <a:pt x="-1813" y="308235"/>
                    <a:pt x="-324" y="317909"/>
                    <a:pt x="6001" y="324234"/>
                  </a:cubicBezTo>
                  <a:lnTo>
                    <a:pt x="145637" y="463537"/>
                  </a:lnTo>
                  <a:lnTo>
                    <a:pt x="145637" y="463500"/>
                  </a:lnTo>
                  <a:cubicBezTo>
                    <a:pt x="151962" y="469788"/>
                    <a:pt x="161599" y="471276"/>
                    <a:pt x="169487" y="467183"/>
                  </a:cubicBezTo>
                  <a:cubicBezTo>
                    <a:pt x="183960" y="459667"/>
                    <a:pt x="197765" y="452115"/>
                    <a:pt x="211047" y="444413"/>
                  </a:cubicBezTo>
                  <a:lnTo>
                    <a:pt x="211047" y="444227"/>
                  </a:lnTo>
                  <a:lnTo>
                    <a:pt x="211457" y="444227"/>
                  </a:lnTo>
                  <a:cubicBezTo>
                    <a:pt x="477118" y="288140"/>
                    <a:pt x="471013" y="86782"/>
                    <a:pt x="468746" y="17392"/>
                  </a:cubicBezTo>
                  <a:close/>
                  <a:moveTo>
                    <a:pt x="306152" y="255704"/>
                  </a:moveTo>
                  <a:cubicBezTo>
                    <a:pt x="280776" y="281004"/>
                    <a:pt x="239700" y="281004"/>
                    <a:pt x="214325" y="255704"/>
                  </a:cubicBezTo>
                  <a:cubicBezTo>
                    <a:pt x="195833" y="237175"/>
                    <a:pt x="190327" y="209343"/>
                    <a:pt x="200373" y="185160"/>
                  </a:cubicBezTo>
                  <a:cubicBezTo>
                    <a:pt x="210419" y="161012"/>
                    <a:pt x="234083" y="145274"/>
                    <a:pt x="260240" y="145348"/>
                  </a:cubicBezTo>
                  <a:cubicBezTo>
                    <a:pt x="277467" y="145311"/>
                    <a:pt x="293987" y="152157"/>
                    <a:pt x="306153" y="164324"/>
                  </a:cubicBezTo>
                  <a:cubicBezTo>
                    <a:pt x="318282" y="176416"/>
                    <a:pt x="325129" y="192861"/>
                    <a:pt x="325129" y="210014"/>
                  </a:cubicBezTo>
                  <a:cubicBezTo>
                    <a:pt x="325129" y="227167"/>
                    <a:pt x="318283" y="243612"/>
                    <a:pt x="306153" y="2557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32591ED7-126F-9ECE-3DD1-6DDA5FC8D3A8}"/>
                </a:ext>
              </a:extLst>
            </p:cNvPr>
            <p:cNvSpPr/>
            <p:nvPr/>
          </p:nvSpPr>
          <p:spPr>
            <a:xfrm>
              <a:off x="9962965" y="677494"/>
              <a:ext cx="108881" cy="108662"/>
            </a:xfrm>
            <a:custGeom>
              <a:avLst/>
              <a:gdLst>
                <a:gd name="connsiteX0" fmla="*/ 91460 w 108881"/>
                <a:gd name="connsiteY0" fmla="*/ 2986 h 108662"/>
                <a:gd name="connsiteX1" fmla="*/ 3018 w 108881"/>
                <a:gd name="connsiteY1" fmla="*/ 91240 h 108662"/>
                <a:gd name="connsiteX2" fmla="*/ 2981 w 108881"/>
                <a:gd name="connsiteY2" fmla="*/ 105677 h 108662"/>
                <a:gd name="connsiteX3" fmla="*/ 17417 w 108881"/>
                <a:gd name="connsiteY3" fmla="*/ 105677 h 108662"/>
                <a:gd name="connsiteX4" fmla="*/ 105896 w 108881"/>
                <a:gd name="connsiteY4" fmla="*/ 17422 h 108662"/>
                <a:gd name="connsiteX5" fmla="*/ 105896 w 108881"/>
                <a:gd name="connsiteY5" fmla="*/ 2986 h 108662"/>
                <a:gd name="connsiteX6" fmla="*/ 91460 w 108881"/>
                <a:gd name="connsiteY6" fmla="*/ 2986 h 108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881" h="108662">
                  <a:moveTo>
                    <a:pt x="91460" y="2986"/>
                  </a:moveTo>
                  <a:lnTo>
                    <a:pt x="3018" y="91240"/>
                  </a:lnTo>
                  <a:cubicBezTo>
                    <a:pt x="-1000" y="95222"/>
                    <a:pt x="-1000" y="101696"/>
                    <a:pt x="2981" y="105677"/>
                  </a:cubicBezTo>
                  <a:cubicBezTo>
                    <a:pt x="6962" y="109658"/>
                    <a:pt x="13437" y="109658"/>
                    <a:pt x="17417" y="105677"/>
                  </a:cubicBezTo>
                  <a:lnTo>
                    <a:pt x="105896" y="17422"/>
                  </a:lnTo>
                  <a:cubicBezTo>
                    <a:pt x="109877" y="13441"/>
                    <a:pt x="109877" y="6966"/>
                    <a:pt x="105896" y="2986"/>
                  </a:cubicBezTo>
                  <a:cubicBezTo>
                    <a:pt x="101915" y="-995"/>
                    <a:pt x="95478" y="-996"/>
                    <a:pt x="91460" y="29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89DEDDCE-3EAD-F2F6-9A90-3DB4F4EB1F9F}"/>
                </a:ext>
              </a:extLst>
            </p:cNvPr>
            <p:cNvSpPr/>
            <p:nvPr/>
          </p:nvSpPr>
          <p:spPr>
            <a:xfrm>
              <a:off x="10057397" y="727576"/>
              <a:ext cx="64646" cy="64535"/>
            </a:xfrm>
            <a:custGeom>
              <a:avLst/>
              <a:gdLst>
                <a:gd name="connsiteX0" fmla="*/ 47225 w 64646"/>
                <a:gd name="connsiteY0" fmla="*/ 2986 h 64535"/>
                <a:gd name="connsiteX1" fmla="*/ 2986 w 64646"/>
                <a:gd name="connsiteY1" fmla="*/ 47113 h 64535"/>
                <a:gd name="connsiteX2" fmla="*/ 2986 w 64646"/>
                <a:gd name="connsiteY2" fmla="*/ 61549 h 64535"/>
                <a:gd name="connsiteX3" fmla="*/ 17422 w 64646"/>
                <a:gd name="connsiteY3" fmla="*/ 61549 h 64535"/>
                <a:gd name="connsiteX4" fmla="*/ 61661 w 64646"/>
                <a:gd name="connsiteY4" fmla="*/ 17422 h 64535"/>
                <a:gd name="connsiteX5" fmla="*/ 61661 w 64646"/>
                <a:gd name="connsiteY5" fmla="*/ 2986 h 64535"/>
                <a:gd name="connsiteX6" fmla="*/ 47225 w 64646"/>
                <a:gd name="connsiteY6" fmla="*/ 2986 h 64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646" h="64535">
                  <a:moveTo>
                    <a:pt x="47225" y="2986"/>
                  </a:moveTo>
                  <a:lnTo>
                    <a:pt x="2986" y="47113"/>
                  </a:lnTo>
                  <a:cubicBezTo>
                    <a:pt x="-995" y="51094"/>
                    <a:pt x="-995" y="57532"/>
                    <a:pt x="2986" y="61549"/>
                  </a:cubicBezTo>
                  <a:cubicBezTo>
                    <a:pt x="6967" y="65531"/>
                    <a:pt x="13441" y="65531"/>
                    <a:pt x="17422" y="61549"/>
                  </a:cubicBezTo>
                  <a:lnTo>
                    <a:pt x="61661" y="17422"/>
                  </a:lnTo>
                  <a:cubicBezTo>
                    <a:pt x="65642" y="13441"/>
                    <a:pt x="65642" y="6966"/>
                    <a:pt x="61661" y="2986"/>
                  </a:cubicBezTo>
                  <a:cubicBezTo>
                    <a:pt x="57680" y="-995"/>
                    <a:pt x="51205" y="-995"/>
                    <a:pt x="47225" y="29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E1E2979-2CFE-F7BE-1C3E-C5B720E99956}"/>
                </a:ext>
              </a:extLst>
            </p:cNvPr>
            <p:cNvSpPr/>
            <p:nvPr/>
          </p:nvSpPr>
          <p:spPr>
            <a:xfrm>
              <a:off x="9957052" y="627411"/>
              <a:ext cx="64679" cy="64535"/>
            </a:xfrm>
            <a:custGeom>
              <a:avLst/>
              <a:gdLst>
                <a:gd name="connsiteX0" fmla="*/ 47262 w 64679"/>
                <a:gd name="connsiteY0" fmla="*/ 2986 h 64535"/>
                <a:gd name="connsiteX1" fmla="*/ 3023 w 64679"/>
                <a:gd name="connsiteY1" fmla="*/ 47113 h 64535"/>
                <a:gd name="connsiteX2" fmla="*/ 2986 w 64679"/>
                <a:gd name="connsiteY2" fmla="*/ 47113 h 64535"/>
                <a:gd name="connsiteX3" fmla="*/ 2986 w 64679"/>
                <a:gd name="connsiteY3" fmla="*/ 61549 h 64535"/>
                <a:gd name="connsiteX4" fmla="*/ 17422 w 64679"/>
                <a:gd name="connsiteY4" fmla="*/ 61549 h 64535"/>
                <a:gd name="connsiteX5" fmla="*/ 61661 w 64679"/>
                <a:gd name="connsiteY5" fmla="*/ 17422 h 64535"/>
                <a:gd name="connsiteX6" fmla="*/ 61698 w 64679"/>
                <a:gd name="connsiteY6" fmla="*/ 2986 h 64535"/>
                <a:gd name="connsiteX7" fmla="*/ 47262 w 64679"/>
                <a:gd name="connsiteY7" fmla="*/ 2986 h 64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679" h="64535">
                  <a:moveTo>
                    <a:pt x="47262" y="2986"/>
                  </a:moveTo>
                  <a:lnTo>
                    <a:pt x="3023" y="47113"/>
                  </a:lnTo>
                  <a:lnTo>
                    <a:pt x="2986" y="47113"/>
                  </a:lnTo>
                  <a:cubicBezTo>
                    <a:pt x="-995" y="51094"/>
                    <a:pt x="-995" y="57569"/>
                    <a:pt x="2986" y="61549"/>
                  </a:cubicBezTo>
                  <a:cubicBezTo>
                    <a:pt x="6967" y="65531"/>
                    <a:pt x="13441" y="65531"/>
                    <a:pt x="17422" y="61549"/>
                  </a:cubicBezTo>
                  <a:lnTo>
                    <a:pt x="61661" y="17422"/>
                  </a:lnTo>
                  <a:cubicBezTo>
                    <a:pt x="65679" y="13441"/>
                    <a:pt x="65679" y="7004"/>
                    <a:pt x="61698" y="2986"/>
                  </a:cubicBezTo>
                  <a:cubicBezTo>
                    <a:pt x="57717" y="-995"/>
                    <a:pt x="51242" y="-995"/>
                    <a:pt x="47262" y="29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5D38BEE9-61EA-5C33-2676-892D23A079F7}"/>
              </a:ext>
            </a:extLst>
          </p:cNvPr>
          <p:cNvSpPr/>
          <p:nvPr/>
        </p:nvSpPr>
        <p:spPr>
          <a:xfrm>
            <a:off x="6255819" y="1603963"/>
            <a:ext cx="191424" cy="218947"/>
          </a:xfrm>
          <a:custGeom>
            <a:avLst/>
            <a:gdLst>
              <a:gd name="connsiteX0" fmla="*/ 430363 w 434553"/>
              <a:gd name="connsiteY0" fmla="*/ 468946 h 497034"/>
              <a:gd name="connsiteX1" fmla="*/ 346523 w 434553"/>
              <a:gd name="connsiteY1" fmla="*/ 372130 h 497034"/>
              <a:gd name="connsiteX2" fmla="*/ 355077 w 434553"/>
              <a:gd name="connsiteY2" fmla="*/ 353408 h 497034"/>
              <a:gd name="connsiteX3" fmla="*/ 394954 w 434553"/>
              <a:gd name="connsiteY3" fmla="*/ 353408 h 497034"/>
              <a:gd name="connsiteX4" fmla="*/ 407796 w 434553"/>
              <a:gd name="connsiteY4" fmla="*/ 325313 h 497034"/>
              <a:gd name="connsiteX5" fmla="*/ 323956 w 434553"/>
              <a:gd name="connsiteY5" fmla="*/ 228497 h 497034"/>
              <a:gd name="connsiteX6" fmla="*/ 332511 w 434553"/>
              <a:gd name="connsiteY6" fmla="*/ 209775 h 497034"/>
              <a:gd name="connsiteX7" fmla="*/ 372387 w 434553"/>
              <a:gd name="connsiteY7" fmla="*/ 209775 h 497034"/>
              <a:gd name="connsiteX8" fmla="*/ 385230 w 434553"/>
              <a:gd name="connsiteY8" fmla="*/ 181680 h 497034"/>
              <a:gd name="connsiteX9" fmla="*/ 234854 w 434553"/>
              <a:gd name="connsiteY9" fmla="*/ 8024 h 497034"/>
              <a:gd name="connsiteX10" fmla="*/ 199686 w 434553"/>
              <a:gd name="connsiteY10" fmla="*/ 8024 h 497034"/>
              <a:gd name="connsiteX11" fmla="*/ 49310 w 434553"/>
              <a:gd name="connsiteY11" fmla="*/ 181697 h 497034"/>
              <a:gd name="connsiteX12" fmla="*/ 62152 w 434553"/>
              <a:gd name="connsiteY12" fmla="*/ 209792 h 497034"/>
              <a:gd name="connsiteX13" fmla="*/ 102029 w 434553"/>
              <a:gd name="connsiteY13" fmla="*/ 209792 h 497034"/>
              <a:gd name="connsiteX14" fmla="*/ 110583 w 434553"/>
              <a:gd name="connsiteY14" fmla="*/ 228514 h 497034"/>
              <a:gd name="connsiteX15" fmla="*/ 26743 w 434553"/>
              <a:gd name="connsiteY15" fmla="*/ 325307 h 497034"/>
              <a:gd name="connsiteX16" fmla="*/ 39586 w 434553"/>
              <a:gd name="connsiteY16" fmla="*/ 353402 h 497034"/>
              <a:gd name="connsiteX17" fmla="*/ 79463 w 434553"/>
              <a:gd name="connsiteY17" fmla="*/ 353402 h 497034"/>
              <a:gd name="connsiteX18" fmla="*/ 88017 w 434553"/>
              <a:gd name="connsiteY18" fmla="*/ 372125 h 497034"/>
              <a:gd name="connsiteX19" fmla="*/ 4177 w 434553"/>
              <a:gd name="connsiteY19" fmla="*/ 468940 h 497034"/>
              <a:gd name="connsiteX20" fmla="*/ 17019 w 434553"/>
              <a:gd name="connsiteY20" fmla="*/ 497035 h 497034"/>
              <a:gd name="connsiteX21" fmla="*/ 417530 w 434553"/>
              <a:gd name="connsiteY21" fmla="*/ 497035 h 497034"/>
              <a:gd name="connsiteX22" fmla="*/ 430372 w 434553"/>
              <a:gd name="connsiteY22" fmla="*/ 468940 h 497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34553" h="497034">
                <a:moveTo>
                  <a:pt x="430363" y="468946"/>
                </a:moveTo>
                <a:lnTo>
                  <a:pt x="346523" y="372130"/>
                </a:lnTo>
                <a:cubicBezTo>
                  <a:pt x="340179" y="364791"/>
                  <a:pt x="345373" y="353408"/>
                  <a:pt x="355077" y="353408"/>
                </a:cubicBezTo>
                <a:lnTo>
                  <a:pt x="394954" y="353408"/>
                </a:lnTo>
                <a:cubicBezTo>
                  <a:pt x="409499" y="353408"/>
                  <a:pt x="417302" y="336321"/>
                  <a:pt x="407796" y="325313"/>
                </a:cubicBezTo>
                <a:lnTo>
                  <a:pt x="323956" y="228497"/>
                </a:lnTo>
                <a:cubicBezTo>
                  <a:pt x="317612" y="221158"/>
                  <a:pt x="322807" y="209775"/>
                  <a:pt x="332511" y="209775"/>
                </a:cubicBezTo>
                <a:lnTo>
                  <a:pt x="372387" y="209775"/>
                </a:lnTo>
                <a:cubicBezTo>
                  <a:pt x="386932" y="209775"/>
                  <a:pt x="394735" y="192688"/>
                  <a:pt x="385230" y="181680"/>
                </a:cubicBezTo>
                <a:lnTo>
                  <a:pt x="234854" y="8024"/>
                </a:lnTo>
                <a:cubicBezTo>
                  <a:pt x="225570" y="-2675"/>
                  <a:pt x="208970" y="-2675"/>
                  <a:pt x="199686" y="8024"/>
                </a:cubicBezTo>
                <a:lnTo>
                  <a:pt x="49310" y="181697"/>
                </a:lnTo>
                <a:cubicBezTo>
                  <a:pt x="39783" y="192683"/>
                  <a:pt x="47608" y="209792"/>
                  <a:pt x="62152" y="209792"/>
                </a:cubicBezTo>
                <a:lnTo>
                  <a:pt x="102029" y="209792"/>
                </a:lnTo>
                <a:cubicBezTo>
                  <a:pt x="111733" y="209792"/>
                  <a:pt x="116928" y="221197"/>
                  <a:pt x="110583" y="228514"/>
                </a:cubicBezTo>
                <a:lnTo>
                  <a:pt x="26743" y="325307"/>
                </a:lnTo>
                <a:cubicBezTo>
                  <a:pt x="17216" y="336293"/>
                  <a:pt x="25041" y="353402"/>
                  <a:pt x="39586" y="353402"/>
                </a:cubicBezTo>
                <a:lnTo>
                  <a:pt x="79463" y="353402"/>
                </a:lnTo>
                <a:cubicBezTo>
                  <a:pt x="89166" y="353402"/>
                  <a:pt x="94361" y="364808"/>
                  <a:pt x="88017" y="372125"/>
                </a:cubicBezTo>
                <a:lnTo>
                  <a:pt x="4177" y="468940"/>
                </a:lnTo>
                <a:cubicBezTo>
                  <a:pt x="-5350" y="479926"/>
                  <a:pt x="2475" y="497035"/>
                  <a:pt x="17019" y="497035"/>
                </a:cubicBezTo>
                <a:lnTo>
                  <a:pt x="417530" y="497035"/>
                </a:lnTo>
                <a:cubicBezTo>
                  <a:pt x="432096" y="497013"/>
                  <a:pt x="439899" y="479926"/>
                  <a:pt x="430372" y="468940"/>
                </a:cubicBezTo>
                <a:close/>
              </a:path>
            </a:pathLst>
          </a:custGeom>
          <a:solidFill>
            <a:srgbClr val="EAB373"/>
          </a:solidFill>
          <a:ln w="5628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A4989433-217D-FE98-6796-0F1159ED663F}"/>
              </a:ext>
            </a:extLst>
          </p:cNvPr>
          <p:cNvGrpSpPr/>
          <p:nvPr/>
        </p:nvGrpSpPr>
        <p:grpSpPr>
          <a:xfrm>
            <a:off x="2470555" y="1616343"/>
            <a:ext cx="253934" cy="253944"/>
            <a:chOff x="8117217" y="105665"/>
            <a:chExt cx="414295" cy="414311"/>
          </a:xfrm>
          <a:solidFill>
            <a:srgbClr val="1D4ED8"/>
          </a:solidFill>
        </p:grpSpPr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0B8186B7-6ADC-67D6-EAD5-680525B1E43D}"/>
                </a:ext>
              </a:extLst>
            </p:cNvPr>
            <p:cNvSpPr/>
            <p:nvPr/>
          </p:nvSpPr>
          <p:spPr>
            <a:xfrm>
              <a:off x="8493833" y="356755"/>
              <a:ext cx="37679" cy="163221"/>
            </a:xfrm>
            <a:custGeom>
              <a:avLst/>
              <a:gdLst>
                <a:gd name="connsiteX0" fmla="*/ 18840 w 37679"/>
                <a:gd name="connsiteY0" fmla="*/ 0 h 163221"/>
                <a:gd name="connsiteX1" fmla="*/ 0 w 37679"/>
                <a:gd name="connsiteY1" fmla="*/ 18840 h 163221"/>
                <a:gd name="connsiteX2" fmla="*/ 0 w 37679"/>
                <a:gd name="connsiteY2" fmla="*/ 144382 h 163221"/>
                <a:gd name="connsiteX3" fmla="*/ 18840 w 37679"/>
                <a:gd name="connsiteY3" fmla="*/ 163222 h 163221"/>
                <a:gd name="connsiteX4" fmla="*/ 37680 w 37679"/>
                <a:gd name="connsiteY4" fmla="*/ 144382 h 163221"/>
                <a:gd name="connsiteX5" fmla="*/ 37680 w 37679"/>
                <a:gd name="connsiteY5" fmla="*/ 18840 h 163221"/>
                <a:gd name="connsiteX6" fmla="*/ 18840 w 37679"/>
                <a:gd name="connsiteY6" fmla="*/ 0 h 163221"/>
                <a:gd name="connsiteX7" fmla="*/ 25120 w 37679"/>
                <a:gd name="connsiteY7" fmla="*/ 144367 h 163221"/>
                <a:gd name="connsiteX8" fmla="*/ 18840 w 37679"/>
                <a:gd name="connsiteY8" fmla="*/ 150647 h 163221"/>
                <a:gd name="connsiteX9" fmla="*/ 12560 w 37679"/>
                <a:gd name="connsiteY9" fmla="*/ 144367 h 163221"/>
                <a:gd name="connsiteX10" fmla="*/ 12560 w 37679"/>
                <a:gd name="connsiteY10" fmla="*/ 18825 h 163221"/>
                <a:gd name="connsiteX11" fmla="*/ 18840 w 37679"/>
                <a:gd name="connsiteY11" fmla="*/ 12545 h 163221"/>
                <a:gd name="connsiteX12" fmla="*/ 25120 w 37679"/>
                <a:gd name="connsiteY12" fmla="*/ 18825 h 163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679" h="163221">
                  <a:moveTo>
                    <a:pt x="18840" y="0"/>
                  </a:moveTo>
                  <a:cubicBezTo>
                    <a:pt x="8460" y="0"/>
                    <a:pt x="0" y="8442"/>
                    <a:pt x="0" y="18840"/>
                  </a:cubicBezTo>
                  <a:lnTo>
                    <a:pt x="0" y="144382"/>
                  </a:lnTo>
                  <a:cubicBezTo>
                    <a:pt x="0" y="154762"/>
                    <a:pt x="8441" y="163222"/>
                    <a:pt x="18840" y="163222"/>
                  </a:cubicBezTo>
                  <a:cubicBezTo>
                    <a:pt x="29220" y="163222"/>
                    <a:pt x="37680" y="154780"/>
                    <a:pt x="37680" y="144382"/>
                  </a:cubicBezTo>
                  <a:lnTo>
                    <a:pt x="37680" y="18840"/>
                  </a:lnTo>
                  <a:cubicBezTo>
                    <a:pt x="37680" y="8460"/>
                    <a:pt x="29238" y="0"/>
                    <a:pt x="18840" y="0"/>
                  </a:cubicBezTo>
                  <a:close/>
                  <a:moveTo>
                    <a:pt x="25120" y="144367"/>
                  </a:moveTo>
                  <a:cubicBezTo>
                    <a:pt x="25120" y="147833"/>
                    <a:pt x="22306" y="150647"/>
                    <a:pt x="18840" y="150647"/>
                  </a:cubicBezTo>
                  <a:cubicBezTo>
                    <a:pt x="15374" y="150647"/>
                    <a:pt x="12560" y="147833"/>
                    <a:pt x="12560" y="144367"/>
                  </a:cubicBezTo>
                  <a:lnTo>
                    <a:pt x="12560" y="18825"/>
                  </a:lnTo>
                  <a:cubicBezTo>
                    <a:pt x="12560" y="15359"/>
                    <a:pt x="15374" y="12545"/>
                    <a:pt x="18840" y="12545"/>
                  </a:cubicBezTo>
                  <a:cubicBezTo>
                    <a:pt x="22306" y="12545"/>
                    <a:pt x="25120" y="15359"/>
                    <a:pt x="25120" y="1882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A4EF6D1F-6F94-CBE9-9C3A-CE741332BB52}"/>
                </a:ext>
              </a:extLst>
            </p:cNvPr>
            <p:cNvSpPr/>
            <p:nvPr/>
          </p:nvSpPr>
          <p:spPr>
            <a:xfrm>
              <a:off x="8443628" y="394414"/>
              <a:ext cx="37679" cy="125562"/>
            </a:xfrm>
            <a:custGeom>
              <a:avLst/>
              <a:gdLst>
                <a:gd name="connsiteX0" fmla="*/ 18840 w 37679"/>
                <a:gd name="connsiteY0" fmla="*/ 0 h 125562"/>
                <a:gd name="connsiteX1" fmla="*/ 0 w 37679"/>
                <a:gd name="connsiteY1" fmla="*/ 18840 h 125562"/>
                <a:gd name="connsiteX2" fmla="*/ 0 w 37679"/>
                <a:gd name="connsiteY2" fmla="*/ 106723 h 125562"/>
                <a:gd name="connsiteX3" fmla="*/ 18840 w 37679"/>
                <a:gd name="connsiteY3" fmla="*/ 125563 h 125562"/>
                <a:gd name="connsiteX4" fmla="*/ 37680 w 37679"/>
                <a:gd name="connsiteY4" fmla="*/ 106723 h 125562"/>
                <a:gd name="connsiteX5" fmla="*/ 37680 w 37679"/>
                <a:gd name="connsiteY5" fmla="*/ 18840 h 125562"/>
                <a:gd name="connsiteX6" fmla="*/ 18840 w 37679"/>
                <a:gd name="connsiteY6" fmla="*/ 0 h 125562"/>
                <a:gd name="connsiteX7" fmla="*/ 25101 w 37679"/>
                <a:gd name="connsiteY7" fmla="*/ 106703 h 125562"/>
                <a:gd name="connsiteX8" fmla="*/ 18821 w 37679"/>
                <a:gd name="connsiteY8" fmla="*/ 112983 h 125562"/>
                <a:gd name="connsiteX9" fmla="*/ 12541 w 37679"/>
                <a:gd name="connsiteY9" fmla="*/ 106703 h 125562"/>
                <a:gd name="connsiteX10" fmla="*/ 12541 w 37679"/>
                <a:gd name="connsiteY10" fmla="*/ 18820 h 125562"/>
                <a:gd name="connsiteX11" fmla="*/ 18821 w 37679"/>
                <a:gd name="connsiteY11" fmla="*/ 12540 h 125562"/>
                <a:gd name="connsiteX12" fmla="*/ 25101 w 37679"/>
                <a:gd name="connsiteY12" fmla="*/ 18820 h 12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679" h="125562">
                  <a:moveTo>
                    <a:pt x="18840" y="0"/>
                  </a:moveTo>
                  <a:cubicBezTo>
                    <a:pt x="8460" y="0"/>
                    <a:pt x="0" y="8441"/>
                    <a:pt x="0" y="18840"/>
                  </a:cubicBezTo>
                  <a:lnTo>
                    <a:pt x="0" y="106723"/>
                  </a:lnTo>
                  <a:cubicBezTo>
                    <a:pt x="0" y="117103"/>
                    <a:pt x="8442" y="125563"/>
                    <a:pt x="18840" y="125563"/>
                  </a:cubicBezTo>
                  <a:cubicBezTo>
                    <a:pt x="29220" y="125563"/>
                    <a:pt x="37680" y="117121"/>
                    <a:pt x="37680" y="106723"/>
                  </a:cubicBezTo>
                  <a:lnTo>
                    <a:pt x="37680" y="18840"/>
                  </a:lnTo>
                  <a:cubicBezTo>
                    <a:pt x="37680" y="8460"/>
                    <a:pt x="29238" y="0"/>
                    <a:pt x="18840" y="0"/>
                  </a:cubicBezTo>
                  <a:close/>
                  <a:moveTo>
                    <a:pt x="25101" y="106703"/>
                  </a:moveTo>
                  <a:cubicBezTo>
                    <a:pt x="25101" y="110169"/>
                    <a:pt x="22287" y="112983"/>
                    <a:pt x="18821" y="112983"/>
                  </a:cubicBezTo>
                  <a:cubicBezTo>
                    <a:pt x="15355" y="112983"/>
                    <a:pt x="12541" y="110169"/>
                    <a:pt x="12541" y="106703"/>
                  </a:cubicBezTo>
                  <a:lnTo>
                    <a:pt x="12541" y="18820"/>
                  </a:lnTo>
                  <a:cubicBezTo>
                    <a:pt x="12541" y="15354"/>
                    <a:pt x="15355" y="12540"/>
                    <a:pt x="18821" y="12540"/>
                  </a:cubicBezTo>
                  <a:cubicBezTo>
                    <a:pt x="22287" y="12540"/>
                    <a:pt x="25101" y="15354"/>
                    <a:pt x="25101" y="1882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7C6D0860-8068-6CDB-83C1-CE01F8A5F4F8}"/>
                </a:ext>
              </a:extLst>
            </p:cNvPr>
            <p:cNvSpPr/>
            <p:nvPr/>
          </p:nvSpPr>
          <p:spPr>
            <a:xfrm>
              <a:off x="8393409" y="432077"/>
              <a:ext cx="37679" cy="87899"/>
            </a:xfrm>
            <a:custGeom>
              <a:avLst/>
              <a:gdLst>
                <a:gd name="connsiteX0" fmla="*/ 18840 w 37679"/>
                <a:gd name="connsiteY0" fmla="*/ 0 h 87899"/>
                <a:gd name="connsiteX1" fmla="*/ 0 w 37679"/>
                <a:gd name="connsiteY1" fmla="*/ 18840 h 87899"/>
                <a:gd name="connsiteX2" fmla="*/ 0 w 37679"/>
                <a:gd name="connsiteY2" fmla="*/ 69060 h 87899"/>
                <a:gd name="connsiteX3" fmla="*/ 18840 w 37679"/>
                <a:gd name="connsiteY3" fmla="*/ 87899 h 87899"/>
                <a:gd name="connsiteX4" fmla="*/ 37680 w 37679"/>
                <a:gd name="connsiteY4" fmla="*/ 69060 h 87899"/>
                <a:gd name="connsiteX5" fmla="*/ 37680 w 37679"/>
                <a:gd name="connsiteY5" fmla="*/ 18840 h 87899"/>
                <a:gd name="connsiteX6" fmla="*/ 18840 w 37679"/>
                <a:gd name="connsiteY6" fmla="*/ 0 h 87899"/>
                <a:gd name="connsiteX7" fmla="*/ 25120 w 37679"/>
                <a:gd name="connsiteY7" fmla="*/ 69044 h 87899"/>
                <a:gd name="connsiteX8" fmla="*/ 18840 w 37679"/>
                <a:gd name="connsiteY8" fmla="*/ 75324 h 87899"/>
                <a:gd name="connsiteX9" fmla="*/ 12560 w 37679"/>
                <a:gd name="connsiteY9" fmla="*/ 69044 h 87899"/>
                <a:gd name="connsiteX10" fmla="*/ 12560 w 37679"/>
                <a:gd name="connsiteY10" fmla="*/ 18825 h 87899"/>
                <a:gd name="connsiteX11" fmla="*/ 18840 w 37679"/>
                <a:gd name="connsiteY11" fmla="*/ 12545 h 87899"/>
                <a:gd name="connsiteX12" fmla="*/ 25120 w 37679"/>
                <a:gd name="connsiteY12" fmla="*/ 18825 h 8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679" h="87899">
                  <a:moveTo>
                    <a:pt x="18840" y="0"/>
                  </a:moveTo>
                  <a:cubicBezTo>
                    <a:pt x="8460" y="0"/>
                    <a:pt x="0" y="8442"/>
                    <a:pt x="0" y="18840"/>
                  </a:cubicBezTo>
                  <a:lnTo>
                    <a:pt x="0" y="69060"/>
                  </a:lnTo>
                  <a:cubicBezTo>
                    <a:pt x="0" y="79439"/>
                    <a:pt x="8442" y="87899"/>
                    <a:pt x="18840" y="87899"/>
                  </a:cubicBezTo>
                  <a:cubicBezTo>
                    <a:pt x="29220" y="87899"/>
                    <a:pt x="37680" y="79458"/>
                    <a:pt x="37680" y="69060"/>
                  </a:cubicBezTo>
                  <a:lnTo>
                    <a:pt x="37680" y="18840"/>
                  </a:lnTo>
                  <a:cubicBezTo>
                    <a:pt x="37680" y="8460"/>
                    <a:pt x="29238" y="0"/>
                    <a:pt x="18840" y="0"/>
                  </a:cubicBezTo>
                  <a:close/>
                  <a:moveTo>
                    <a:pt x="25120" y="69044"/>
                  </a:moveTo>
                  <a:cubicBezTo>
                    <a:pt x="25120" y="72510"/>
                    <a:pt x="22306" y="75324"/>
                    <a:pt x="18840" y="75324"/>
                  </a:cubicBezTo>
                  <a:cubicBezTo>
                    <a:pt x="15374" y="75324"/>
                    <a:pt x="12560" y="72510"/>
                    <a:pt x="12560" y="69044"/>
                  </a:cubicBezTo>
                  <a:lnTo>
                    <a:pt x="12560" y="18825"/>
                  </a:lnTo>
                  <a:cubicBezTo>
                    <a:pt x="12560" y="15359"/>
                    <a:pt x="15374" y="12545"/>
                    <a:pt x="18840" y="12545"/>
                  </a:cubicBezTo>
                  <a:cubicBezTo>
                    <a:pt x="22306" y="12545"/>
                    <a:pt x="25120" y="15359"/>
                    <a:pt x="25120" y="1882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5B712F4E-74B3-AD89-0FE8-874C674CB403}"/>
                </a:ext>
              </a:extLst>
            </p:cNvPr>
            <p:cNvSpPr/>
            <p:nvPr/>
          </p:nvSpPr>
          <p:spPr>
            <a:xfrm>
              <a:off x="8161158" y="396243"/>
              <a:ext cx="16995" cy="16995"/>
            </a:xfrm>
            <a:custGeom>
              <a:avLst/>
              <a:gdLst>
                <a:gd name="connsiteX0" fmla="*/ 6280 w 16995"/>
                <a:gd name="connsiteY0" fmla="*/ 16995 h 16995"/>
                <a:gd name="connsiteX1" fmla="*/ 10715 w 16995"/>
                <a:gd name="connsiteY1" fmla="*/ 15150 h 16995"/>
                <a:gd name="connsiteX2" fmla="*/ 15150 w 16995"/>
                <a:gd name="connsiteY2" fmla="*/ 10715 h 16995"/>
                <a:gd name="connsiteX3" fmla="*/ 15150 w 16995"/>
                <a:gd name="connsiteY3" fmla="*/ 1845 h 16995"/>
                <a:gd name="connsiteX4" fmla="*/ 6280 w 16995"/>
                <a:gd name="connsiteY4" fmla="*/ 1845 h 16995"/>
                <a:gd name="connsiteX5" fmla="*/ 1845 w 16995"/>
                <a:gd name="connsiteY5" fmla="*/ 6280 h 16995"/>
                <a:gd name="connsiteX6" fmla="*/ 1845 w 16995"/>
                <a:gd name="connsiteY6" fmla="*/ 15150 h 16995"/>
                <a:gd name="connsiteX7" fmla="*/ 6280 w 16995"/>
                <a:gd name="connsiteY7" fmla="*/ 16995 h 16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95" h="16995">
                  <a:moveTo>
                    <a:pt x="6280" y="16995"/>
                  </a:moveTo>
                  <a:cubicBezTo>
                    <a:pt x="7883" y="16995"/>
                    <a:pt x="9485" y="16380"/>
                    <a:pt x="10715" y="15150"/>
                  </a:cubicBezTo>
                  <a:lnTo>
                    <a:pt x="15150" y="10715"/>
                  </a:lnTo>
                  <a:cubicBezTo>
                    <a:pt x="17610" y="8255"/>
                    <a:pt x="17610" y="4286"/>
                    <a:pt x="15150" y="1845"/>
                  </a:cubicBezTo>
                  <a:cubicBezTo>
                    <a:pt x="12691" y="-615"/>
                    <a:pt x="8721" y="-615"/>
                    <a:pt x="6280" y="1845"/>
                  </a:cubicBezTo>
                  <a:lnTo>
                    <a:pt x="1845" y="6280"/>
                  </a:lnTo>
                  <a:cubicBezTo>
                    <a:pt x="-615" y="8740"/>
                    <a:pt x="-615" y="12709"/>
                    <a:pt x="1845" y="15150"/>
                  </a:cubicBezTo>
                  <a:cubicBezTo>
                    <a:pt x="3075" y="16380"/>
                    <a:pt x="4677" y="16995"/>
                    <a:pt x="6280" y="1699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2A6C3EB8-877E-98AB-1E82-C5D5F6C3F257}"/>
                </a:ext>
              </a:extLst>
            </p:cNvPr>
            <p:cNvSpPr/>
            <p:nvPr/>
          </p:nvSpPr>
          <p:spPr>
            <a:xfrm>
              <a:off x="8338193" y="214568"/>
              <a:ext cx="21635" cy="21635"/>
            </a:xfrm>
            <a:custGeom>
              <a:avLst/>
              <a:gdLst>
                <a:gd name="connsiteX0" fmla="*/ 6280 w 21635"/>
                <a:gd name="connsiteY0" fmla="*/ 21635 h 21635"/>
                <a:gd name="connsiteX1" fmla="*/ 10715 w 21635"/>
                <a:gd name="connsiteY1" fmla="*/ 19790 h 21635"/>
                <a:gd name="connsiteX2" fmla="*/ 19790 w 21635"/>
                <a:gd name="connsiteY2" fmla="*/ 10715 h 21635"/>
                <a:gd name="connsiteX3" fmla="*/ 19790 w 21635"/>
                <a:gd name="connsiteY3" fmla="*/ 1845 h 21635"/>
                <a:gd name="connsiteX4" fmla="*/ 10920 w 21635"/>
                <a:gd name="connsiteY4" fmla="*/ 1845 h 21635"/>
                <a:gd name="connsiteX5" fmla="*/ 1845 w 21635"/>
                <a:gd name="connsiteY5" fmla="*/ 10920 h 21635"/>
                <a:gd name="connsiteX6" fmla="*/ 1845 w 21635"/>
                <a:gd name="connsiteY6" fmla="*/ 19790 h 21635"/>
                <a:gd name="connsiteX7" fmla="*/ 6280 w 21635"/>
                <a:gd name="connsiteY7" fmla="*/ 21635 h 2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35" h="21635">
                  <a:moveTo>
                    <a:pt x="6280" y="21635"/>
                  </a:moveTo>
                  <a:cubicBezTo>
                    <a:pt x="7883" y="21635"/>
                    <a:pt x="9485" y="21020"/>
                    <a:pt x="10715" y="19790"/>
                  </a:cubicBezTo>
                  <a:lnTo>
                    <a:pt x="19790" y="10715"/>
                  </a:lnTo>
                  <a:cubicBezTo>
                    <a:pt x="22250" y="8255"/>
                    <a:pt x="22250" y="4286"/>
                    <a:pt x="19790" y="1845"/>
                  </a:cubicBezTo>
                  <a:cubicBezTo>
                    <a:pt x="17330" y="-615"/>
                    <a:pt x="13361" y="-615"/>
                    <a:pt x="10920" y="1845"/>
                  </a:cubicBezTo>
                  <a:lnTo>
                    <a:pt x="1845" y="10920"/>
                  </a:lnTo>
                  <a:cubicBezTo>
                    <a:pt x="-615" y="13380"/>
                    <a:pt x="-615" y="17349"/>
                    <a:pt x="1845" y="19790"/>
                  </a:cubicBezTo>
                  <a:cubicBezTo>
                    <a:pt x="3075" y="21020"/>
                    <a:pt x="4677" y="21635"/>
                    <a:pt x="6280" y="2163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EBD6223B-38FE-87D2-B0C6-462FB50DDCB1}"/>
                </a:ext>
              </a:extLst>
            </p:cNvPr>
            <p:cNvSpPr/>
            <p:nvPr/>
          </p:nvSpPr>
          <p:spPr>
            <a:xfrm>
              <a:off x="8315476" y="237285"/>
              <a:ext cx="21635" cy="21635"/>
            </a:xfrm>
            <a:custGeom>
              <a:avLst/>
              <a:gdLst>
                <a:gd name="connsiteX0" fmla="*/ 6280 w 21635"/>
                <a:gd name="connsiteY0" fmla="*/ 21635 h 21635"/>
                <a:gd name="connsiteX1" fmla="*/ 10715 w 21635"/>
                <a:gd name="connsiteY1" fmla="*/ 19790 h 21635"/>
                <a:gd name="connsiteX2" fmla="*/ 19790 w 21635"/>
                <a:gd name="connsiteY2" fmla="*/ 10715 h 21635"/>
                <a:gd name="connsiteX3" fmla="*/ 19790 w 21635"/>
                <a:gd name="connsiteY3" fmla="*/ 1845 h 21635"/>
                <a:gd name="connsiteX4" fmla="*/ 10920 w 21635"/>
                <a:gd name="connsiteY4" fmla="*/ 1845 h 21635"/>
                <a:gd name="connsiteX5" fmla="*/ 1845 w 21635"/>
                <a:gd name="connsiteY5" fmla="*/ 10920 h 21635"/>
                <a:gd name="connsiteX6" fmla="*/ 1845 w 21635"/>
                <a:gd name="connsiteY6" fmla="*/ 19790 h 21635"/>
                <a:gd name="connsiteX7" fmla="*/ 6280 w 21635"/>
                <a:gd name="connsiteY7" fmla="*/ 21635 h 2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35" h="21635">
                  <a:moveTo>
                    <a:pt x="6280" y="21635"/>
                  </a:moveTo>
                  <a:cubicBezTo>
                    <a:pt x="7883" y="21635"/>
                    <a:pt x="9485" y="21020"/>
                    <a:pt x="10715" y="19790"/>
                  </a:cubicBezTo>
                  <a:lnTo>
                    <a:pt x="19790" y="10715"/>
                  </a:lnTo>
                  <a:cubicBezTo>
                    <a:pt x="22250" y="8255"/>
                    <a:pt x="22250" y="4286"/>
                    <a:pt x="19790" y="1845"/>
                  </a:cubicBezTo>
                  <a:cubicBezTo>
                    <a:pt x="17330" y="-615"/>
                    <a:pt x="13361" y="-615"/>
                    <a:pt x="10920" y="1845"/>
                  </a:cubicBezTo>
                  <a:lnTo>
                    <a:pt x="1845" y="10920"/>
                  </a:lnTo>
                  <a:cubicBezTo>
                    <a:pt x="-615" y="13380"/>
                    <a:pt x="-615" y="17349"/>
                    <a:pt x="1845" y="19790"/>
                  </a:cubicBezTo>
                  <a:cubicBezTo>
                    <a:pt x="3075" y="21020"/>
                    <a:pt x="4677" y="21635"/>
                    <a:pt x="6280" y="2163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A18B1EF2-27CB-9C43-9C6F-8C7E0D81B23F}"/>
                </a:ext>
              </a:extLst>
            </p:cNvPr>
            <p:cNvSpPr/>
            <p:nvPr/>
          </p:nvSpPr>
          <p:spPr>
            <a:xfrm>
              <a:off x="8429039" y="123741"/>
              <a:ext cx="21635" cy="21635"/>
            </a:xfrm>
            <a:custGeom>
              <a:avLst/>
              <a:gdLst>
                <a:gd name="connsiteX0" fmla="*/ 6280 w 21635"/>
                <a:gd name="connsiteY0" fmla="*/ 21635 h 21635"/>
                <a:gd name="connsiteX1" fmla="*/ 10715 w 21635"/>
                <a:gd name="connsiteY1" fmla="*/ 19790 h 21635"/>
                <a:gd name="connsiteX2" fmla="*/ 19790 w 21635"/>
                <a:gd name="connsiteY2" fmla="*/ 10715 h 21635"/>
                <a:gd name="connsiteX3" fmla="*/ 19790 w 21635"/>
                <a:gd name="connsiteY3" fmla="*/ 1845 h 21635"/>
                <a:gd name="connsiteX4" fmla="*/ 10920 w 21635"/>
                <a:gd name="connsiteY4" fmla="*/ 1845 h 21635"/>
                <a:gd name="connsiteX5" fmla="*/ 1845 w 21635"/>
                <a:gd name="connsiteY5" fmla="*/ 10920 h 21635"/>
                <a:gd name="connsiteX6" fmla="*/ 1845 w 21635"/>
                <a:gd name="connsiteY6" fmla="*/ 19790 h 21635"/>
                <a:gd name="connsiteX7" fmla="*/ 6280 w 21635"/>
                <a:gd name="connsiteY7" fmla="*/ 21635 h 2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35" h="21635">
                  <a:moveTo>
                    <a:pt x="6280" y="21635"/>
                  </a:moveTo>
                  <a:cubicBezTo>
                    <a:pt x="7883" y="21635"/>
                    <a:pt x="9485" y="21020"/>
                    <a:pt x="10715" y="19790"/>
                  </a:cubicBezTo>
                  <a:lnTo>
                    <a:pt x="19790" y="10715"/>
                  </a:lnTo>
                  <a:cubicBezTo>
                    <a:pt x="22250" y="8255"/>
                    <a:pt x="22250" y="4286"/>
                    <a:pt x="19790" y="1845"/>
                  </a:cubicBezTo>
                  <a:cubicBezTo>
                    <a:pt x="17330" y="-615"/>
                    <a:pt x="13361" y="-615"/>
                    <a:pt x="10920" y="1845"/>
                  </a:cubicBezTo>
                  <a:lnTo>
                    <a:pt x="1845" y="10920"/>
                  </a:lnTo>
                  <a:cubicBezTo>
                    <a:pt x="-615" y="13380"/>
                    <a:pt x="-615" y="17349"/>
                    <a:pt x="1845" y="19790"/>
                  </a:cubicBezTo>
                  <a:cubicBezTo>
                    <a:pt x="3075" y="21020"/>
                    <a:pt x="4677" y="21635"/>
                    <a:pt x="6280" y="2163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D9C4BA3F-540A-46FF-7013-14BA2B61E51E}"/>
                </a:ext>
              </a:extLst>
            </p:cNvPr>
            <p:cNvSpPr/>
            <p:nvPr/>
          </p:nvSpPr>
          <p:spPr>
            <a:xfrm>
              <a:off x="8360908" y="191852"/>
              <a:ext cx="21635" cy="21635"/>
            </a:xfrm>
            <a:custGeom>
              <a:avLst/>
              <a:gdLst>
                <a:gd name="connsiteX0" fmla="*/ 10920 w 21635"/>
                <a:gd name="connsiteY0" fmla="*/ 1845 h 21635"/>
                <a:gd name="connsiteX1" fmla="*/ 1845 w 21635"/>
                <a:gd name="connsiteY1" fmla="*/ 10920 h 21635"/>
                <a:gd name="connsiteX2" fmla="*/ 1845 w 21635"/>
                <a:gd name="connsiteY2" fmla="*/ 19790 h 21635"/>
                <a:gd name="connsiteX3" fmla="*/ 6280 w 21635"/>
                <a:gd name="connsiteY3" fmla="*/ 21635 h 21635"/>
                <a:gd name="connsiteX4" fmla="*/ 10715 w 21635"/>
                <a:gd name="connsiteY4" fmla="*/ 19790 h 21635"/>
                <a:gd name="connsiteX5" fmla="*/ 19790 w 21635"/>
                <a:gd name="connsiteY5" fmla="*/ 10715 h 21635"/>
                <a:gd name="connsiteX6" fmla="*/ 19790 w 21635"/>
                <a:gd name="connsiteY6" fmla="*/ 1845 h 21635"/>
                <a:gd name="connsiteX7" fmla="*/ 10920 w 21635"/>
                <a:gd name="connsiteY7" fmla="*/ 1845 h 2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35" h="21635">
                  <a:moveTo>
                    <a:pt x="10920" y="1845"/>
                  </a:moveTo>
                  <a:lnTo>
                    <a:pt x="1845" y="10920"/>
                  </a:lnTo>
                  <a:cubicBezTo>
                    <a:pt x="-615" y="13380"/>
                    <a:pt x="-615" y="17349"/>
                    <a:pt x="1845" y="19790"/>
                  </a:cubicBezTo>
                  <a:cubicBezTo>
                    <a:pt x="3075" y="21020"/>
                    <a:pt x="4677" y="21635"/>
                    <a:pt x="6280" y="21635"/>
                  </a:cubicBezTo>
                  <a:cubicBezTo>
                    <a:pt x="7883" y="21635"/>
                    <a:pt x="9485" y="21020"/>
                    <a:pt x="10715" y="19790"/>
                  </a:cubicBezTo>
                  <a:lnTo>
                    <a:pt x="19790" y="10715"/>
                  </a:lnTo>
                  <a:cubicBezTo>
                    <a:pt x="22250" y="8255"/>
                    <a:pt x="22250" y="4286"/>
                    <a:pt x="19790" y="1845"/>
                  </a:cubicBezTo>
                  <a:cubicBezTo>
                    <a:pt x="17330" y="-615"/>
                    <a:pt x="13361" y="-615"/>
                    <a:pt x="10920" y="184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F76C3FDA-8EF0-7A81-4902-67E6B5CEB726}"/>
                </a:ext>
              </a:extLst>
            </p:cNvPr>
            <p:cNvSpPr/>
            <p:nvPr/>
          </p:nvSpPr>
          <p:spPr>
            <a:xfrm>
              <a:off x="8383607" y="169170"/>
              <a:ext cx="21635" cy="21621"/>
            </a:xfrm>
            <a:custGeom>
              <a:avLst/>
              <a:gdLst>
                <a:gd name="connsiteX0" fmla="*/ 1845 w 21635"/>
                <a:gd name="connsiteY0" fmla="*/ 19776 h 21621"/>
                <a:gd name="connsiteX1" fmla="*/ 6280 w 21635"/>
                <a:gd name="connsiteY1" fmla="*/ 21621 h 21621"/>
                <a:gd name="connsiteX2" fmla="*/ 10715 w 21635"/>
                <a:gd name="connsiteY2" fmla="*/ 19776 h 21621"/>
                <a:gd name="connsiteX3" fmla="*/ 19790 w 21635"/>
                <a:gd name="connsiteY3" fmla="*/ 10701 h 21621"/>
                <a:gd name="connsiteX4" fmla="*/ 19790 w 21635"/>
                <a:gd name="connsiteY4" fmla="*/ 1831 h 21621"/>
                <a:gd name="connsiteX5" fmla="*/ 10920 w 21635"/>
                <a:gd name="connsiteY5" fmla="*/ 1831 h 21621"/>
                <a:gd name="connsiteX6" fmla="*/ 1845 w 21635"/>
                <a:gd name="connsiteY6" fmla="*/ 10906 h 21621"/>
                <a:gd name="connsiteX7" fmla="*/ 1845 w 21635"/>
                <a:gd name="connsiteY7" fmla="*/ 19776 h 2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35" h="21621">
                  <a:moveTo>
                    <a:pt x="1845" y="19776"/>
                  </a:moveTo>
                  <a:cubicBezTo>
                    <a:pt x="3075" y="21006"/>
                    <a:pt x="4677" y="21621"/>
                    <a:pt x="6280" y="21621"/>
                  </a:cubicBezTo>
                  <a:cubicBezTo>
                    <a:pt x="7883" y="21621"/>
                    <a:pt x="9485" y="21006"/>
                    <a:pt x="10715" y="19776"/>
                  </a:cubicBezTo>
                  <a:lnTo>
                    <a:pt x="19790" y="10701"/>
                  </a:lnTo>
                  <a:cubicBezTo>
                    <a:pt x="22250" y="8241"/>
                    <a:pt x="22250" y="4272"/>
                    <a:pt x="19790" y="1831"/>
                  </a:cubicBezTo>
                  <a:cubicBezTo>
                    <a:pt x="17331" y="-610"/>
                    <a:pt x="13361" y="-610"/>
                    <a:pt x="10920" y="1831"/>
                  </a:cubicBezTo>
                  <a:lnTo>
                    <a:pt x="1845" y="10906"/>
                  </a:lnTo>
                  <a:cubicBezTo>
                    <a:pt x="-615" y="13366"/>
                    <a:pt x="-615" y="17335"/>
                    <a:pt x="1845" y="19776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43BC6A44-0907-9E82-A435-2B7452C9E701}"/>
                </a:ext>
              </a:extLst>
            </p:cNvPr>
            <p:cNvSpPr/>
            <p:nvPr/>
          </p:nvSpPr>
          <p:spPr>
            <a:xfrm>
              <a:off x="8406321" y="146440"/>
              <a:ext cx="21635" cy="21635"/>
            </a:xfrm>
            <a:custGeom>
              <a:avLst/>
              <a:gdLst>
                <a:gd name="connsiteX0" fmla="*/ 6280 w 21635"/>
                <a:gd name="connsiteY0" fmla="*/ 21635 h 21635"/>
                <a:gd name="connsiteX1" fmla="*/ 10715 w 21635"/>
                <a:gd name="connsiteY1" fmla="*/ 19790 h 21635"/>
                <a:gd name="connsiteX2" fmla="*/ 19790 w 21635"/>
                <a:gd name="connsiteY2" fmla="*/ 10715 h 21635"/>
                <a:gd name="connsiteX3" fmla="*/ 19790 w 21635"/>
                <a:gd name="connsiteY3" fmla="*/ 1845 h 21635"/>
                <a:gd name="connsiteX4" fmla="*/ 10920 w 21635"/>
                <a:gd name="connsiteY4" fmla="*/ 1845 h 21635"/>
                <a:gd name="connsiteX5" fmla="*/ 1845 w 21635"/>
                <a:gd name="connsiteY5" fmla="*/ 10920 h 21635"/>
                <a:gd name="connsiteX6" fmla="*/ 1845 w 21635"/>
                <a:gd name="connsiteY6" fmla="*/ 19790 h 21635"/>
                <a:gd name="connsiteX7" fmla="*/ 6280 w 21635"/>
                <a:gd name="connsiteY7" fmla="*/ 21635 h 2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35" h="21635">
                  <a:moveTo>
                    <a:pt x="6280" y="21635"/>
                  </a:moveTo>
                  <a:cubicBezTo>
                    <a:pt x="7883" y="21635"/>
                    <a:pt x="9485" y="21020"/>
                    <a:pt x="10715" y="19790"/>
                  </a:cubicBezTo>
                  <a:lnTo>
                    <a:pt x="19790" y="10715"/>
                  </a:lnTo>
                  <a:cubicBezTo>
                    <a:pt x="22250" y="8255"/>
                    <a:pt x="22250" y="4286"/>
                    <a:pt x="19790" y="1845"/>
                  </a:cubicBezTo>
                  <a:cubicBezTo>
                    <a:pt x="17330" y="-615"/>
                    <a:pt x="13361" y="-615"/>
                    <a:pt x="10920" y="1845"/>
                  </a:cubicBezTo>
                  <a:lnTo>
                    <a:pt x="1845" y="10920"/>
                  </a:lnTo>
                  <a:cubicBezTo>
                    <a:pt x="-615" y="13380"/>
                    <a:pt x="-615" y="17349"/>
                    <a:pt x="1845" y="19790"/>
                  </a:cubicBezTo>
                  <a:cubicBezTo>
                    <a:pt x="3075" y="21020"/>
                    <a:pt x="4677" y="21635"/>
                    <a:pt x="6280" y="2163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EEF013CC-0C58-2337-61A0-FDFA63EA02D8}"/>
                </a:ext>
              </a:extLst>
            </p:cNvPr>
            <p:cNvSpPr/>
            <p:nvPr/>
          </p:nvSpPr>
          <p:spPr>
            <a:xfrm>
              <a:off x="8270062" y="282698"/>
              <a:ext cx="21634" cy="21635"/>
            </a:xfrm>
            <a:custGeom>
              <a:avLst/>
              <a:gdLst>
                <a:gd name="connsiteX0" fmla="*/ 10920 w 21634"/>
                <a:gd name="connsiteY0" fmla="*/ 1845 h 21635"/>
                <a:gd name="connsiteX1" fmla="*/ 1845 w 21634"/>
                <a:gd name="connsiteY1" fmla="*/ 10920 h 21635"/>
                <a:gd name="connsiteX2" fmla="*/ 1845 w 21634"/>
                <a:gd name="connsiteY2" fmla="*/ 19790 h 21635"/>
                <a:gd name="connsiteX3" fmla="*/ 6280 w 21634"/>
                <a:gd name="connsiteY3" fmla="*/ 21635 h 21635"/>
                <a:gd name="connsiteX4" fmla="*/ 10715 w 21634"/>
                <a:gd name="connsiteY4" fmla="*/ 19790 h 21635"/>
                <a:gd name="connsiteX5" fmla="*/ 19790 w 21634"/>
                <a:gd name="connsiteY5" fmla="*/ 10715 h 21635"/>
                <a:gd name="connsiteX6" fmla="*/ 19790 w 21634"/>
                <a:gd name="connsiteY6" fmla="*/ 1845 h 21635"/>
                <a:gd name="connsiteX7" fmla="*/ 10920 w 21634"/>
                <a:gd name="connsiteY7" fmla="*/ 1845 h 2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34" h="21635">
                  <a:moveTo>
                    <a:pt x="10920" y="1845"/>
                  </a:moveTo>
                  <a:lnTo>
                    <a:pt x="1845" y="10920"/>
                  </a:lnTo>
                  <a:cubicBezTo>
                    <a:pt x="-615" y="13380"/>
                    <a:pt x="-615" y="17349"/>
                    <a:pt x="1845" y="19790"/>
                  </a:cubicBezTo>
                  <a:cubicBezTo>
                    <a:pt x="3075" y="21020"/>
                    <a:pt x="4677" y="21635"/>
                    <a:pt x="6280" y="21635"/>
                  </a:cubicBezTo>
                  <a:cubicBezTo>
                    <a:pt x="7883" y="21635"/>
                    <a:pt x="9485" y="21020"/>
                    <a:pt x="10715" y="19790"/>
                  </a:cubicBezTo>
                  <a:lnTo>
                    <a:pt x="19790" y="10715"/>
                  </a:lnTo>
                  <a:cubicBezTo>
                    <a:pt x="22250" y="8255"/>
                    <a:pt x="22250" y="4286"/>
                    <a:pt x="19790" y="1845"/>
                  </a:cubicBezTo>
                  <a:cubicBezTo>
                    <a:pt x="17330" y="-615"/>
                    <a:pt x="13361" y="-615"/>
                    <a:pt x="10920" y="184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E30138F3-2879-7B8C-FC77-FA20BEFC9BEC}"/>
                </a:ext>
              </a:extLst>
            </p:cNvPr>
            <p:cNvSpPr/>
            <p:nvPr/>
          </p:nvSpPr>
          <p:spPr>
            <a:xfrm>
              <a:off x="8247364" y="305415"/>
              <a:ext cx="21635" cy="21635"/>
            </a:xfrm>
            <a:custGeom>
              <a:avLst/>
              <a:gdLst>
                <a:gd name="connsiteX0" fmla="*/ 10920 w 21635"/>
                <a:gd name="connsiteY0" fmla="*/ 1845 h 21635"/>
                <a:gd name="connsiteX1" fmla="*/ 1845 w 21635"/>
                <a:gd name="connsiteY1" fmla="*/ 10920 h 21635"/>
                <a:gd name="connsiteX2" fmla="*/ 1845 w 21635"/>
                <a:gd name="connsiteY2" fmla="*/ 19790 h 21635"/>
                <a:gd name="connsiteX3" fmla="*/ 6280 w 21635"/>
                <a:gd name="connsiteY3" fmla="*/ 21635 h 21635"/>
                <a:gd name="connsiteX4" fmla="*/ 10715 w 21635"/>
                <a:gd name="connsiteY4" fmla="*/ 19790 h 21635"/>
                <a:gd name="connsiteX5" fmla="*/ 19790 w 21635"/>
                <a:gd name="connsiteY5" fmla="*/ 10715 h 21635"/>
                <a:gd name="connsiteX6" fmla="*/ 19790 w 21635"/>
                <a:gd name="connsiteY6" fmla="*/ 1845 h 21635"/>
                <a:gd name="connsiteX7" fmla="*/ 10920 w 21635"/>
                <a:gd name="connsiteY7" fmla="*/ 1845 h 2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35" h="21635">
                  <a:moveTo>
                    <a:pt x="10920" y="1845"/>
                  </a:moveTo>
                  <a:lnTo>
                    <a:pt x="1845" y="10920"/>
                  </a:lnTo>
                  <a:cubicBezTo>
                    <a:pt x="-615" y="13361"/>
                    <a:pt x="-615" y="17349"/>
                    <a:pt x="1845" y="19790"/>
                  </a:cubicBezTo>
                  <a:cubicBezTo>
                    <a:pt x="3075" y="21020"/>
                    <a:pt x="4677" y="21635"/>
                    <a:pt x="6280" y="21635"/>
                  </a:cubicBezTo>
                  <a:cubicBezTo>
                    <a:pt x="7883" y="21635"/>
                    <a:pt x="9485" y="21020"/>
                    <a:pt x="10715" y="19790"/>
                  </a:cubicBezTo>
                  <a:lnTo>
                    <a:pt x="19790" y="10715"/>
                  </a:lnTo>
                  <a:cubicBezTo>
                    <a:pt x="22250" y="8274"/>
                    <a:pt x="22250" y="4286"/>
                    <a:pt x="19790" y="1845"/>
                  </a:cubicBezTo>
                  <a:cubicBezTo>
                    <a:pt x="17330" y="-615"/>
                    <a:pt x="13361" y="-615"/>
                    <a:pt x="10920" y="184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B4942E83-FB72-29CD-8927-9B1641A1A3B5}"/>
                </a:ext>
              </a:extLst>
            </p:cNvPr>
            <p:cNvSpPr/>
            <p:nvPr/>
          </p:nvSpPr>
          <p:spPr>
            <a:xfrm>
              <a:off x="8224649" y="328131"/>
              <a:ext cx="21635" cy="21635"/>
            </a:xfrm>
            <a:custGeom>
              <a:avLst/>
              <a:gdLst>
                <a:gd name="connsiteX0" fmla="*/ 6280 w 21635"/>
                <a:gd name="connsiteY0" fmla="*/ 21635 h 21635"/>
                <a:gd name="connsiteX1" fmla="*/ 10715 w 21635"/>
                <a:gd name="connsiteY1" fmla="*/ 19790 h 21635"/>
                <a:gd name="connsiteX2" fmla="*/ 19790 w 21635"/>
                <a:gd name="connsiteY2" fmla="*/ 10715 h 21635"/>
                <a:gd name="connsiteX3" fmla="*/ 19790 w 21635"/>
                <a:gd name="connsiteY3" fmla="*/ 1845 h 21635"/>
                <a:gd name="connsiteX4" fmla="*/ 10920 w 21635"/>
                <a:gd name="connsiteY4" fmla="*/ 1845 h 21635"/>
                <a:gd name="connsiteX5" fmla="*/ 1845 w 21635"/>
                <a:gd name="connsiteY5" fmla="*/ 10920 h 21635"/>
                <a:gd name="connsiteX6" fmla="*/ 1845 w 21635"/>
                <a:gd name="connsiteY6" fmla="*/ 19790 h 21635"/>
                <a:gd name="connsiteX7" fmla="*/ 6280 w 21635"/>
                <a:gd name="connsiteY7" fmla="*/ 21635 h 2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35" h="21635">
                  <a:moveTo>
                    <a:pt x="6280" y="21635"/>
                  </a:moveTo>
                  <a:cubicBezTo>
                    <a:pt x="7883" y="21635"/>
                    <a:pt x="9485" y="21020"/>
                    <a:pt x="10715" y="19790"/>
                  </a:cubicBezTo>
                  <a:lnTo>
                    <a:pt x="19790" y="10715"/>
                  </a:lnTo>
                  <a:cubicBezTo>
                    <a:pt x="22250" y="8255"/>
                    <a:pt x="22250" y="4286"/>
                    <a:pt x="19790" y="1845"/>
                  </a:cubicBezTo>
                  <a:cubicBezTo>
                    <a:pt x="17330" y="-615"/>
                    <a:pt x="13361" y="-615"/>
                    <a:pt x="10920" y="1845"/>
                  </a:cubicBezTo>
                  <a:lnTo>
                    <a:pt x="1845" y="10920"/>
                  </a:lnTo>
                  <a:cubicBezTo>
                    <a:pt x="-615" y="13380"/>
                    <a:pt x="-615" y="17349"/>
                    <a:pt x="1845" y="19790"/>
                  </a:cubicBezTo>
                  <a:cubicBezTo>
                    <a:pt x="3075" y="21020"/>
                    <a:pt x="4677" y="21635"/>
                    <a:pt x="6280" y="2163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A942035A-29E5-4BD7-2473-1A4E919E98F2}"/>
                </a:ext>
              </a:extLst>
            </p:cNvPr>
            <p:cNvSpPr/>
            <p:nvPr/>
          </p:nvSpPr>
          <p:spPr>
            <a:xfrm>
              <a:off x="8201934" y="350826"/>
              <a:ext cx="21634" cy="21635"/>
            </a:xfrm>
            <a:custGeom>
              <a:avLst/>
              <a:gdLst>
                <a:gd name="connsiteX0" fmla="*/ 10920 w 21634"/>
                <a:gd name="connsiteY0" fmla="*/ 1845 h 21635"/>
                <a:gd name="connsiteX1" fmla="*/ 1845 w 21634"/>
                <a:gd name="connsiteY1" fmla="*/ 10920 h 21635"/>
                <a:gd name="connsiteX2" fmla="*/ 1845 w 21634"/>
                <a:gd name="connsiteY2" fmla="*/ 19790 h 21635"/>
                <a:gd name="connsiteX3" fmla="*/ 6280 w 21634"/>
                <a:gd name="connsiteY3" fmla="*/ 21635 h 21635"/>
                <a:gd name="connsiteX4" fmla="*/ 10715 w 21634"/>
                <a:gd name="connsiteY4" fmla="*/ 19790 h 21635"/>
                <a:gd name="connsiteX5" fmla="*/ 19790 w 21634"/>
                <a:gd name="connsiteY5" fmla="*/ 10715 h 21635"/>
                <a:gd name="connsiteX6" fmla="*/ 19790 w 21634"/>
                <a:gd name="connsiteY6" fmla="*/ 1845 h 21635"/>
                <a:gd name="connsiteX7" fmla="*/ 10920 w 21634"/>
                <a:gd name="connsiteY7" fmla="*/ 1845 h 2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34" h="21635">
                  <a:moveTo>
                    <a:pt x="10920" y="1845"/>
                  </a:moveTo>
                  <a:lnTo>
                    <a:pt x="1845" y="10920"/>
                  </a:lnTo>
                  <a:cubicBezTo>
                    <a:pt x="-615" y="13361"/>
                    <a:pt x="-615" y="17349"/>
                    <a:pt x="1845" y="19790"/>
                  </a:cubicBezTo>
                  <a:cubicBezTo>
                    <a:pt x="3075" y="21020"/>
                    <a:pt x="4677" y="21635"/>
                    <a:pt x="6280" y="21635"/>
                  </a:cubicBezTo>
                  <a:cubicBezTo>
                    <a:pt x="7883" y="21635"/>
                    <a:pt x="9485" y="21020"/>
                    <a:pt x="10715" y="19790"/>
                  </a:cubicBezTo>
                  <a:lnTo>
                    <a:pt x="19790" y="10715"/>
                  </a:lnTo>
                  <a:cubicBezTo>
                    <a:pt x="22250" y="8274"/>
                    <a:pt x="22250" y="4286"/>
                    <a:pt x="19790" y="1845"/>
                  </a:cubicBezTo>
                  <a:cubicBezTo>
                    <a:pt x="17330" y="-615"/>
                    <a:pt x="13361" y="-615"/>
                    <a:pt x="10920" y="184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265B1F54-464B-AECC-8709-3D85390BB7DB}"/>
                </a:ext>
              </a:extLst>
            </p:cNvPr>
            <p:cNvSpPr/>
            <p:nvPr/>
          </p:nvSpPr>
          <p:spPr>
            <a:xfrm>
              <a:off x="8292781" y="260001"/>
              <a:ext cx="21635" cy="21635"/>
            </a:xfrm>
            <a:custGeom>
              <a:avLst/>
              <a:gdLst>
                <a:gd name="connsiteX0" fmla="*/ 1845 w 21635"/>
                <a:gd name="connsiteY0" fmla="*/ 19790 h 21635"/>
                <a:gd name="connsiteX1" fmla="*/ 6280 w 21635"/>
                <a:gd name="connsiteY1" fmla="*/ 21635 h 21635"/>
                <a:gd name="connsiteX2" fmla="*/ 10715 w 21635"/>
                <a:gd name="connsiteY2" fmla="*/ 19790 h 21635"/>
                <a:gd name="connsiteX3" fmla="*/ 19790 w 21635"/>
                <a:gd name="connsiteY3" fmla="*/ 10715 h 21635"/>
                <a:gd name="connsiteX4" fmla="*/ 19790 w 21635"/>
                <a:gd name="connsiteY4" fmla="*/ 1845 h 21635"/>
                <a:gd name="connsiteX5" fmla="*/ 10920 w 21635"/>
                <a:gd name="connsiteY5" fmla="*/ 1845 h 21635"/>
                <a:gd name="connsiteX6" fmla="*/ 1845 w 21635"/>
                <a:gd name="connsiteY6" fmla="*/ 10920 h 21635"/>
                <a:gd name="connsiteX7" fmla="*/ 1845 w 21635"/>
                <a:gd name="connsiteY7" fmla="*/ 19790 h 2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35" h="21635">
                  <a:moveTo>
                    <a:pt x="1845" y="19790"/>
                  </a:moveTo>
                  <a:cubicBezTo>
                    <a:pt x="3075" y="21020"/>
                    <a:pt x="4677" y="21635"/>
                    <a:pt x="6280" y="21635"/>
                  </a:cubicBezTo>
                  <a:cubicBezTo>
                    <a:pt x="7883" y="21635"/>
                    <a:pt x="9485" y="21020"/>
                    <a:pt x="10715" y="19790"/>
                  </a:cubicBezTo>
                  <a:lnTo>
                    <a:pt x="19790" y="10715"/>
                  </a:lnTo>
                  <a:cubicBezTo>
                    <a:pt x="22250" y="8255"/>
                    <a:pt x="22250" y="4286"/>
                    <a:pt x="19790" y="1845"/>
                  </a:cubicBezTo>
                  <a:cubicBezTo>
                    <a:pt x="17330" y="-615"/>
                    <a:pt x="13361" y="-615"/>
                    <a:pt x="10920" y="1845"/>
                  </a:cubicBezTo>
                  <a:lnTo>
                    <a:pt x="1845" y="10920"/>
                  </a:lnTo>
                  <a:cubicBezTo>
                    <a:pt x="-615" y="13380"/>
                    <a:pt x="-615" y="17349"/>
                    <a:pt x="1845" y="1979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A3F29DFB-DD6E-5F80-2DA7-93ACB61B1978}"/>
                </a:ext>
              </a:extLst>
            </p:cNvPr>
            <p:cNvSpPr/>
            <p:nvPr/>
          </p:nvSpPr>
          <p:spPr>
            <a:xfrm>
              <a:off x="8179219" y="373547"/>
              <a:ext cx="21635" cy="21635"/>
            </a:xfrm>
            <a:custGeom>
              <a:avLst/>
              <a:gdLst>
                <a:gd name="connsiteX0" fmla="*/ 6280 w 21635"/>
                <a:gd name="connsiteY0" fmla="*/ 21635 h 21635"/>
                <a:gd name="connsiteX1" fmla="*/ 10715 w 21635"/>
                <a:gd name="connsiteY1" fmla="*/ 19790 h 21635"/>
                <a:gd name="connsiteX2" fmla="*/ 19790 w 21635"/>
                <a:gd name="connsiteY2" fmla="*/ 10715 h 21635"/>
                <a:gd name="connsiteX3" fmla="*/ 19790 w 21635"/>
                <a:gd name="connsiteY3" fmla="*/ 1845 h 21635"/>
                <a:gd name="connsiteX4" fmla="*/ 10920 w 21635"/>
                <a:gd name="connsiteY4" fmla="*/ 1845 h 21635"/>
                <a:gd name="connsiteX5" fmla="*/ 1845 w 21635"/>
                <a:gd name="connsiteY5" fmla="*/ 10920 h 21635"/>
                <a:gd name="connsiteX6" fmla="*/ 1845 w 21635"/>
                <a:gd name="connsiteY6" fmla="*/ 19790 h 21635"/>
                <a:gd name="connsiteX7" fmla="*/ 6280 w 21635"/>
                <a:gd name="connsiteY7" fmla="*/ 21635 h 2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635" h="21635">
                  <a:moveTo>
                    <a:pt x="6280" y="21635"/>
                  </a:moveTo>
                  <a:cubicBezTo>
                    <a:pt x="7883" y="21635"/>
                    <a:pt x="9485" y="21020"/>
                    <a:pt x="10715" y="19790"/>
                  </a:cubicBezTo>
                  <a:lnTo>
                    <a:pt x="19790" y="10715"/>
                  </a:lnTo>
                  <a:cubicBezTo>
                    <a:pt x="22250" y="8255"/>
                    <a:pt x="22250" y="4286"/>
                    <a:pt x="19790" y="1845"/>
                  </a:cubicBezTo>
                  <a:cubicBezTo>
                    <a:pt x="17330" y="-615"/>
                    <a:pt x="13361" y="-615"/>
                    <a:pt x="10920" y="1845"/>
                  </a:cubicBezTo>
                  <a:lnTo>
                    <a:pt x="1845" y="10920"/>
                  </a:lnTo>
                  <a:cubicBezTo>
                    <a:pt x="-615" y="13380"/>
                    <a:pt x="-615" y="17349"/>
                    <a:pt x="1845" y="19790"/>
                  </a:cubicBezTo>
                  <a:cubicBezTo>
                    <a:pt x="3075" y="21020"/>
                    <a:pt x="4677" y="21635"/>
                    <a:pt x="6280" y="2163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1" name="Forma Livre: Forma 80">
              <a:extLst>
                <a:ext uri="{FF2B5EF4-FFF2-40B4-BE49-F238E27FC236}">
                  <a16:creationId xmlns:a16="http://schemas.microsoft.com/office/drawing/2014/main" id="{2E4053D4-7DA2-055B-473A-01765A854BB7}"/>
                </a:ext>
              </a:extLst>
            </p:cNvPr>
            <p:cNvSpPr/>
            <p:nvPr/>
          </p:nvSpPr>
          <p:spPr>
            <a:xfrm>
              <a:off x="8451737" y="105668"/>
              <a:ext cx="16995" cy="16995"/>
            </a:xfrm>
            <a:custGeom>
              <a:avLst/>
              <a:gdLst>
                <a:gd name="connsiteX0" fmla="*/ 6280 w 16995"/>
                <a:gd name="connsiteY0" fmla="*/ 16995 h 16995"/>
                <a:gd name="connsiteX1" fmla="*/ 10715 w 16995"/>
                <a:gd name="connsiteY1" fmla="*/ 15150 h 16995"/>
                <a:gd name="connsiteX2" fmla="*/ 15150 w 16995"/>
                <a:gd name="connsiteY2" fmla="*/ 10715 h 16995"/>
                <a:gd name="connsiteX3" fmla="*/ 15150 w 16995"/>
                <a:gd name="connsiteY3" fmla="*/ 1845 h 16995"/>
                <a:gd name="connsiteX4" fmla="*/ 6280 w 16995"/>
                <a:gd name="connsiteY4" fmla="*/ 1845 h 16995"/>
                <a:gd name="connsiteX5" fmla="*/ 1845 w 16995"/>
                <a:gd name="connsiteY5" fmla="*/ 6280 h 16995"/>
                <a:gd name="connsiteX6" fmla="*/ 1845 w 16995"/>
                <a:gd name="connsiteY6" fmla="*/ 15150 h 16995"/>
                <a:gd name="connsiteX7" fmla="*/ 6280 w 16995"/>
                <a:gd name="connsiteY7" fmla="*/ 16995 h 16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95" h="16995">
                  <a:moveTo>
                    <a:pt x="6280" y="16995"/>
                  </a:moveTo>
                  <a:cubicBezTo>
                    <a:pt x="7883" y="16995"/>
                    <a:pt x="9485" y="16380"/>
                    <a:pt x="10715" y="15150"/>
                  </a:cubicBezTo>
                  <a:lnTo>
                    <a:pt x="15150" y="10715"/>
                  </a:lnTo>
                  <a:cubicBezTo>
                    <a:pt x="17610" y="8255"/>
                    <a:pt x="17610" y="4286"/>
                    <a:pt x="15150" y="1845"/>
                  </a:cubicBezTo>
                  <a:cubicBezTo>
                    <a:pt x="12691" y="-615"/>
                    <a:pt x="8721" y="-615"/>
                    <a:pt x="6280" y="1845"/>
                  </a:cubicBezTo>
                  <a:lnTo>
                    <a:pt x="1845" y="6280"/>
                  </a:lnTo>
                  <a:cubicBezTo>
                    <a:pt x="-615" y="8740"/>
                    <a:pt x="-615" y="12709"/>
                    <a:pt x="1845" y="15150"/>
                  </a:cubicBezTo>
                  <a:cubicBezTo>
                    <a:pt x="3075" y="16380"/>
                    <a:pt x="4677" y="16995"/>
                    <a:pt x="6280" y="16995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2" name="Forma Livre: Forma 81">
              <a:extLst>
                <a:ext uri="{FF2B5EF4-FFF2-40B4-BE49-F238E27FC236}">
                  <a16:creationId xmlns:a16="http://schemas.microsoft.com/office/drawing/2014/main" id="{49AAF7A9-8810-540A-7EFA-E50567B24980}"/>
                </a:ext>
              </a:extLst>
            </p:cNvPr>
            <p:cNvSpPr/>
            <p:nvPr/>
          </p:nvSpPr>
          <p:spPr>
            <a:xfrm>
              <a:off x="8292982" y="319090"/>
              <a:ext cx="37661" cy="37665"/>
            </a:xfrm>
            <a:custGeom>
              <a:avLst/>
              <a:gdLst>
                <a:gd name="connsiteX0" fmla="*/ 37661 w 37661"/>
                <a:gd name="connsiteY0" fmla="*/ 18826 h 37665"/>
                <a:gd name="connsiteX1" fmla="*/ 0 w 37661"/>
                <a:gd name="connsiteY1" fmla="*/ 18826 h 37665"/>
                <a:gd name="connsiteX2" fmla="*/ 37661 w 37661"/>
                <a:gd name="connsiteY2" fmla="*/ 18826 h 37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61" h="37665">
                  <a:moveTo>
                    <a:pt x="37661" y="18826"/>
                  </a:moveTo>
                  <a:cubicBezTo>
                    <a:pt x="37661" y="43946"/>
                    <a:pt x="0" y="43946"/>
                    <a:pt x="0" y="18826"/>
                  </a:cubicBezTo>
                  <a:cubicBezTo>
                    <a:pt x="0" y="-6275"/>
                    <a:pt x="37661" y="-6275"/>
                    <a:pt x="37661" y="18826"/>
                  </a:cubicBezTo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3" name="Forma Livre: Forma 82">
              <a:extLst>
                <a:ext uri="{FF2B5EF4-FFF2-40B4-BE49-F238E27FC236}">
                  <a16:creationId xmlns:a16="http://schemas.microsoft.com/office/drawing/2014/main" id="{BB62C11F-F688-57BA-57CC-A82255AD60EB}"/>
                </a:ext>
              </a:extLst>
            </p:cNvPr>
            <p:cNvSpPr/>
            <p:nvPr/>
          </p:nvSpPr>
          <p:spPr>
            <a:xfrm>
              <a:off x="8393407" y="287709"/>
              <a:ext cx="37661" cy="37665"/>
            </a:xfrm>
            <a:custGeom>
              <a:avLst/>
              <a:gdLst>
                <a:gd name="connsiteX0" fmla="*/ 37661 w 37661"/>
                <a:gd name="connsiteY0" fmla="*/ 18826 h 37665"/>
                <a:gd name="connsiteX1" fmla="*/ 0 w 37661"/>
                <a:gd name="connsiteY1" fmla="*/ 18826 h 37665"/>
                <a:gd name="connsiteX2" fmla="*/ 37661 w 37661"/>
                <a:gd name="connsiteY2" fmla="*/ 18826 h 37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61" h="37665">
                  <a:moveTo>
                    <a:pt x="37661" y="18826"/>
                  </a:moveTo>
                  <a:cubicBezTo>
                    <a:pt x="37661" y="43946"/>
                    <a:pt x="0" y="43946"/>
                    <a:pt x="0" y="18826"/>
                  </a:cubicBezTo>
                  <a:cubicBezTo>
                    <a:pt x="0" y="-6275"/>
                    <a:pt x="37661" y="-6275"/>
                    <a:pt x="37661" y="18826"/>
                  </a:cubicBezTo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4" name="Forma Livre: Forma 83">
              <a:extLst>
                <a:ext uri="{FF2B5EF4-FFF2-40B4-BE49-F238E27FC236}">
                  <a16:creationId xmlns:a16="http://schemas.microsoft.com/office/drawing/2014/main" id="{2620D7C1-7E77-11A4-9339-FAC042775DC7}"/>
                </a:ext>
              </a:extLst>
            </p:cNvPr>
            <p:cNvSpPr/>
            <p:nvPr/>
          </p:nvSpPr>
          <p:spPr>
            <a:xfrm>
              <a:off x="8405968" y="199826"/>
              <a:ext cx="37661" cy="37665"/>
            </a:xfrm>
            <a:custGeom>
              <a:avLst/>
              <a:gdLst>
                <a:gd name="connsiteX0" fmla="*/ 37661 w 37661"/>
                <a:gd name="connsiteY0" fmla="*/ 18826 h 37665"/>
                <a:gd name="connsiteX1" fmla="*/ 0 w 37661"/>
                <a:gd name="connsiteY1" fmla="*/ 18826 h 37665"/>
                <a:gd name="connsiteX2" fmla="*/ 37661 w 37661"/>
                <a:gd name="connsiteY2" fmla="*/ 18826 h 37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61" h="37665">
                  <a:moveTo>
                    <a:pt x="37661" y="18826"/>
                  </a:moveTo>
                  <a:cubicBezTo>
                    <a:pt x="37661" y="43946"/>
                    <a:pt x="0" y="43946"/>
                    <a:pt x="0" y="18826"/>
                  </a:cubicBezTo>
                  <a:cubicBezTo>
                    <a:pt x="0" y="-6275"/>
                    <a:pt x="37661" y="-6275"/>
                    <a:pt x="37661" y="18826"/>
                  </a:cubicBezTo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5" name="Forma Livre: Forma 84">
              <a:extLst>
                <a:ext uri="{FF2B5EF4-FFF2-40B4-BE49-F238E27FC236}">
                  <a16:creationId xmlns:a16="http://schemas.microsoft.com/office/drawing/2014/main" id="{BEA371A5-F386-24A8-55DD-B002C9B1E542}"/>
                </a:ext>
              </a:extLst>
            </p:cNvPr>
            <p:cNvSpPr/>
            <p:nvPr/>
          </p:nvSpPr>
          <p:spPr>
            <a:xfrm>
              <a:off x="8468729" y="143329"/>
              <a:ext cx="37661" cy="37665"/>
            </a:xfrm>
            <a:custGeom>
              <a:avLst/>
              <a:gdLst>
                <a:gd name="connsiteX0" fmla="*/ 37661 w 37661"/>
                <a:gd name="connsiteY0" fmla="*/ 18840 h 37665"/>
                <a:gd name="connsiteX1" fmla="*/ 0 w 37661"/>
                <a:gd name="connsiteY1" fmla="*/ 18840 h 37665"/>
                <a:gd name="connsiteX2" fmla="*/ 37661 w 37661"/>
                <a:gd name="connsiteY2" fmla="*/ 18840 h 37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61" h="37665">
                  <a:moveTo>
                    <a:pt x="37661" y="18840"/>
                  </a:moveTo>
                  <a:cubicBezTo>
                    <a:pt x="37661" y="43941"/>
                    <a:pt x="0" y="43941"/>
                    <a:pt x="0" y="18840"/>
                  </a:cubicBezTo>
                  <a:cubicBezTo>
                    <a:pt x="0" y="-6280"/>
                    <a:pt x="37661" y="-6280"/>
                    <a:pt x="37661" y="18840"/>
                  </a:cubicBezTo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6" name="Forma Livre: Forma 85">
              <a:extLst>
                <a:ext uri="{FF2B5EF4-FFF2-40B4-BE49-F238E27FC236}">
                  <a16:creationId xmlns:a16="http://schemas.microsoft.com/office/drawing/2014/main" id="{8204CF40-1C0E-938D-2D27-EA9A88A57EFB}"/>
                </a:ext>
              </a:extLst>
            </p:cNvPr>
            <p:cNvSpPr/>
            <p:nvPr/>
          </p:nvSpPr>
          <p:spPr>
            <a:xfrm>
              <a:off x="8475012" y="237485"/>
              <a:ext cx="37661" cy="37665"/>
            </a:xfrm>
            <a:custGeom>
              <a:avLst/>
              <a:gdLst>
                <a:gd name="connsiteX0" fmla="*/ 37661 w 37661"/>
                <a:gd name="connsiteY0" fmla="*/ 18826 h 37665"/>
                <a:gd name="connsiteX1" fmla="*/ 0 w 37661"/>
                <a:gd name="connsiteY1" fmla="*/ 18826 h 37665"/>
                <a:gd name="connsiteX2" fmla="*/ 37661 w 37661"/>
                <a:gd name="connsiteY2" fmla="*/ 18826 h 37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61" h="37665">
                  <a:moveTo>
                    <a:pt x="37661" y="18826"/>
                  </a:moveTo>
                  <a:cubicBezTo>
                    <a:pt x="37661" y="43946"/>
                    <a:pt x="0" y="43946"/>
                    <a:pt x="0" y="18826"/>
                  </a:cubicBezTo>
                  <a:cubicBezTo>
                    <a:pt x="0" y="-6275"/>
                    <a:pt x="37661" y="-6275"/>
                    <a:pt x="37661" y="18826"/>
                  </a:cubicBezTo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7" name="Forma Livre: Forma 86">
              <a:extLst>
                <a:ext uri="{FF2B5EF4-FFF2-40B4-BE49-F238E27FC236}">
                  <a16:creationId xmlns:a16="http://schemas.microsoft.com/office/drawing/2014/main" id="{9B51572C-55E9-8406-236A-B73E0BA0AA1A}"/>
                </a:ext>
              </a:extLst>
            </p:cNvPr>
            <p:cNvSpPr/>
            <p:nvPr/>
          </p:nvSpPr>
          <p:spPr>
            <a:xfrm>
              <a:off x="8349466" y="105665"/>
              <a:ext cx="37661" cy="37665"/>
            </a:xfrm>
            <a:custGeom>
              <a:avLst/>
              <a:gdLst>
                <a:gd name="connsiteX0" fmla="*/ 37661 w 37661"/>
                <a:gd name="connsiteY0" fmla="*/ 18840 h 37665"/>
                <a:gd name="connsiteX1" fmla="*/ 0 w 37661"/>
                <a:gd name="connsiteY1" fmla="*/ 18840 h 37665"/>
                <a:gd name="connsiteX2" fmla="*/ 37661 w 37661"/>
                <a:gd name="connsiteY2" fmla="*/ 18840 h 37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61" h="37665">
                  <a:moveTo>
                    <a:pt x="37661" y="18840"/>
                  </a:moveTo>
                  <a:cubicBezTo>
                    <a:pt x="37661" y="43941"/>
                    <a:pt x="0" y="43941"/>
                    <a:pt x="0" y="18840"/>
                  </a:cubicBezTo>
                  <a:cubicBezTo>
                    <a:pt x="0" y="-6280"/>
                    <a:pt x="37661" y="-6280"/>
                    <a:pt x="37661" y="18840"/>
                  </a:cubicBezTo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B45B384F-BC7E-6F5C-B016-9678331C6B1A}"/>
                </a:ext>
              </a:extLst>
            </p:cNvPr>
            <p:cNvSpPr/>
            <p:nvPr/>
          </p:nvSpPr>
          <p:spPr>
            <a:xfrm>
              <a:off x="8255323" y="118221"/>
              <a:ext cx="37661" cy="37665"/>
            </a:xfrm>
            <a:custGeom>
              <a:avLst/>
              <a:gdLst>
                <a:gd name="connsiteX0" fmla="*/ 37661 w 37661"/>
                <a:gd name="connsiteY0" fmla="*/ 18826 h 37665"/>
                <a:gd name="connsiteX1" fmla="*/ 0 w 37661"/>
                <a:gd name="connsiteY1" fmla="*/ 18826 h 37665"/>
                <a:gd name="connsiteX2" fmla="*/ 37661 w 37661"/>
                <a:gd name="connsiteY2" fmla="*/ 18826 h 37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61" h="37665">
                  <a:moveTo>
                    <a:pt x="37661" y="18826"/>
                  </a:moveTo>
                  <a:cubicBezTo>
                    <a:pt x="37661" y="43946"/>
                    <a:pt x="0" y="43946"/>
                    <a:pt x="0" y="18826"/>
                  </a:cubicBezTo>
                  <a:cubicBezTo>
                    <a:pt x="0" y="-6275"/>
                    <a:pt x="37661" y="-6275"/>
                    <a:pt x="37661" y="18826"/>
                  </a:cubicBezTo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5AF8AC63-F6B2-4F32-D67C-C07FDEA3FFCE}"/>
                </a:ext>
              </a:extLst>
            </p:cNvPr>
            <p:cNvSpPr/>
            <p:nvPr/>
          </p:nvSpPr>
          <p:spPr>
            <a:xfrm>
              <a:off x="8180001" y="262593"/>
              <a:ext cx="37661" cy="37665"/>
            </a:xfrm>
            <a:custGeom>
              <a:avLst/>
              <a:gdLst>
                <a:gd name="connsiteX0" fmla="*/ 37661 w 37661"/>
                <a:gd name="connsiteY0" fmla="*/ 18840 h 37665"/>
                <a:gd name="connsiteX1" fmla="*/ 0 w 37661"/>
                <a:gd name="connsiteY1" fmla="*/ 18840 h 37665"/>
                <a:gd name="connsiteX2" fmla="*/ 37661 w 37661"/>
                <a:gd name="connsiteY2" fmla="*/ 18840 h 37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61" h="37665">
                  <a:moveTo>
                    <a:pt x="37661" y="18840"/>
                  </a:moveTo>
                  <a:cubicBezTo>
                    <a:pt x="37661" y="43941"/>
                    <a:pt x="0" y="43941"/>
                    <a:pt x="0" y="18840"/>
                  </a:cubicBezTo>
                  <a:cubicBezTo>
                    <a:pt x="0" y="-6280"/>
                    <a:pt x="37661" y="-6280"/>
                    <a:pt x="37661" y="18840"/>
                  </a:cubicBezTo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7A0A9B56-69A1-8914-37C3-D72DD915A98E}"/>
                </a:ext>
              </a:extLst>
            </p:cNvPr>
            <p:cNvSpPr/>
            <p:nvPr/>
          </p:nvSpPr>
          <p:spPr>
            <a:xfrm>
              <a:off x="8230202" y="212387"/>
              <a:ext cx="37661" cy="37651"/>
            </a:xfrm>
            <a:custGeom>
              <a:avLst/>
              <a:gdLst>
                <a:gd name="connsiteX0" fmla="*/ 37661 w 37661"/>
                <a:gd name="connsiteY0" fmla="*/ 18826 h 37651"/>
                <a:gd name="connsiteX1" fmla="*/ 0 w 37661"/>
                <a:gd name="connsiteY1" fmla="*/ 18826 h 37651"/>
                <a:gd name="connsiteX2" fmla="*/ 37661 w 37661"/>
                <a:gd name="connsiteY2" fmla="*/ 18826 h 37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61" h="37651">
                  <a:moveTo>
                    <a:pt x="37661" y="18826"/>
                  </a:moveTo>
                  <a:cubicBezTo>
                    <a:pt x="37661" y="43927"/>
                    <a:pt x="0" y="43927"/>
                    <a:pt x="0" y="18826"/>
                  </a:cubicBezTo>
                  <a:cubicBezTo>
                    <a:pt x="0" y="-6275"/>
                    <a:pt x="37661" y="-6275"/>
                    <a:pt x="37661" y="18826"/>
                  </a:cubicBezTo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EDDE310B-A782-27FD-FAA8-95EF85C855C6}"/>
                </a:ext>
              </a:extLst>
            </p:cNvPr>
            <p:cNvSpPr/>
            <p:nvPr/>
          </p:nvSpPr>
          <p:spPr>
            <a:xfrm>
              <a:off x="8117217" y="105667"/>
              <a:ext cx="295031" cy="351510"/>
            </a:xfrm>
            <a:custGeom>
              <a:avLst/>
              <a:gdLst>
                <a:gd name="connsiteX0" fmla="*/ 43943 w 295031"/>
                <a:gd name="connsiteY0" fmla="*/ 313849 h 351510"/>
                <a:gd name="connsiteX1" fmla="*/ 295031 w 295031"/>
                <a:gd name="connsiteY1" fmla="*/ 313849 h 351510"/>
                <a:gd name="connsiteX2" fmla="*/ 263650 w 295031"/>
                <a:gd name="connsiteY2" fmla="*/ 345230 h 351510"/>
                <a:gd name="connsiteX3" fmla="*/ 263650 w 295031"/>
                <a:gd name="connsiteY3" fmla="*/ 351510 h 351510"/>
                <a:gd name="connsiteX4" fmla="*/ 31381 w 295031"/>
                <a:gd name="connsiteY4" fmla="*/ 351510 h 351510"/>
                <a:gd name="connsiteX5" fmla="*/ 0 w 295031"/>
                <a:gd name="connsiteY5" fmla="*/ 320129 h 351510"/>
                <a:gd name="connsiteX6" fmla="*/ 0 w 295031"/>
                <a:gd name="connsiteY6" fmla="*/ 18840 h 351510"/>
                <a:gd name="connsiteX7" fmla="*/ 18840 w 295031"/>
                <a:gd name="connsiteY7" fmla="*/ 0 h 351510"/>
                <a:gd name="connsiteX8" fmla="*/ 37680 w 295031"/>
                <a:gd name="connsiteY8" fmla="*/ 18840 h 351510"/>
                <a:gd name="connsiteX9" fmla="*/ 37680 w 295031"/>
                <a:gd name="connsiteY9" fmla="*/ 307587 h 351510"/>
                <a:gd name="connsiteX10" fmla="*/ 43960 w 295031"/>
                <a:gd name="connsiteY10" fmla="*/ 313867 h 35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5031" h="351510">
                  <a:moveTo>
                    <a:pt x="43943" y="313849"/>
                  </a:moveTo>
                  <a:lnTo>
                    <a:pt x="295031" y="313849"/>
                  </a:lnTo>
                  <a:cubicBezTo>
                    <a:pt x="277701" y="313849"/>
                    <a:pt x="263650" y="327918"/>
                    <a:pt x="263650" y="345230"/>
                  </a:cubicBezTo>
                  <a:lnTo>
                    <a:pt x="263650" y="351510"/>
                  </a:lnTo>
                  <a:lnTo>
                    <a:pt x="31381" y="351510"/>
                  </a:lnTo>
                  <a:cubicBezTo>
                    <a:pt x="14051" y="351510"/>
                    <a:pt x="0" y="337441"/>
                    <a:pt x="0" y="320129"/>
                  </a:cubicBezTo>
                  <a:lnTo>
                    <a:pt x="0" y="18840"/>
                  </a:lnTo>
                  <a:cubicBezTo>
                    <a:pt x="0" y="8479"/>
                    <a:pt x="8479" y="0"/>
                    <a:pt x="18840" y="0"/>
                  </a:cubicBezTo>
                  <a:cubicBezTo>
                    <a:pt x="29201" y="0"/>
                    <a:pt x="37680" y="8479"/>
                    <a:pt x="37680" y="18840"/>
                  </a:cubicBezTo>
                  <a:lnTo>
                    <a:pt x="37680" y="307587"/>
                  </a:lnTo>
                  <a:cubicBezTo>
                    <a:pt x="37680" y="311035"/>
                    <a:pt x="40512" y="313867"/>
                    <a:pt x="43960" y="31386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DCBE7604-6773-F229-5F3E-A9D9D2D5E52C}"/>
                </a:ext>
              </a:extLst>
            </p:cNvPr>
            <p:cNvSpPr/>
            <p:nvPr/>
          </p:nvSpPr>
          <p:spPr>
            <a:xfrm>
              <a:off x="8412228" y="419516"/>
              <a:ext cx="18839" cy="6466"/>
            </a:xfrm>
            <a:custGeom>
              <a:avLst/>
              <a:gdLst>
                <a:gd name="connsiteX0" fmla="*/ 18840 w 18839"/>
                <a:gd name="connsiteY0" fmla="*/ 0 h 6466"/>
                <a:gd name="connsiteX1" fmla="*/ 18840 w 18839"/>
                <a:gd name="connsiteY1" fmla="*/ 6467 h 6466"/>
                <a:gd name="connsiteX2" fmla="*/ 0 w 18839"/>
                <a:gd name="connsiteY2" fmla="*/ 0 h 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839" h="6466">
                  <a:moveTo>
                    <a:pt x="18840" y="0"/>
                  </a:moveTo>
                  <a:lnTo>
                    <a:pt x="18840" y="6467"/>
                  </a:lnTo>
                  <a:cubicBezTo>
                    <a:pt x="13566" y="2441"/>
                    <a:pt x="7100" y="0"/>
                    <a:pt x="0" y="0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023E7E65-8AD9-819B-71C4-DED30C6C2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713" y="2292432"/>
            <a:ext cx="146208" cy="146208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ABD08C62-965B-C5BD-59F1-90D64B1C2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713" y="2524883"/>
            <a:ext cx="146208" cy="146208"/>
          </a:xfrm>
          <a:prstGeom prst="rect">
            <a:avLst/>
          </a:prstGeom>
        </p:spPr>
      </p:pic>
      <p:pic>
        <p:nvPicPr>
          <p:cNvPr id="34" name="Graphic 33" descr="Checkmark with solid fill">
            <a:extLst>
              <a:ext uri="{FF2B5EF4-FFF2-40B4-BE49-F238E27FC236}">
                <a16:creationId xmlns:a16="http://schemas.microsoft.com/office/drawing/2014/main" id="{69275283-CB58-5E03-79E5-0275ACAB8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5313" y="2286878"/>
            <a:ext cx="146208" cy="146208"/>
          </a:xfrm>
          <a:prstGeom prst="rect">
            <a:avLst/>
          </a:prstGeom>
        </p:spPr>
      </p:pic>
      <p:pic>
        <p:nvPicPr>
          <p:cNvPr id="37" name="Graphic 36" descr="Checkmark with solid fill">
            <a:extLst>
              <a:ext uri="{FF2B5EF4-FFF2-40B4-BE49-F238E27FC236}">
                <a16:creationId xmlns:a16="http://schemas.microsoft.com/office/drawing/2014/main" id="{74B35DCA-C767-902A-D436-E04B36628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5313" y="2519329"/>
            <a:ext cx="146208" cy="146208"/>
          </a:xfrm>
          <a:prstGeom prst="rect">
            <a:avLst/>
          </a:prstGeom>
        </p:spPr>
      </p:pic>
      <p:pic>
        <p:nvPicPr>
          <p:cNvPr id="38" name="Graphic 37" descr="Checkmark with solid fill">
            <a:extLst>
              <a:ext uri="{FF2B5EF4-FFF2-40B4-BE49-F238E27FC236}">
                <a16:creationId xmlns:a16="http://schemas.microsoft.com/office/drawing/2014/main" id="{94C99713-3A05-3D32-1F4B-6440218C4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0600" y="2284928"/>
            <a:ext cx="146208" cy="146208"/>
          </a:xfrm>
          <a:prstGeom prst="rect">
            <a:avLst/>
          </a:prstGeom>
        </p:spPr>
      </p:pic>
      <p:pic>
        <p:nvPicPr>
          <p:cNvPr id="40" name="Graphic 39" descr="Checkmark with solid fill">
            <a:extLst>
              <a:ext uri="{FF2B5EF4-FFF2-40B4-BE49-F238E27FC236}">
                <a16:creationId xmlns:a16="http://schemas.microsoft.com/office/drawing/2014/main" id="{28E4B7B1-3936-9123-69C8-569C36961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0600" y="2517379"/>
            <a:ext cx="146208" cy="146208"/>
          </a:xfrm>
          <a:prstGeom prst="rect">
            <a:avLst/>
          </a:prstGeom>
        </p:spPr>
      </p:pic>
      <p:pic>
        <p:nvPicPr>
          <p:cNvPr id="42" name="Graphic 41" descr="Close with solid fill">
            <a:extLst>
              <a:ext uri="{FF2B5EF4-FFF2-40B4-BE49-F238E27FC236}">
                <a16:creationId xmlns:a16="http://schemas.microsoft.com/office/drawing/2014/main" id="{F27097AE-FAC6-C82A-2204-B6531F4156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9208" y="3046164"/>
            <a:ext cx="147600" cy="147600"/>
          </a:xfrm>
          <a:prstGeom prst="rect">
            <a:avLst/>
          </a:prstGeom>
        </p:spPr>
      </p:pic>
      <p:pic>
        <p:nvPicPr>
          <p:cNvPr id="43" name="Graphic 42" descr="Close with solid fill">
            <a:extLst>
              <a:ext uri="{FF2B5EF4-FFF2-40B4-BE49-F238E27FC236}">
                <a16:creationId xmlns:a16="http://schemas.microsoft.com/office/drawing/2014/main" id="{9C5189EC-A172-1543-2C59-2EDCFEBD3F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9208" y="3292650"/>
            <a:ext cx="147600" cy="147600"/>
          </a:xfrm>
          <a:prstGeom prst="rect">
            <a:avLst/>
          </a:prstGeom>
        </p:spPr>
      </p:pic>
      <p:pic>
        <p:nvPicPr>
          <p:cNvPr id="44" name="Graphic 43" descr="Close with solid fill">
            <a:extLst>
              <a:ext uri="{FF2B5EF4-FFF2-40B4-BE49-F238E27FC236}">
                <a16:creationId xmlns:a16="http://schemas.microsoft.com/office/drawing/2014/main" id="{ED6E45E0-9F28-7D74-65C1-E2BC05F71C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3921" y="3046164"/>
            <a:ext cx="147600" cy="147600"/>
          </a:xfrm>
          <a:prstGeom prst="rect">
            <a:avLst/>
          </a:prstGeom>
        </p:spPr>
      </p:pic>
      <p:pic>
        <p:nvPicPr>
          <p:cNvPr id="120" name="Graphic 119" descr="Close with solid fill">
            <a:extLst>
              <a:ext uri="{FF2B5EF4-FFF2-40B4-BE49-F238E27FC236}">
                <a16:creationId xmlns:a16="http://schemas.microsoft.com/office/drawing/2014/main" id="{1E153BAF-2F1D-4C43-1484-EC6332BC1A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3921" y="3292650"/>
            <a:ext cx="147600" cy="147600"/>
          </a:xfrm>
          <a:prstGeom prst="rect">
            <a:avLst/>
          </a:prstGeom>
        </p:spPr>
      </p:pic>
      <p:pic>
        <p:nvPicPr>
          <p:cNvPr id="121" name="Graphic 120" descr="Close with solid fill">
            <a:extLst>
              <a:ext uri="{FF2B5EF4-FFF2-40B4-BE49-F238E27FC236}">
                <a16:creationId xmlns:a16="http://schemas.microsoft.com/office/drawing/2014/main" id="{209DFA25-6DE0-63CC-8F94-DB34860120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713" y="3046164"/>
            <a:ext cx="147600" cy="147600"/>
          </a:xfrm>
          <a:prstGeom prst="rect">
            <a:avLst/>
          </a:prstGeom>
        </p:spPr>
      </p:pic>
      <p:pic>
        <p:nvPicPr>
          <p:cNvPr id="123" name="Graphic 122" descr="Close with solid fill">
            <a:extLst>
              <a:ext uri="{FF2B5EF4-FFF2-40B4-BE49-F238E27FC236}">
                <a16:creationId xmlns:a16="http://schemas.microsoft.com/office/drawing/2014/main" id="{2D132AB2-74EE-3AB8-A401-376EAB310A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713" y="3292650"/>
            <a:ext cx="147600" cy="147600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04E27E1E-3F7D-9E60-125B-1E4BBF525B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526" y="4615305"/>
            <a:ext cx="5867646" cy="153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34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96EE1-D92D-2E01-667D-6C8F32817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245890-8C2A-51F2-61F5-B21D429B6076}"/>
              </a:ext>
            </a:extLst>
          </p:cNvPr>
          <p:cNvSpPr txBox="1"/>
          <p:nvPr/>
        </p:nvSpPr>
        <p:spPr>
          <a:xfrm>
            <a:off x="342899" y="502920"/>
            <a:ext cx="9580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Por que Modelos de </a:t>
            </a:r>
            <a:r>
              <a:rPr lang="pt-BR" sz="4400" b="1" dirty="0">
                <a:solidFill>
                  <a:srgbClr val="DB2777"/>
                </a:solidFill>
              </a:rPr>
              <a:t>Grafos?</a:t>
            </a:r>
            <a:endParaRPr lang="en-US" sz="4400" b="1" dirty="0">
              <a:solidFill>
                <a:srgbClr val="DB2777"/>
              </a:solidFill>
            </a:endParaRPr>
          </a:p>
        </p:txBody>
      </p: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17CB3D3E-C803-30A6-E486-2DE78092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7</a:t>
            </a:fld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C17B38-0F8E-EECC-4DA7-615821E6EF46}"/>
              </a:ext>
            </a:extLst>
          </p:cNvPr>
          <p:cNvCxnSpPr>
            <a:cxnSpLocks/>
          </p:cNvCxnSpPr>
          <p:nvPr/>
        </p:nvCxnSpPr>
        <p:spPr>
          <a:xfrm>
            <a:off x="285082" y="6356350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D0F0997-5D05-E8FE-B074-12FD5859BFC4}"/>
              </a:ext>
            </a:extLst>
          </p:cNvPr>
          <p:cNvGrpSpPr/>
          <p:nvPr/>
        </p:nvGrpSpPr>
        <p:grpSpPr>
          <a:xfrm>
            <a:off x="444952" y="319474"/>
            <a:ext cx="5235803" cy="261610"/>
            <a:chOff x="444952" y="319474"/>
            <a:chExt cx="5235803" cy="261610"/>
          </a:xfrm>
        </p:grpSpPr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E9C8E0C9-8F4E-0706-CBB1-B65C78D40AA4}"/>
                </a:ext>
              </a:extLst>
            </p:cNvPr>
            <p:cNvGrpSpPr/>
            <p:nvPr/>
          </p:nvGrpSpPr>
          <p:grpSpPr>
            <a:xfrm>
              <a:off x="444952" y="319474"/>
              <a:ext cx="2045386" cy="261610"/>
              <a:chOff x="444952" y="319474"/>
              <a:chExt cx="2045386" cy="261610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56F78782-8EE5-33C2-1805-8A416F51912A}"/>
                  </a:ext>
                </a:extLst>
              </p:cNvPr>
              <p:cNvSpPr/>
              <p:nvPr/>
            </p:nvSpPr>
            <p:spPr>
              <a:xfrm>
                <a:off x="444952" y="319474"/>
                <a:ext cx="2045386" cy="261610"/>
              </a:xfrm>
              <a:prstGeom prst="roundRect">
                <a:avLst>
                  <a:gd name="adj" fmla="val 49435"/>
                </a:avLst>
              </a:prstGeom>
              <a:solidFill>
                <a:srgbClr val="FCE7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BD5A0A4-328A-63CB-5473-CD66CA45D1E4}"/>
                  </a:ext>
                </a:extLst>
              </p:cNvPr>
              <p:cNvSpPr txBox="1"/>
              <p:nvPr/>
            </p:nvSpPr>
            <p:spPr>
              <a:xfrm>
                <a:off x="472283" y="319474"/>
                <a:ext cx="199072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ctr"/>
                <a:r>
                  <a:rPr lang="pt-BR" sz="1100" b="1" dirty="0">
                    <a:solidFill>
                      <a:srgbClr val="AA5A7A"/>
                    </a:solidFill>
                  </a:rPr>
                  <a:t>FUNDAMENTAÇÃO TEÓRICA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B7BDEF0-A421-D0E0-639A-01AB2F1FF77A}"/>
                </a:ext>
              </a:extLst>
            </p:cNvPr>
            <p:cNvSpPr txBox="1"/>
            <p:nvPr/>
          </p:nvSpPr>
          <p:spPr>
            <a:xfrm>
              <a:off x="2525605" y="319474"/>
              <a:ext cx="31551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|   EXPLORATORY DATA ANALYSIS (EDA)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1709B8-28C1-BF9F-532F-A3CF27DA2F90}"/>
              </a:ext>
            </a:extLst>
          </p:cNvPr>
          <p:cNvCxnSpPr>
            <a:cxnSpLocks/>
          </p:cNvCxnSpPr>
          <p:nvPr/>
        </p:nvCxnSpPr>
        <p:spPr>
          <a:xfrm>
            <a:off x="335882" y="1280146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1434993-28A4-5F8F-E6F2-281763B2932A}"/>
              </a:ext>
            </a:extLst>
          </p:cNvPr>
          <p:cNvSpPr/>
          <p:nvPr/>
        </p:nvSpPr>
        <p:spPr>
          <a:xfrm flipH="1">
            <a:off x="342891" y="3489358"/>
            <a:ext cx="3962890" cy="2747811"/>
          </a:xfrm>
          <a:prstGeom prst="roundRect">
            <a:avLst>
              <a:gd name="adj" fmla="val 6964"/>
            </a:avLst>
          </a:prstGeom>
          <a:noFill/>
          <a:ln>
            <a:solidFill>
              <a:srgbClr val="E4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295B8-AF71-83BF-163A-2286F24185EA}"/>
              </a:ext>
            </a:extLst>
          </p:cNvPr>
          <p:cNvSpPr txBox="1"/>
          <p:nvPr/>
        </p:nvSpPr>
        <p:spPr>
          <a:xfrm>
            <a:off x="764602" y="3559995"/>
            <a:ext cx="3223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600" dirty="0"/>
              <a:t>A </a:t>
            </a:r>
            <a:r>
              <a:rPr lang="en-US" sz="1800" dirty="0" err="1"/>
              <a:t>Força</a:t>
            </a:r>
            <a:r>
              <a:rPr lang="en-US" sz="1600" dirty="0"/>
              <a:t> dos </a:t>
            </a:r>
            <a:r>
              <a:rPr lang="en-US" sz="1600" dirty="0" err="1"/>
              <a:t>Grafos</a:t>
            </a:r>
            <a:r>
              <a:rPr lang="en-US" sz="1600" dirty="0"/>
              <a:t> (GNNs)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970446-0305-69B6-C8D5-11CA50A1019D}"/>
              </a:ext>
            </a:extLst>
          </p:cNvPr>
          <p:cNvSpPr txBox="1"/>
          <p:nvPr/>
        </p:nvSpPr>
        <p:spPr>
          <a:xfrm>
            <a:off x="557213" y="3979594"/>
            <a:ext cx="3588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pt-BR" sz="1200" dirty="0"/>
              <a:t>Tratam os dados como uma rede conectada, permitindo capturar padrões relacionais ocultos: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E6168-8C57-64A3-1536-F7D81C1CD70F}"/>
              </a:ext>
            </a:extLst>
          </p:cNvPr>
          <p:cNvSpPr txBox="1"/>
          <p:nvPr/>
        </p:nvSpPr>
        <p:spPr>
          <a:xfrm>
            <a:off x="566928" y="4500697"/>
            <a:ext cx="3588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pt-BR" sz="1200" b="1" dirty="0"/>
              <a:t>Similaridade (Homofilia):</a:t>
            </a:r>
            <a:r>
              <a:rPr lang="pt-BR" sz="1200" dirty="0"/>
              <a:t> Alunos parecidos tendem a ter notas parecidas.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08E170B-76FB-290D-D631-63E7E9DFCEDF}"/>
              </a:ext>
            </a:extLst>
          </p:cNvPr>
          <p:cNvSpPr/>
          <p:nvPr/>
        </p:nvSpPr>
        <p:spPr>
          <a:xfrm flipH="1">
            <a:off x="4670253" y="1466765"/>
            <a:ext cx="7178845" cy="3714162"/>
          </a:xfrm>
          <a:prstGeom prst="roundRect">
            <a:avLst>
              <a:gd name="adj" fmla="val 6964"/>
            </a:avLst>
          </a:prstGeom>
          <a:noFill/>
          <a:ln>
            <a:solidFill>
              <a:srgbClr val="E4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569652F-38D7-3E2B-61C7-12AE46CB7962}"/>
              </a:ext>
            </a:extLst>
          </p:cNvPr>
          <p:cNvSpPr/>
          <p:nvPr/>
        </p:nvSpPr>
        <p:spPr>
          <a:xfrm flipH="1">
            <a:off x="342891" y="1466765"/>
            <a:ext cx="3962890" cy="1901878"/>
          </a:xfrm>
          <a:prstGeom prst="roundRect">
            <a:avLst>
              <a:gd name="adj" fmla="val 6964"/>
            </a:avLst>
          </a:prstGeom>
          <a:noFill/>
          <a:ln>
            <a:solidFill>
              <a:srgbClr val="E4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7936A4-725B-42AF-902F-6B565FC562EA}"/>
              </a:ext>
            </a:extLst>
          </p:cNvPr>
          <p:cNvSpPr txBox="1"/>
          <p:nvPr/>
        </p:nvSpPr>
        <p:spPr>
          <a:xfrm>
            <a:off x="764602" y="1573557"/>
            <a:ext cx="3223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600" dirty="0"/>
              <a:t>O </a:t>
            </a:r>
            <a:r>
              <a:rPr lang="en-US" sz="1600" dirty="0" err="1"/>
              <a:t>Limite</a:t>
            </a:r>
            <a:r>
              <a:rPr lang="en-US" sz="1600" dirty="0"/>
              <a:t> Tabular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B9EF89-09C1-24DB-6A13-9E24FE11AB87}"/>
              </a:ext>
            </a:extLst>
          </p:cNvPr>
          <p:cNvSpPr txBox="1"/>
          <p:nvPr/>
        </p:nvSpPr>
        <p:spPr>
          <a:xfrm>
            <a:off x="444951" y="1923976"/>
            <a:ext cx="3700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200" b="0" dirty="0" err="1">
                <a:solidFill>
                  <a:schemeClr val="bg1">
                    <a:lumMod val="50000"/>
                  </a:schemeClr>
                </a:solidFill>
              </a:rPr>
              <a:t>Modelos</a:t>
            </a:r>
            <a:r>
              <a:rPr lang="en-US" sz="1200" b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b="0" dirty="0" err="1">
                <a:solidFill>
                  <a:schemeClr val="bg1">
                    <a:lumMod val="50000"/>
                  </a:schemeClr>
                </a:solidFill>
              </a:rPr>
              <a:t>tradicionais</a:t>
            </a:r>
            <a:r>
              <a:rPr lang="en-US" sz="1200" b="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en-US" sz="1200" b="0" dirty="0" err="1">
                <a:solidFill>
                  <a:schemeClr val="bg1">
                    <a:lumMod val="50000"/>
                  </a:schemeClr>
                </a:solidFill>
              </a:rPr>
              <a:t>XGBoost</a:t>
            </a:r>
            <a:r>
              <a:rPr lang="en-US" sz="1200" b="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1200" b="0" dirty="0" err="1">
                <a:solidFill>
                  <a:schemeClr val="bg1">
                    <a:lumMod val="50000"/>
                  </a:schemeClr>
                </a:solidFill>
              </a:rPr>
              <a:t>Regressão</a:t>
            </a:r>
            <a:r>
              <a:rPr lang="en-US" sz="1200" b="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sz="1200" b="0" dirty="0" err="1">
                <a:solidFill>
                  <a:schemeClr val="bg1">
                    <a:lumMod val="50000"/>
                  </a:schemeClr>
                </a:solidFill>
              </a:rPr>
              <a:t>assumem</a:t>
            </a:r>
            <a:r>
              <a:rPr lang="en-US" sz="1200" b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b="0" dirty="0" err="1">
                <a:solidFill>
                  <a:schemeClr val="bg1">
                    <a:lumMod val="50000"/>
                  </a:schemeClr>
                </a:solidFill>
              </a:rPr>
              <a:t>que</a:t>
            </a:r>
            <a:r>
              <a:rPr lang="en-US" sz="1200" b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b="0" dirty="0" err="1">
                <a:solidFill>
                  <a:schemeClr val="bg1">
                    <a:lumMod val="50000"/>
                  </a:schemeClr>
                </a:solidFill>
              </a:rPr>
              <a:t>cada</a:t>
            </a:r>
            <a:r>
              <a:rPr lang="en-US" sz="1200" b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b="0" dirty="0" err="1">
                <a:solidFill>
                  <a:schemeClr val="bg1">
                    <a:lumMod val="50000"/>
                  </a:schemeClr>
                </a:solidFill>
              </a:rPr>
              <a:t>linha</a:t>
            </a:r>
            <a:r>
              <a:rPr lang="en-US" sz="1200" b="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en-US" sz="1200" b="0" dirty="0" err="1">
                <a:solidFill>
                  <a:schemeClr val="bg1">
                    <a:lumMod val="50000"/>
                  </a:schemeClr>
                </a:solidFill>
              </a:rPr>
              <a:t>aluno</a:t>
            </a:r>
            <a:r>
              <a:rPr lang="en-US" sz="1200" b="0" dirty="0">
                <a:solidFill>
                  <a:schemeClr val="bg1">
                    <a:lumMod val="50000"/>
                  </a:schemeClr>
                </a:solidFill>
              </a:rPr>
              <a:t>) é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independente</a:t>
            </a:r>
            <a:r>
              <a:rPr lang="en-US" sz="1200" b="0" dirty="0">
                <a:solidFill>
                  <a:schemeClr val="bg1">
                    <a:lumMod val="50000"/>
                  </a:schemeClr>
                </a:solidFill>
              </a:rPr>
              <a:t> das </a:t>
            </a:r>
            <a:r>
              <a:rPr lang="en-US" sz="1200" b="0" dirty="0" err="1">
                <a:solidFill>
                  <a:schemeClr val="bg1">
                    <a:lumMod val="50000"/>
                  </a:schemeClr>
                </a:solidFill>
              </a:rPr>
              <a:t>outras</a:t>
            </a:r>
            <a:r>
              <a:rPr lang="en-US" sz="1200" b="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5F75B3F-19B5-6FC8-5CB0-FAB0113B86FF}"/>
              </a:ext>
            </a:extLst>
          </p:cNvPr>
          <p:cNvSpPr txBox="1"/>
          <p:nvPr/>
        </p:nvSpPr>
        <p:spPr>
          <a:xfrm>
            <a:off x="4786119" y="1500171"/>
            <a:ext cx="3223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400" dirty="0" err="1"/>
              <a:t>Visualização</a:t>
            </a:r>
            <a:r>
              <a:rPr lang="en-US" sz="1400" dirty="0"/>
              <a:t> </a:t>
            </a:r>
            <a:r>
              <a:rPr lang="en-US" sz="1400" dirty="0" err="1"/>
              <a:t>Conceitual</a:t>
            </a:r>
            <a:endParaRPr lang="en-US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2AF8CD-877A-8D2E-C36F-928D83F9F517}"/>
              </a:ext>
            </a:extLst>
          </p:cNvPr>
          <p:cNvSpPr/>
          <p:nvPr/>
        </p:nvSpPr>
        <p:spPr>
          <a:xfrm flipH="1">
            <a:off x="4670254" y="5291666"/>
            <a:ext cx="7178844" cy="953947"/>
          </a:xfrm>
          <a:prstGeom prst="roundRect">
            <a:avLst>
              <a:gd name="adj" fmla="val 6964"/>
            </a:avLst>
          </a:prstGeom>
          <a:solidFill>
            <a:srgbClr val="312E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6E030-9EAB-2E44-9757-7794EBD7D4F4}"/>
              </a:ext>
            </a:extLst>
          </p:cNvPr>
          <p:cNvSpPr txBox="1"/>
          <p:nvPr/>
        </p:nvSpPr>
        <p:spPr>
          <a:xfrm>
            <a:off x="5393843" y="5688634"/>
            <a:ext cx="6300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/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“Assim como uma rede social sugere amigos baseada em conexões em comum, nosso grafo ‘sugere’ o desempenho do aluno baseado em suas conexões educacionais.”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0B3AA6-CD58-2EC9-A8F8-65605F72A9EE}"/>
              </a:ext>
            </a:extLst>
          </p:cNvPr>
          <p:cNvSpPr txBox="1"/>
          <p:nvPr/>
        </p:nvSpPr>
        <p:spPr>
          <a:xfrm>
            <a:off x="5393843" y="5388144"/>
            <a:ext cx="5949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/>
            </a:lvl1pPr>
          </a:lstStyle>
          <a:p>
            <a:r>
              <a:rPr lang="pt-BR" sz="1400" b="1" dirty="0">
                <a:solidFill>
                  <a:srgbClr val="A3BDF4"/>
                </a:solidFill>
              </a:rPr>
              <a:t>A ANALOGIA DA REDE SOCIAL</a:t>
            </a:r>
            <a:endParaRPr lang="en-US" sz="1400" b="1" dirty="0">
              <a:solidFill>
                <a:srgbClr val="A3BDF4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C50365-21F6-F913-7909-AB47903872B1}"/>
              </a:ext>
            </a:extLst>
          </p:cNvPr>
          <p:cNvSpPr txBox="1"/>
          <p:nvPr/>
        </p:nvSpPr>
        <p:spPr>
          <a:xfrm>
            <a:off x="4786119" y="1717567"/>
            <a:ext cx="3223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200" b="0" dirty="0" err="1">
                <a:solidFill>
                  <a:schemeClr val="bg1">
                    <a:lumMod val="65000"/>
                  </a:schemeClr>
                </a:solidFill>
              </a:rPr>
              <a:t>Conexões</a:t>
            </a:r>
            <a:r>
              <a:rPr lang="en-US" sz="1200" b="0" dirty="0">
                <a:solidFill>
                  <a:schemeClr val="bg1">
                    <a:lumMod val="65000"/>
                  </a:schemeClr>
                </a:solidFill>
              </a:rPr>
              <a:t> entre </a:t>
            </a:r>
            <a:r>
              <a:rPr lang="en-US" sz="1200" b="0" dirty="0" err="1">
                <a:solidFill>
                  <a:schemeClr val="bg1">
                    <a:lumMod val="65000"/>
                  </a:schemeClr>
                </a:solidFill>
              </a:rPr>
              <a:t>Alunos</a:t>
            </a:r>
            <a:r>
              <a:rPr lang="en-US" sz="1200" b="0" dirty="0">
                <a:solidFill>
                  <a:schemeClr val="bg1">
                    <a:lumMod val="65000"/>
                  </a:schemeClr>
                </a:solidFill>
              </a:rPr>
              <a:t> e </a:t>
            </a:r>
            <a:r>
              <a:rPr lang="en-US" sz="1200" b="0" dirty="0" err="1">
                <a:solidFill>
                  <a:schemeClr val="bg1">
                    <a:lumMod val="65000"/>
                  </a:schemeClr>
                </a:solidFill>
              </a:rPr>
              <a:t>Contextos</a:t>
            </a:r>
            <a:endParaRPr lang="en-US" sz="1200" b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B4E80E-53A7-3E60-43C8-C0BEF3321698}"/>
              </a:ext>
            </a:extLst>
          </p:cNvPr>
          <p:cNvSpPr txBox="1"/>
          <p:nvPr/>
        </p:nvSpPr>
        <p:spPr>
          <a:xfrm>
            <a:off x="711143" y="2808072"/>
            <a:ext cx="33376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r>
              <a:rPr lang="pt-BR" sz="1000" b="1" dirty="0">
                <a:solidFill>
                  <a:srgbClr val="F25368"/>
                </a:solidFill>
              </a:rPr>
              <a:t>Mas estudantes interagem e compartilham contextos!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449FB04-93A1-5075-D752-10E0C28FD631}"/>
              </a:ext>
            </a:extLst>
          </p:cNvPr>
          <p:cNvSpPr/>
          <p:nvPr/>
        </p:nvSpPr>
        <p:spPr>
          <a:xfrm>
            <a:off x="518583" y="2774832"/>
            <a:ext cx="3469591" cy="312701"/>
          </a:xfrm>
          <a:prstGeom prst="round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F0E25-153C-3064-5744-6150EF338687}"/>
              </a:ext>
            </a:extLst>
          </p:cNvPr>
          <p:cNvSpPr txBox="1"/>
          <p:nvPr/>
        </p:nvSpPr>
        <p:spPr>
          <a:xfrm>
            <a:off x="566928" y="5017795"/>
            <a:ext cx="3588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pt-BR" sz="1200" b="1" dirty="0"/>
              <a:t>Conexões Estruturais:</a:t>
            </a:r>
            <a:r>
              <a:rPr lang="pt-BR" sz="1200" dirty="0"/>
              <a:t> Vínculos via escola, renda e localização.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A2CBB4-3DC6-EDAE-1569-B2F802DADE24}"/>
              </a:ext>
            </a:extLst>
          </p:cNvPr>
          <p:cNvSpPr txBox="1"/>
          <p:nvPr/>
        </p:nvSpPr>
        <p:spPr>
          <a:xfrm>
            <a:off x="566928" y="5534893"/>
            <a:ext cx="3588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r>
              <a:rPr lang="pt-BR" sz="1200" b="1" dirty="0" err="1"/>
              <a:t>Multi</a:t>
            </a:r>
            <a:r>
              <a:rPr lang="pt-BR" sz="1200" b="1" dirty="0"/>
              <a:t> Relacionalidade:</a:t>
            </a:r>
            <a:r>
              <a:rPr lang="pt-BR" sz="1200" dirty="0"/>
              <a:t> Diferentes tipos de arestas num mesmo modelo.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975F36-673E-2A61-D7EF-EBC44255E6A5}"/>
              </a:ext>
            </a:extLst>
          </p:cNvPr>
          <p:cNvSpPr/>
          <p:nvPr/>
        </p:nvSpPr>
        <p:spPr>
          <a:xfrm>
            <a:off x="9968493" y="4747776"/>
            <a:ext cx="164403" cy="164403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F48F38-9357-8454-B7B8-91D47D6EADEC}"/>
              </a:ext>
            </a:extLst>
          </p:cNvPr>
          <p:cNvSpPr/>
          <p:nvPr/>
        </p:nvSpPr>
        <p:spPr>
          <a:xfrm>
            <a:off x="9968493" y="4489863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6CE0EED-A16E-0A59-4459-492F39053514}"/>
              </a:ext>
            </a:extLst>
          </p:cNvPr>
          <p:cNvCxnSpPr>
            <a:cxnSpLocks/>
            <a:stCxn id="43" idx="7"/>
          </p:cNvCxnSpPr>
          <p:nvPr/>
        </p:nvCxnSpPr>
        <p:spPr>
          <a:xfrm flipV="1">
            <a:off x="7362473" y="2544790"/>
            <a:ext cx="507487" cy="38920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C70CCB2-8085-AC76-700D-63179C0EB117}"/>
              </a:ext>
            </a:extLst>
          </p:cNvPr>
          <p:cNvCxnSpPr>
            <a:cxnSpLocks/>
            <a:stCxn id="41" idx="1"/>
            <a:endCxn id="16" idx="5"/>
          </p:cNvCxnSpPr>
          <p:nvPr/>
        </p:nvCxnSpPr>
        <p:spPr>
          <a:xfrm flipH="1" flipV="1">
            <a:off x="7968765" y="2652076"/>
            <a:ext cx="341797" cy="63094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79805D5-8EC3-69BC-83CF-0356311D1D3E}"/>
              </a:ext>
            </a:extLst>
          </p:cNvPr>
          <p:cNvCxnSpPr>
            <a:cxnSpLocks/>
            <a:stCxn id="16" idx="7"/>
            <a:endCxn id="42" idx="3"/>
          </p:cNvCxnSpPr>
          <p:nvPr/>
        </p:nvCxnSpPr>
        <p:spPr>
          <a:xfrm flipV="1">
            <a:off x="7968765" y="2059441"/>
            <a:ext cx="302430" cy="39502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0474CA1-8577-B82A-B5BA-FC10D4938897}"/>
              </a:ext>
            </a:extLst>
          </p:cNvPr>
          <p:cNvCxnSpPr>
            <a:cxnSpLocks/>
            <a:stCxn id="44" idx="5"/>
            <a:endCxn id="16" idx="1"/>
          </p:cNvCxnSpPr>
          <p:nvPr/>
        </p:nvCxnSpPr>
        <p:spPr>
          <a:xfrm>
            <a:off x="7264235" y="2277522"/>
            <a:ext cx="506921" cy="17694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4A80187-ADE3-2146-DA5D-796CB0342CCE}"/>
              </a:ext>
            </a:extLst>
          </p:cNvPr>
          <p:cNvCxnSpPr>
            <a:cxnSpLocks/>
            <a:stCxn id="20" idx="1"/>
            <a:endCxn id="25" idx="5"/>
          </p:cNvCxnSpPr>
          <p:nvPr/>
        </p:nvCxnSpPr>
        <p:spPr>
          <a:xfrm flipH="1" flipV="1">
            <a:off x="6236327" y="3481469"/>
            <a:ext cx="223926" cy="502378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2A8726C-FCBB-A947-7C58-245F6E0006D7}"/>
              </a:ext>
            </a:extLst>
          </p:cNvPr>
          <p:cNvCxnSpPr>
            <a:cxnSpLocks/>
            <a:stCxn id="20" idx="5"/>
            <a:endCxn id="28" idx="2"/>
          </p:cNvCxnSpPr>
          <p:nvPr/>
        </p:nvCxnSpPr>
        <p:spPr>
          <a:xfrm flipV="1">
            <a:off x="6657862" y="4177970"/>
            <a:ext cx="548248" cy="348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C47D160-19BB-6C4B-79A7-52C4FAB2B3D7}"/>
              </a:ext>
            </a:extLst>
          </p:cNvPr>
          <p:cNvCxnSpPr>
            <a:cxnSpLocks/>
            <a:stCxn id="45" idx="6"/>
            <a:endCxn id="17" idx="2"/>
          </p:cNvCxnSpPr>
          <p:nvPr/>
        </p:nvCxnSpPr>
        <p:spPr>
          <a:xfrm>
            <a:off x="9207137" y="1919114"/>
            <a:ext cx="442796" cy="2856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71AE4C9-77DD-A50A-A6E3-50B4EC82FEEA}"/>
              </a:ext>
            </a:extLst>
          </p:cNvPr>
          <p:cNvCxnSpPr>
            <a:cxnSpLocks/>
            <a:stCxn id="46" idx="1"/>
            <a:endCxn id="17" idx="5"/>
          </p:cNvCxnSpPr>
          <p:nvPr/>
        </p:nvCxnSpPr>
        <p:spPr>
          <a:xfrm flipH="1" flipV="1">
            <a:off x="9888468" y="2046483"/>
            <a:ext cx="285135" cy="279191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781FCC6-9BB3-CDDE-8515-836589ED731C}"/>
              </a:ext>
            </a:extLst>
          </p:cNvPr>
          <p:cNvCxnSpPr>
            <a:cxnSpLocks/>
            <a:stCxn id="18" idx="7"/>
            <a:endCxn id="53" idx="4"/>
          </p:cNvCxnSpPr>
          <p:nvPr/>
        </p:nvCxnSpPr>
        <p:spPr>
          <a:xfrm flipV="1">
            <a:off x="10732514" y="3107065"/>
            <a:ext cx="142840" cy="37045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191FDAC-57DC-7E9D-A412-79FA717A6361}"/>
              </a:ext>
            </a:extLst>
          </p:cNvPr>
          <p:cNvCxnSpPr>
            <a:cxnSpLocks/>
            <a:stCxn id="54" idx="6"/>
            <a:endCxn id="18" idx="2"/>
          </p:cNvCxnSpPr>
          <p:nvPr/>
        </p:nvCxnSpPr>
        <p:spPr>
          <a:xfrm>
            <a:off x="10064401" y="3489119"/>
            <a:ext cx="429578" cy="87204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CD82CBAD-E839-35CE-9C5C-5012878F91AE}"/>
              </a:ext>
            </a:extLst>
          </p:cNvPr>
          <p:cNvCxnSpPr>
            <a:cxnSpLocks/>
            <a:stCxn id="18" idx="5"/>
            <a:endCxn id="52" idx="1"/>
          </p:cNvCxnSpPr>
          <p:nvPr/>
        </p:nvCxnSpPr>
        <p:spPr>
          <a:xfrm>
            <a:off x="10732514" y="3675127"/>
            <a:ext cx="138250" cy="32854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656FA7A-E47E-2EDE-05C8-33DB886F6615}"/>
              </a:ext>
            </a:extLst>
          </p:cNvPr>
          <p:cNvCxnSpPr>
            <a:cxnSpLocks/>
            <a:stCxn id="32" idx="3"/>
            <a:endCxn id="19" idx="0"/>
          </p:cNvCxnSpPr>
          <p:nvPr/>
        </p:nvCxnSpPr>
        <p:spPr>
          <a:xfrm flipH="1">
            <a:off x="8762057" y="3645872"/>
            <a:ext cx="165848" cy="43678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88CF1913-D3E4-EFDD-7F3B-B12CE9D05A9F}"/>
              </a:ext>
            </a:extLst>
          </p:cNvPr>
          <p:cNvCxnSpPr>
            <a:cxnSpLocks/>
            <a:stCxn id="35" idx="2"/>
            <a:endCxn id="19" idx="6"/>
          </p:cNvCxnSpPr>
          <p:nvPr/>
        </p:nvCxnSpPr>
        <p:spPr>
          <a:xfrm flipH="1">
            <a:off x="8901787" y="4010025"/>
            <a:ext cx="425353" cy="212358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6FCEA43-BD73-DC66-89F6-0420CBDE6AD3}"/>
              </a:ext>
            </a:extLst>
          </p:cNvPr>
          <p:cNvCxnSpPr>
            <a:cxnSpLocks/>
            <a:stCxn id="38" idx="1"/>
            <a:endCxn id="19" idx="4"/>
          </p:cNvCxnSpPr>
          <p:nvPr/>
        </p:nvCxnSpPr>
        <p:spPr>
          <a:xfrm flipH="1" flipV="1">
            <a:off x="8762057" y="4362113"/>
            <a:ext cx="107722" cy="42513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7FDB5484-7520-7EC3-C22E-FB0FA711F7B0}"/>
              </a:ext>
            </a:extLst>
          </p:cNvPr>
          <p:cNvCxnSpPr>
            <a:cxnSpLocks/>
            <a:stCxn id="31" idx="6"/>
            <a:endCxn id="19" idx="2"/>
          </p:cNvCxnSpPr>
          <p:nvPr/>
        </p:nvCxnSpPr>
        <p:spPr>
          <a:xfrm flipV="1">
            <a:off x="8125132" y="4222383"/>
            <a:ext cx="497194" cy="1488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679E85A-3F70-7544-9E2B-585971CFA2E6}"/>
              </a:ext>
            </a:extLst>
          </p:cNvPr>
          <p:cNvSpPr txBox="1"/>
          <p:nvPr/>
        </p:nvSpPr>
        <p:spPr>
          <a:xfrm>
            <a:off x="10107298" y="4441259"/>
            <a:ext cx="9631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100" b="0" dirty="0" err="1">
                <a:solidFill>
                  <a:schemeClr val="bg1">
                    <a:lumMod val="50000"/>
                  </a:schemeClr>
                </a:solidFill>
              </a:rPr>
              <a:t>Estudante</a:t>
            </a:r>
            <a:endParaRPr lang="en-US" sz="1100" b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2C567E0-C975-6C19-3C70-203F2C030B5E}"/>
              </a:ext>
            </a:extLst>
          </p:cNvPr>
          <p:cNvSpPr txBox="1"/>
          <p:nvPr/>
        </p:nvSpPr>
        <p:spPr>
          <a:xfrm>
            <a:off x="10107298" y="4699172"/>
            <a:ext cx="1672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100" b="0" dirty="0" err="1">
                <a:solidFill>
                  <a:schemeClr val="bg1">
                    <a:lumMod val="50000"/>
                  </a:schemeClr>
                </a:solidFill>
              </a:rPr>
              <a:t>Contexto</a:t>
            </a:r>
            <a:r>
              <a:rPr lang="en-US" sz="1100" b="0" dirty="0">
                <a:solidFill>
                  <a:schemeClr val="bg1">
                    <a:lumMod val="50000"/>
                  </a:schemeClr>
                </a:solidFill>
              </a:rPr>
              <a:t>(Escola/Renda)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C6EB08E-13BD-EE9C-F814-E4B06F3F8FA2}"/>
              </a:ext>
            </a:extLst>
          </p:cNvPr>
          <p:cNvSpPr/>
          <p:nvPr/>
        </p:nvSpPr>
        <p:spPr>
          <a:xfrm>
            <a:off x="9649933" y="1807948"/>
            <a:ext cx="279461" cy="279461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4DD157-0A0C-CD16-6BF5-C4F3FD487AEC}"/>
              </a:ext>
            </a:extLst>
          </p:cNvPr>
          <p:cNvSpPr/>
          <p:nvPr/>
        </p:nvSpPr>
        <p:spPr>
          <a:xfrm>
            <a:off x="10493979" y="3436592"/>
            <a:ext cx="279461" cy="279461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F3C04DC-BD9E-A67C-48E5-EE170CA432E1}"/>
              </a:ext>
            </a:extLst>
          </p:cNvPr>
          <p:cNvSpPr/>
          <p:nvPr/>
        </p:nvSpPr>
        <p:spPr>
          <a:xfrm>
            <a:off x="8622326" y="4082652"/>
            <a:ext cx="279461" cy="279461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E8FEA0-1846-3369-AA11-5D7D657B57AA}"/>
              </a:ext>
            </a:extLst>
          </p:cNvPr>
          <p:cNvSpPr/>
          <p:nvPr/>
        </p:nvSpPr>
        <p:spPr>
          <a:xfrm>
            <a:off x="6419327" y="3942921"/>
            <a:ext cx="279461" cy="279461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9608A7-5FF4-69C5-28CC-3543131C4131}"/>
              </a:ext>
            </a:extLst>
          </p:cNvPr>
          <p:cNvSpPr/>
          <p:nvPr/>
        </p:nvSpPr>
        <p:spPr>
          <a:xfrm>
            <a:off x="7730230" y="2413541"/>
            <a:ext cx="279461" cy="279461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2D69625-4564-B841-1865-86E6858D83FE}"/>
              </a:ext>
            </a:extLst>
          </p:cNvPr>
          <p:cNvSpPr/>
          <p:nvPr/>
        </p:nvSpPr>
        <p:spPr>
          <a:xfrm>
            <a:off x="6096000" y="3341142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E355D3-CD64-5545-060E-1DF5B9668EA8}"/>
              </a:ext>
            </a:extLst>
          </p:cNvPr>
          <p:cNvSpPr/>
          <p:nvPr/>
        </p:nvSpPr>
        <p:spPr>
          <a:xfrm>
            <a:off x="7206110" y="4095768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FA29F8-C819-E8D6-EFEA-3CA5E193972F}"/>
              </a:ext>
            </a:extLst>
          </p:cNvPr>
          <p:cNvSpPr/>
          <p:nvPr/>
        </p:nvSpPr>
        <p:spPr>
          <a:xfrm>
            <a:off x="7960729" y="4289047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7C34F46-CCED-B24A-4927-366109959C68}"/>
              </a:ext>
            </a:extLst>
          </p:cNvPr>
          <p:cNvSpPr/>
          <p:nvPr/>
        </p:nvSpPr>
        <p:spPr>
          <a:xfrm>
            <a:off x="8903829" y="3505545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B179F2B-3832-8EA3-471B-3378D07050B7}"/>
              </a:ext>
            </a:extLst>
          </p:cNvPr>
          <p:cNvSpPr/>
          <p:nvPr/>
        </p:nvSpPr>
        <p:spPr>
          <a:xfrm>
            <a:off x="9327140" y="3927823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D19CE0-D5B2-CCB5-2452-FB83FE53BE33}"/>
              </a:ext>
            </a:extLst>
          </p:cNvPr>
          <p:cNvSpPr/>
          <p:nvPr/>
        </p:nvSpPr>
        <p:spPr>
          <a:xfrm>
            <a:off x="8845703" y="4763169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8BC7A90-61C2-3608-D828-C5A3E023C5E7}"/>
              </a:ext>
            </a:extLst>
          </p:cNvPr>
          <p:cNvSpPr/>
          <p:nvPr/>
        </p:nvSpPr>
        <p:spPr>
          <a:xfrm>
            <a:off x="8286486" y="3258940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C75B89F-91F3-5802-353D-ECE3A7A420D0}"/>
              </a:ext>
            </a:extLst>
          </p:cNvPr>
          <p:cNvSpPr/>
          <p:nvPr/>
        </p:nvSpPr>
        <p:spPr>
          <a:xfrm>
            <a:off x="8247119" y="1919114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A595B36-1600-F2C8-D3CF-481AC428EEC6}"/>
              </a:ext>
            </a:extLst>
          </p:cNvPr>
          <p:cNvSpPr/>
          <p:nvPr/>
        </p:nvSpPr>
        <p:spPr>
          <a:xfrm>
            <a:off x="7222146" y="2909914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F31414E-2573-073D-322A-069347BC8795}"/>
              </a:ext>
            </a:extLst>
          </p:cNvPr>
          <p:cNvSpPr/>
          <p:nvPr/>
        </p:nvSpPr>
        <p:spPr>
          <a:xfrm>
            <a:off x="7123908" y="2137195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0D95D10-3EA2-C078-8031-358974C35CBE}"/>
              </a:ext>
            </a:extLst>
          </p:cNvPr>
          <p:cNvSpPr/>
          <p:nvPr/>
        </p:nvSpPr>
        <p:spPr>
          <a:xfrm>
            <a:off x="9042734" y="1836912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0A94C99-C943-C040-3C8E-F7253F0E56C8}"/>
              </a:ext>
            </a:extLst>
          </p:cNvPr>
          <p:cNvSpPr/>
          <p:nvPr/>
        </p:nvSpPr>
        <p:spPr>
          <a:xfrm>
            <a:off x="10149527" y="2301598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C17D27C-5D31-7F09-9AFA-18D3E2FD5297}"/>
              </a:ext>
            </a:extLst>
          </p:cNvPr>
          <p:cNvSpPr/>
          <p:nvPr/>
        </p:nvSpPr>
        <p:spPr>
          <a:xfrm>
            <a:off x="10846688" y="3979593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DB34ABF-DABF-ECA9-CDEC-1C6B6B7DED72}"/>
              </a:ext>
            </a:extLst>
          </p:cNvPr>
          <p:cNvSpPr/>
          <p:nvPr/>
        </p:nvSpPr>
        <p:spPr>
          <a:xfrm>
            <a:off x="10793152" y="2942662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E9CAE52-1068-8D36-0E2B-75B3F0EA9E54}"/>
              </a:ext>
            </a:extLst>
          </p:cNvPr>
          <p:cNvSpPr/>
          <p:nvPr/>
        </p:nvSpPr>
        <p:spPr>
          <a:xfrm>
            <a:off x="9899998" y="3406917"/>
            <a:ext cx="164403" cy="164403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5AB94CCE-EF42-0651-0B3A-67F99797C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158" y="4579567"/>
            <a:ext cx="146208" cy="146208"/>
          </a:xfrm>
          <a:prstGeom prst="rect">
            <a:avLst/>
          </a:prstGeom>
        </p:spPr>
      </p:pic>
      <p:pic>
        <p:nvPicPr>
          <p:cNvPr id="22" name="Graphic 21" descr="Checkmark with solid fill">
            <a:extLst>
              <a:ext uri="{FF2B5EF4-FFF2-40B4-BE49-F238E27FC236}">
                <a16:creationId xmlns:a16="http://schemas.microsoft.com/office/drawing/2014/main" id="{48BD0FA6-5FD6-84FA-788F-3EB214B73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158" y="5085950"/>
            <a:ext cx="146208" cy="146208"/>
          </a:xfrm>
          <a:prstGeom prst="rect">
            <a:avLst/>
          </a:prstGeom>
        </p:spPr>
      </p:pic>
      <p:pic>
        <p:nvPicPr>
          <p:cNvPr id="27" name="Graphic 26" descr="Checkmark with solid fill">
            <a:extLst>
              <a:ext uri="{FF2B5EF4-FFF2-40B4-BE49-F238E27FC236}">
                <a16:creationId xmlns:a16="http://schemas.microsoft.com/office/drawing/2014/main" id="{4A33760E-2ED8-1AC0-CBFD-561BE5BAA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158" y="5609376"/>
            <a:ext cx="146208" cy="14620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83A8FDD-68A4-80CC-36A9-CE49F8B99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121" y="1626688"/>
            <a:ext cx="322725" cy="26404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61BF766-36B0-0B90-2DB4-50B015AFEC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613" y="3596820"/>
            <a:ext cx="329323" cy="32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81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DDF5-0AB6-E756-A20C-FCAE99EF6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F5C86C-0AB1-AFDE-03E3-9BF3CF39F221}"/>
              </a:ext>
            </a:extLst>
          </p:cNvPr>
          <p:cNvSpPr txBox="1"/>
          <p:nvPr/>
        </p:nvSpPr>
        <p:spPr>
          <a:xfrm>
            <a:off x="342899" y="502920"/>
            <a:ext cx="9580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Construindo o Grafo Heterogêneo</a:t>
            </a:r>
            <a:endParaRPr lang="en-US" sz="4400" b="1" dirty="0">
              <a:solidFill>
                <a:srgbClr val="1D4ED8"/>
              </a:solidFill>
            </a:endParaRPr>
          </a:p>
        </p:txBody>
      </p: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AB5948E3-2277-AE27-7640-0136C0EBB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8</a:t>
            </a:fld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1D7980A4-CBBA-C021-3FEF-2F519A963708}"/>
              </a:ext>
            </a:extLst>
          </p:cNvPr>
          <p:cNvCxnSpPr>
            <a:cxnSpLocks/>
          </p:cNvCxnSpPr>
          <p:nvPr/>
        </p:nvCxnSpPr>
        <p:spPr>
          <a:xfrm>
            <a:off x="285082" y="6356350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9478A53-1A1E-0DFD-6228-77126D7316CC}"/>
              </a:ext>
            </a:extLst>
          </p:cNvPr>
          <p:cNvGrpSpPr/>
          <p:nvPr/>
        </p:nvGrpSpPr>
        <p:grpSpPr>
          <a:xfrm>
            <a:off x="342900" y="319474"/>
            <a:ext cx="4883618" cy="261610"/>
            <a:chOff x="169442" y="265597"/>
            <a:chExt cx="4883618" cy="26161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7F6F0CC1-5BAB-F9E7-AA08-2FE9559DD3C5}"/>
                </a:ext>
              </a:extLst>
            </p:cNvPr>
            <p:cNvGrpSpPr/>
            <p:nvPr/>
          </p:nvGrpSpPr>
          <p:grpSpPr>
            <a:xfrm>
              <a:off x="169442" y="265597"/>
              <a:ext cx="1769954" cy="261610"/>
              <a:chOff x="169442" y="262209"/>
              <a:chExt cx="1769954" cy="261610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F581C861-2114-A2BF-017D-37C2A28DB20A}"/>
                  </a:ext>
                </a:extLst>
              </p:cNvPr>
              <p:cNvSpPr/>
              <p:nvPr/>
            </p:nvSpPr>
            <p:spPr>
              <a:xfrm>
                <a:off x="216009" y="262209"/>
                <a:ext cx="1676821" cy="261610"/>
              </a:xfrm>
              <a:prstGeom prst="roundRect">
                <a:avLst>
                  <a:gd name="adj" fmla="val 49435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47DC6FF-F78A-67E6-1291-5AB7493FE957}"/>
                  </a:ext>
                </a:extLst>
              </p:cNvPr>
              <p:cNvSpPr txBox="1"/>
              <p:nvPr/>
            </p:nvSpPr>
            <p:spPr>
              <a:xfrm>
                <a:off x="169442" y="262209"/>
                <a:ext cx="17699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ctr"/>
                <a:r>
                  <a:rPr lang="pt-BR" sz="1100" b="1" dirty="0">
                    <a:solidFill>
                      <a:srgbClr val="223DB0"/>
                    </a:solidFill>
                  </a:rPr>
                  <a:t>ARQUITETURA TÉCNICA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E42B625-106B-8796-52DE-CE7797CFFE2C}"/>
                </a:ext>
              </a:extLst>
            </p:cNvPr>
            <p:cNvSpPr txBox="1"/>
            <p:nvPr/>
          </p:nvSpPr>
          <p:spPr>
            <a:xfrm>
              <a:off x="1897910" y="265597"/>
              <a:ext cx="31551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|   MODELAGEM GEOMÉTRICA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77EB4DB-97EF-0A63-0DC7-962537F50B90}"/>
              </a:ext>
            </a:extLst>
          </p:cNvPr>
          <p:cNvCxnSpPr>
            <a:cxnSpLocks/>
          </p:cNvCxnSpPr>
          <p:nvPr/>
        </p:nvCxnSpPr>
        <p:spPr>
          <a:xfrm>
            <a:off x="335882" y="1280146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1D33AF7-1426-8B76-31B9-E56B3C6370B8}"/>
              </a:ext>
            </a:extLst>
          </p:cNvPr>
          <p:cNvGrpSpPr/>
          <p:nvPr/>
        </p:nvGrpSpPr>
        <p:grpSpPr>
          <a:xfrm>
            <a:off x="894602" y="4344744"/>
            <a:ext cx="3360549" cy="1901878"/>
            <a:chOff x="8494911" y="1466765"/>
            <a:chExt cx="3360549" cy="1901878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1D9D2C7-D503-8CF5-10AD-EF41A2308E9B}"/>
                </a:ext>
              </a:extLst>
            </p:cNvPr>
            <p:cNvSpPr/>
            <p:nvPr/>
          </p:nvSpPr>
          <p:spPr>
            <a:xfrm flipH="1">
              <a:off x="8494911" y="1466765"/>
              <a:ext cx="3360549" cy="1901878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6ECED66-CDA9-7095-C551-D1B4BB38065B}"/>
                </a:ext>
              </a:extLst>
            </p:cNvPr>
            <p:cNvSpPr txBox="1"/>
            <p:nvPr/>
          </p:nvSpPr>
          <p:spPr>
            <a:xfrm>
              <a:off x="8610089" y="1573557"/>
              <a:ext cx="21229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600" dirty="0" err="1"/>
                <a:t>Tecnologia</a:t>
              </a:r>
              <a:endParaRPr lang="en-US" sz="1600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8F5C97C-ECFA-9843-B451-37CA11DC773E}"/>
                </a:ext>
              </a:extLst>
            </p:cNvPr>
            <p:cNvSpPr txBox="1"/>
            <p:nvPr/>
          </p:nvSpPr>
          <p:spPr>
            <a:xfrm>
              <a:off x="8981969" y="1900684"/>
              <a:ext cx="21229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200" dirty="0" err="1"/>
                <a:t>PyTorch</a:t>
              </a:r>
              <a:r>
                <a:rPr lang="en-US" sz="1200" dirty="0"/>
                <a:t> Geometric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0273CF9-61E5-83EF-934A-6CC7D529029E}"/>
                </a:ext>
              </a:extLst>
            </p:cNvPr>
            <p:cNvSpPr txBox="1"/>
            <p:nvPr/>
          </p:nvSpPr>
          <p:spPr>
            <a:xfrm>
              <a:off x="8981968" y="2150380"/>
              <a:ext cx="26100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200" b="0" dirty="0">
                  <a:solidFill>
                    <a:schemeClr val="bg1">
                      <a:lumMod val="50000"/>
                    </a:schemeClr>
                  </a:solidFill>
                </a:rPr>
                <a:t>Framework de GNN State-of-the-Art</a:t>
              </a:r>
            </a:p>
          </p:txBody>
        </p:sp>
        <p:pic>
          <p:nvPicPr>
            <p:cNvPr id="138" name="Picture 137" descr="A red and black logo&#10;&#10;AI-generated content may be incorrect.">
              <a:extLst>
                <a:ext uri="{FF2B5EF4-FFF2-40B4-BE49-F238E27FC236}">
                  <a16:creationId xmlns:a16="http://schemas.microsoft.com/office/drawing/2014/main" id="{73139FE6-9269-6083-26BF-E43D24283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13432" y="2012707"/>
              <a:ext cx="261990" cy="316175"/>
            </a:xfrm>
            <a:prstGeom prst="rect">
              <a:avLst/>
            </a:prstGeom>
          </p:spPr>
        </p:pic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588E2D0D-1C14-876D-EA9A-54CEC333EF0D}"/>
                </a:ext>
              </a:extLst>
            </p:cNvPr>
            <p:cNvSpPr/>
            <p:nvPr/>
          </p:nvSpPr>
          <p:spPr>
            <a:xfrm flipH="1">
              <a:off x="8713432" y="2499442"/>
              <a:ext cx="2878572" cy="724512"/>
            </a:xfrm>
            <a:prstGeom prst="roundRect">
              <a:avLst>
                <a:gd name="adj" fmla="val 6964"/>
              </a:avLst>
            </a:prstGeom>
            <a:solidFill>
              <a:srgbClr val="2121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A8B73FC-B978-8A45-6DF6-A84B41661F3D}"/>
                </a:ext>
              </a:extLst>
            </p:cNvPr>
            <p:cNvSpPr txBox="1"/>
            <p:nvPr/>
          </p:nvSpPr>
          <p:spPr>
            <a:xfrm>
              <a:off x="8847700" y="2561616"/>
              <a:ext cx="261003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100" b="0" dirty="0">
                  <a:solidFill>
                    <a:srgbClr val="CC9BFA"/>
                  </a:solidFill>
                </a:rPr>
                <a:t>data</a:t>
              </a:r>
              <a:r>
                <a:rPr lang="en-US" sz="1100" b="0" dirty="0">
                  <a:solidFill>
                    <a:schemeClr val="bg1"/>
                  </a:solidFill>
                </a:rPr>
                <a:t> = HeteroData()</a:t>
              </a:r>
            </a:p>
            <a:p>
              <a:r>
                <a:rPr lang="en-US" sz="1100" b="0" dirty="0">
                  <a:solidFill>
                    <a:srgbClr val="CC9BFA"/>
                  </a:solidFill>
                </a:rPr>
                <a:t>data</a:t>
              </a:r>
              <a:r>
                <a:rPr lang="en-US" sz="1100" b="0" dirty="0">
                  <a:solidFill>
                    <a:schemeClr val="bg1"/>
                  </a:solidFill>
                </a:rPr>
                <a:t>[‘</a:t>
              </a:r>
              <a:r>
                <a:rPr lang="en-US" sz="1100" b="0" dirty="0" err="1">
                  <a:solidFill>
                    <a:schemeClr val="bg1"/>
                  </a:solidFill>
                </a:rPr>
                <a:t>estudante</a:t>
              </a:r>
              <a:r>
                <a:rPr lang="en-US" sz="1100" b="0" dirty="0">
                  <a:solidFill>
                    <a:schemeClr val="bg1"/>
                  </a:solidFill>
                </a:rPr>
                <a:t>’].x = . . .</a:t>
              </a:r>
            </a:p>
            <a:p>
              <a:r>
                <a:rPr lang="en-US" sz="1100" b="0" dirty="0">
                  <a:solidFill>
                    <a:srgbClr val="CC9BFA"/>
                  </a:solidFill>
                </a:rPr>
                <a:t>data</a:t>
              </a:r>
              <a:r>
                <a:rPr lang="en-US" sz="1100" b="0" dirty="0">
                  <a:solidFill>
                    <a:schemeClr val="bg1"/>
                  </a:solidFill>
                </a:rPr>
                <a:t>[‘</a:t>
              </a:r>
              <a:r>
                <a:rPr lang="en-US" sz="1100" b="0" dirty="0" err="1">
                  <a:solidFill>
                    <a:schemeClr val="bg1"/>
                  </a:solidFill>
                </a:rPr>
                <a:t>estudante</a:t>
              </a:r>
              <a:r>
                <a:rPr lang="en-US" sz="1100" b="0" dirty="0">
                  <a:solidFill>
                    <a:schemeClr val="bg1"/>
                  </a:solidFill>
                </a:rPr>
                <a:t>’, ‘</a:t>
              </a:r>
              <a:r>
                <a:rPr lang="en-US" sz="1100" b="0" dirty="0" err="1">
                  <a:solidFill>
                    <a:schemeClr val="bg1"/>
                  </a:solidFill>
                </a:rPr>
                <a:t>tem</a:t>
              </a:r>
              <a:r>
                <a:rPr lang="en-US" sz="1100" b="0" dirty="0">
                  <a:solidFill>
                    <a:schemeClr val="bg1"/>
                  </a:solidFill>
                </a:rPr>
                <a:t>’, ‘</a:t>
              </a:r>
              <a:r>
                <a:rPr lang="en-US" sz="1100" b="0" dirty="0" err="1">
                  <a:solidFill>
                    <a:schemeClr val="bg1"/>
                  </a:solidFill>
                </a:rPr>
                <a:t>dinheiro</a:t>
              </a:r>
              <a:r>
                <a:rPr lang="en-US" sz="1100" b="0" dirty="0">
                  <a:solidFill>
                    <a:schemeClr val="bg1"/>
                  </a:solidFill>
                </a:rPr>
                <a:t>’]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F3380EC-610F-4DEE-AE11-BEE83D13D258}"/>
              </a:ext>
            </a:extLst>
          </p:cNvPr>
          <p:cNvGrpSpPr/>
          <p:nvPr/>
        </p:nvGrpSpPr>
        <p:grpSpPr>
          <a:xfrm>
            <a:off x="894601" y="1393453"/>
            <a:ext cx="3357117" cy="2801089"/>
            <a:chOff x="894601" y="1466765"/>
            <a:chExt cx="3357117" cy="280108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256C5034-1041-02F9-8E40-66FF9569B787}"/>
                </a:ext>
              </a:extLst>
            </p:cNvPr>
            <p:cNvSpPr/>
            <p:nvPr/>
          </p:nvSpPr>
          <p:spPr>
            <a:xfrm flipH="1">
              <a:off x="894601" y="1466765"/>
              <a:ext cx="3357117" cy="2801089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F58BD08-1289-6815-1DF4-87D50DA6D9A2}"/>
                </a:ext>
              </a:extLst>
            </p:cNvPr>
            <p:cNvSpPr txBox="1"/>
            <p:nvPr/>
          </p:nvSpPr>
          <p:spPr>
            <a:xfrm>
              <a:off x="1316313" y="1573557"/>
              <a:ext cx="21229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600" dirty="0" err="1"/>
                <a:t>Estrutura</a:t>
              </a:r>
              <a:r>
                <a:rPr lang="en-US" sz="1600" dirty="0"/>
                <a:t> de Dados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A1A07C1-2DAA-0549-0F7F-7C356D26B4C9}"/>
                </a:ext>
              </a:extLst>
            </p:cNvPr>
            <p:cNvGrpSpPr/>
            <p:nvPr/>
          </p:nvGrpSpPr>
          <p:grpSpPr>
            <a:xfrm>
              <a:off x="1050582" y="2285033"/>
              <a:ext cx="3043226" cy="295460"/>
              <a:chOff x="498870" y="2285033"/>
              <a:chExt cx="3265407" cy="264288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0998E03-89D6-5318-18B1-B3CEB6E72F0C}"/>
                  </a:ext>
                </a:extLst>
              </p:cNvPr>
              <p:cNvSpPr/>
              <p:nvPr/>
            </p:nvSpPr>
            <p:spPr>
              <a:xfrm>
                <a:off x="498870" y="2285033"/>
                <a:ext cx="3265407" cy="264288"/>
              </a:xfrm>
              <a:prstGeom prst="roundRect">
                <a:avLst>
                  <a:gd name="adj" fmla="val 6964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4209E6-6330-BFB4-3BD4-578999BF59EC}"/>
                  </a:ext>
                </a:extLst>
              </p:cNvPr>
              <p:cNvSpPr txBox="1"/>
              <p:nvPr/>
            </p:nvSpPr>
            <p:spPr>
              <a:xfrm>
                <a:off x="576274" y="2294067"/>
                <a:ext cx="1436676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r>
                  <a:rPr lang="pt-BR" sz="1000" b="1" dirty="0">
                    <a:solidFill>
                      <a:schemeClr val="bg1">
                        <a:lumMod val="65000"/>
                      </a:schemeClr>
                    </a:solidFill>
                  </a:rPr>
                  <a:t>Estudante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F21A60-A7A5-193F-A282-4012D8CCF2A0}"/>
                  </a:ext>
                </a:extLst>
              </p:cNvPr>
              <p:cNvSpPr txBox="1"/>
              <p:nvPr/>
            </p:nvSpPr>
            <p:spPr>
              <a:xfrm>
                <a:off x="2218140" y="2294067"/>
                <a:ext cx="1436676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r"/>
                <a:r>
                  <a:rPr lang="pt-B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30k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DCE841-58D2-217C-9A51-ACBCB540D749}"/>
                </a:ext>
              </a:extLst>
            </p:cNvPr>
            <p:cNvSpPr txBox="1"/>
            <p:nvPr/>
          </p:nvSpPr>
          <p:spPr>
            <a:xfrm>
              <a:off x="1021216" y="1958423"/>
              <a:ext cx="25217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NÓS (ENTIDADES)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B9FEC11-A118-DD6B-2B68-CACDBC2DB8FA}"/>
                </a:ext>
              </a:extLst>
            </p:cNvPr>
            <p:cNvGrpSpPr/>
            <p:nvPr/>
          </p:nvGrpSpPr>
          <p:grpSpPr>
            <a:xfrm>
              <a:off x="1050582" y="2633633"/>
              <a:ext cx="3043226" cy="264288"/>
              <a:chOff x="498870" y="2285033"/>
              <a:chExt cx="3265407" cy="264288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1100DA51-FD0C-E150-637B-734940AF3F28}"/>
                  </a:ext>
                </a:extLst>
              </p:cNvPr>
              <p:cNvSpPr/>
              <p:nvPr/>
            </p:nvSpPr>
            <p:spPr>
              <a:xfrm>
                <a:off x="498870" y="2285033"/>
                <a:ext cx="3265407" cy="264288"/>
              </a:xfrm>
              <a:prstGeom prst="roundRect">
                <a:avLst>
                  <a:gd name="adj" fmla="val 6964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6BED288-8A63-B6DA-7BB9-8A06C06FFBF8}"/>
                  </a:ext>
                </a:extLst>
              </p:cNvPr>
              <p:cNvSpPr txBox="1"/>
              <p:nvPr/>
            </p:nvSpPr>
            <p:spPr>
              <a:xfrm>
                <a:off x="576274" y="2294067"/>
                <a:ext cx="186468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r>
                  <a:rPr lang="pt-BR" sz="1000" b="1" dirty="0">
                    <a:solidFill>
                      <a:schemeClr val="bg1">
                        <a:lumMod val="65000"/>
                      </a:schemeClr>
                    </a:solidFill>
                  </a:rPr>
                  <a:t>Categoria (Q01-Q27)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CA7F16-2575-4F81-0D08-8633F70454BE}"/>
                  </a:ext>
                </a:extLst>
              </p:cNvPr>
              <p:cNvSpPr txBox="1"/>
              <p:nvPr/>
            </p:nvSpPr>
            <p:spPr>
              <a:xfrm>
                <a:off x="2218140" y="2294067"/>
                <a:ext cx="1436676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r"/>
                <a:r>
                  <a:rPr lang="pt-BR" sz="1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~300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8F2B5A7-1417-C5A0-418A-913AD2AEFB71}"/>
                </a:ext>
              </a:extLst>
            </p:cNvPr>
            <p:cNvSpPr txBox="1"/>
            <p:nvPr/>
          </p:nvSpPr>
          <p:spPr>
            <a:xfrm>
              <a:off x="1050582" y="2963716"/>
              <a:ext cx="25217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</a:rPr>
                <a:t>ARESTAS(RELAÇÕES)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D78C1ED-7FE9-B357-CA22-01E70BC1D9ED}"/>
                </a:ext>
              </a:extLst>
            </p:cNvPr>
            <p:cNvSpPr/>
            <p:nvPr/>
          </p:nvSpPr>
          <p:spPr>
            <a:xfrm>
              <a:off x="1050582" y="3237354"/>
              <a:ext cx="3043226" cy="403490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58FFA60-5A81-E66B-9BC4-72809CE0AF44}"/>
                </a:ext>
              </a:extLst>
            </p:cNvPr>
            <p:cNvSpPr txBox="1"/>
            <p:nvPr/>
          </p:nvSpPr>
          <p:spPr>
            <a:xfrm>
              <a:off x="1109662" y="3239044"/>
              <a:ext cx="163349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000" b="1" dirty="0">
                  <a:solidFill>
                    <a:schemeClr val="bg1">
                      <a:lumMod val="65000"/>
                    </a:schemeClr>
                  </a:solidFill>
                </a:rPr>
                <a:t>Bidirecional</a:t>
              </a:r>
            </a:p>
            <a:p>
              <a:r>
                <a:rPr lang="pt-BR" sz="1000" b="1" dirty="0">
                  <a:solidFill>
                    <a:schemeClr val="bg1">
                      <a:lumMod val="65000"/>
                    </a:schemeClr>
                  </a:solidFill>
                </a:rPr>
                <a:t>Estudante          Variável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7E77B39-59E8-6CFF-35F5-5D3A7BF8DAE4}"/>
                </a:ext>
              </a:extLst>
            </p:cNvPr>
            <p:cNvSpPr txBox="1"/>
            <p:nvPr/>
          </p:nvSpPr>
          <p:spPr>
            <a:xfrm>
              <a:off x="2362839" y="3315989"/>
              <a:ext cx="109656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r"/>
              <a:endParaRPr lang="pt-BR" sz="10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5" name="Arrow: Left-Right 34">
              <a:extLst>
                <a:ext uri="{FF2B5EF4-FFF2-40B4-BE49-F238E27FC236}">
                  <a16:creationId xmlns:a16="http://schemas.microsoft.com/office/drawing/2014/main" id="{DFC429AD-28C2-D732-C115-585379A53210}"/>
                </a:ext>
              </a:extLst>
            </p:cNvPr>
            <p:cNvSpPr/>
            <p:nvPr/>
          </p:nvSpPr>
          <p:spPr>
            <a:xfrm>
              <a:off x="1851417" y="3490857"/>
              <a:ext cx="127668" cy="47933"/>
            </a:xfrm>
            <a:prstGeom prst="left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31A695B-B070-BF14-2D04-CD4943E2E6F2}"/>
                </a:ext>
              </a:extLst>
            </p:cNvPr>
            <p:cNvSpPr/>
            <p:nvPr/>
          </p:nvSpPr>
          <p:spPr>
            <a:xfrm>
              <a:off x="1050581" y="3758335"/>
              <a:ext cx="3043225" cy="403490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FADB923-7AEA-1D4A-B24F-FED7A0EEE83E}"/>
                </a:ext>
              </a:extLst>
            </p:cNvPr>
            <p:cNvSpPr txBox="1"/>
            <p:nvPr/>
          </p:nvSpPr>
          <p:spPr>
            <a:xfrm>
              <a:off x="1109662" y="3760025"/>
              <a:ext cx="163349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000" b="1" dirty="0">
                  <a:solidFill>
                    <a:schemeClr val="bg1">
                      <a:lumMod val="65000"/>
                    </a:schemeClr>
                  </a:solidFill>
                </a:rPr>
                <a:t>Similaridade (k-NN)</a:t>
              </a:r>
            </a:p>
            <a:p>
              <a:r>
                <a:rPr lang="pt-BR" sz="1000" b="1" dirty="0">
                  <a:solidFill>
                    <a:schemeClr val="bg1">
                      <a:lumMod val="65000"/>
                    </a:schemeClr>
                  </a:solidFill>
                </a:rPr>
                <a:t>Estudante          </a:t>
              </a:r>
              <a:r>
                <a:rPr lang="pt-BR" sz="1000" b="1" dirty="0" err="1">
                  <a:solidFill>
                    <a:schemeClr val="bg1">
                      <a:lumMod val="65000"/>
                    </a:schemeClr>
                  </a:solidFill>
                </a:rPr>
                <a:t>Estudante</a:t>
              </a:r>
              <a:endParaRPr lang="pt-BR" sz="10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81B20C2-5CB5-2C7C-BB90-48B8E2B7E67D}"/>
                </a:ext>
              </a:extLst>
            </p:cNvPr>
            <p:cNvSpPr txBox="1"/>
            <p:nvPr/>
          </p:nvSpPr>
          <p:spPr>
            <a:xfrm>
              <a:off x="2362839" y="3836970"/>
              <a:ext cx="109656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r"/>
              <a:endParaRPr lang="pt-BR" sz="10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7" name="Arrow: Left-Right 46">
              <a:extLst>
                <a:ext uri="{FF2B5EF4-FFF2-40B4-BE49-F238E27FC236}">
                  <a16:creationId xmlns:a16="http://schemas.microsoft.com/office/drawing/2014/main" id="{F1982B09-86E5-5E5D-6AA5-D6663C171EBF}"/>
                </a:ext>
              </a:extLst>
            </p:cNvPr>
            <p:cNvSpPr/>
            <p:nvPr/>
          </p:nvSpPr>
          <p:spPr>
            <a:xfrm>
              <a:off x="1851417" y="4011838"/>
              <a:ext cx="127668" cy="47933"/>
            </a:xfrm>
            <a:prstGeom prst="left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Agrupar 26">
              <a:extLst>
                <a:ext uri="{FF2B5EF4-FFF2-40B4-BE49-F238E27FC236}">
                  <a16:creationId xmlns:a16="http://schemas.microsoft.com/office/drawing/2014/main" id="{525C9DFC-3929-9C93-45BD-513519C63281}"/>
                </a:ext>
              </a:extLst>
            </p:cNvPr>
            <p:cNvGrpSpPr/>
            <p:nvPr/>
          </p:nvGrpSpPr>
          <p:grpSpPr>
            <a:xfrm>
              <a:off x="962488" y="1548721"/>
              <a:ext cx="388209" cy="388225"/>
              <a:chOff x="188045" y="1930449"/>
              <a:chExt cx="892931" cy="892968"/>
            </a:xfrm>
          </p:grpSpPr>
          <p:sp>
            <p:nvSpPr>
              <p:cNvPr id="4" name="Forma Livre: Forma 9">
                <a:extLst>
                  <a:ext uri="{FF2B5EF4-FFF2-40B4-BE49-F238E27FC236}">
                    <a16:creationId xmlns:a16="http://schemas.microsoft.com/office/drawing/2014/main" id="{4FF656D1-AEDC-5B00-F8F5-5D9190D23756}"/>
                  </a:ext>
                </a:extLst>
              </p:cNvPr>
              <p:cNvSpPr/>
              <p:nvPr/>
            </p:nvSpPr>
            <p:spPr>
              <a:xfrm>
                <a:off x="465539" y="2438475"/>
                <a:ext cx="338023" cy="138336"/>
              </a:xfrm>
              <a:custGeom>
                <a:avLst/>
                <a:gdLst>
                  <a:gd name="connsiteX0" fmla="*/ 0 w 338023"/>
                  <a:gd name="connsiteY0" fmla="*/ 0 h 138336"/>
                  <a:gd name="connsiteX1" fmla="*/ 0 w 338023"/>
                  <a:gd name="connsiteY1" fmla="*/ 50490 h 138336"/>
                  <a:gd name="connsiteX2" fmla="*/ 168993 w 338023"/>
                  <a:gd name="connsiteY2" fmla="*/ 138336 h 138336"/>
                  <a:gd name="connsiteX3" fmla="*/ 338023 w 338023"/>
                  <a:gd name="connsiteY3" fmla="*/ 50490 h 138336"/>
                  <a:gd name="connsiteX4" fmla="*/ 338023 w 338023"/>
                  <a:gd name="connsiteY4" fmla="*/ 37 h 138336"/>
                  <a:gd name="connsiteX5" fmla="*/ 168993 w 338023"/>
                  <a:gd name="connsiteY5" fmla="*/ 55253 h 138336"/>
                  <a:gd name="connsiteX6" fmla="*/ 0 w 338023"/>
                  <a:gd name="connsiteY6" fmla="*/ 0 h 138336"/>
                  <a:gd name="connsiteX7" fmla="*/ 126359 w 338023"/>
                  <a:gd name="connsiteY7" fmla="*/ 94319 h 138336"/>
                  <a:gd name="connsiteX8" fmla="*/ 112183 w 338023"/>
                  <a:gd name="connsiteY8" fmla="*/ 106151 h 138336"/>
                  <a:gd name="connsiteX9" fmla="*/ 109578 w 338023"/>
                  <a:gd name="connsiteY9" fmla="*/ 105928 h 138336"/>
                  <a:gd name="connsiteX10" fmla="*/ 43797 w 338023"/>
                  <a:gd name="connsiteY10" fmla="*/ 85315 h 138336"/>
                  <a:gd name="connsiteX11" fmla="*/ 36950 w 338023"/>
                  <a:gd name="connsiteY11" fmla="*/ 66116 h 138336"/>
                  <a:gd name="connsiteX12" fmla="*/ 56149 w 338023"/>
                  <a:gd name="connsiteY12" fmla="*/ 59270 h 138336"/>
                  <a:gd name="connsiteX13" fmla="*/ 114713 w 338023"/>
                  <a:gd name="connsiteY13" fmla="*/ 77539 h 138336"/>
                  <a:gd name="connsiteX14" fmla="*/ 126359 w 338023"/>
                  <a:gd name="connsiteY14" fmla="*/ 94320 h 13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8023" h="138336">
                    <a:moveTo>
                      <a:pt x="0" y="0"/>
                    </a:moveTo>
                    <a:lnTo>
                      <a:pt x="0" y="50490"/>
                    </a:lnTo>
                    <a:cubicBezTo>
                      <a:pt x="0" y="98115"/>
                      <a:pt x="77391" y="138336"/>
                      <a:pt x="168993" y="138336"/>
                    </a:cubicBezTo>
                    <a:cubicBezTo>
                      <a:pt x="260594" y="138336"/>
                      <a:pt x="338023" y="98078"/>
                      <a:pt x="338023" y="50490"/>
                    </a:cubicBezTo>
                    <a:lnTo>
                      <a:pt x="338023" y="37"/>
                    </a:lnTo>
                    <a:cubicBezTo>
                      <a:pt x="303569" y="33375"/>
                      <a:pt x="241392" y="55253"/>
                      <a:pt x="168993" y="55253"/>
                    </a:cubicBezTo>
                    <a:cubicBezTo>
                      <a:pt x="96587" y="55178"/>
                      <a:pt x="34452" y="33338"/>
                      <a:pt x="0" y="0"/>
                    </a:cubicBezTo>
                    <a:close/>
                    <a:moveTo>
                      <a:pt x="126359" y="94319"/>
                    </a:moveTo>
                    <a:cubicBezTo>
                      <a:pt x="125094" y="101277"/>
                      <a:pt x="119029" y="106151"/>
                      <a:pt x="112183" y="106151"/>
                    </a:cubicBezTo>
                    <a:cubicBezTo>
                      <a:pt x="111364" y="106151"/>
                      <a:pt x="110471" y="106077"/>
                      <a:pt x="109578" y="105928"/>
                    </a:cubicBezTo>
                    <a:cubicBezTo>
                      <a:pt x="85580" y="101575"/>
                      <a:pt x="63441" y="94617"/>
                      <a:pt x="43797" y="85315"/>
                    </a:cubicBezTo>
                    <a:cubicBezTo>
                      <a:pt x="36616" y="81892"/>
                      <a:pt x="33528" y="73335"/>
                      <a:pt x="36950" y="66116"/>
                    </a:cubicBezTo>
                    <a:cubicBezTo>
                      <a:pt x="40374" y="58898"/>
                      <a:pt x="48968" y="55848"/>
                      <a:pt x="56149" y="59270"/>
                    </a:cubicBezTo>
                    <a:cubicBezTo>
                      <a:pt x="73487" y="67493"/>
                      <a:pt x="93207" y="73632"/>
                      <a:pt x="114713" y="77539"/>
                    </a:cubicBezTo>
                    <a:cubicBezTo>
                      <a:pt x="122563" y="78990"/>
                      <a:pt x="127772" y="86469"/>
                      <a:pt x="126359" y="943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" name="Forma Livre: Forma 10">
                <a:extLst>
                  <a:ext uri="{FF2B5EF4-FFF2-40B4-BE49-F238E27FC236}">
                    <a16:creationId xmlns:a16="http://schemas.microsoft.com/office/drawing/2014/main" id="{F86B6C99-EEA7-7E9D-640C-0EA42D7290D3}"/>
                  </a:ext>
                </a:extLst>
              </p:cNvPr>
              <p:cNvSpPr/>
              <p:nvPr/>
            </p:nvSpPr>
            <p:spPr>
              <a:xfrm>
                <a:off x="465497" y="2326485"/>
                <a:ext cx="338060" cy="138336"/>
              </a:xfrm>
              <a:custGeom>
                <a:avLst/>
                <a:gdLst>
                  <a:gd name="connsiteX0" fmla="*/ 334788 w 338060"/>
                  <a:gd name="connsiteY0" fmla="*/ 3014 h 138336"/>
                  <a:gd name="connsiteX1" fmla="*/ 334714 w 338060"/>
                  <a:gd name="connsiteY1" fmla="*/ 3088 h 138336"/>
                  <a:gd name="connsiteX2" fmla="*/ 333040 w 338060"/>
                  <a:gd name="connsiteY2" fmla="*/ 4576 h 138336"/>
                  <a:gd name="connsiteX3" fmla="*/ 331254 w 338060"/>
                  <a:gd name="connsiteY3" fmla="*/ 6065 h 138336"/>
                  <a:gd name="connsiteX4" fmla="*/ 329840 w 338060"/>
                  <a:gd name="connsiteY4" fmla="*/ 7255 h 138336"/>
                  <a:gd name="connsiteX5" fmla="*/ 325784 w 338060"/>
                  <a:gd name="connsiteY5" fmla="*/ 10455 h 138336"/>
                  <a:gd name="connsiteX6" fmla="*/ 323850 w 338060"/>
                  <a:gd name="connsiteY6" fmla="*/ 11869 h 138336"/>
                  <a:gd name="connsiteX7" fmla="*/ 321915 w 338060"/>
                  <a:gd name="connsiteY7" fmla="*/ 13283 h 138336"/>
                  <a:gd name="connsiteX8" fmla="*/ 317524 w 338060"/>
                  <a:gd name="connsiteY8" fmla="*/ 16334 h 138336"/>
                  <a:gd name="connsiteX9" fmla="*/ 313767 w 338060"/>
                  <a:gd name="connsiteY9" fmla="*/ 18790 h 138336"/>
                  <a:gd name="connsiteX10" fmla="*/ 311646 w 338060"/>
                  <a:gd name="connsiteY10" fmla="*/ 20129 h 138336"/>
                  <a:gd name="connsiteX11" fmla="*/ 307404 w 338060"/>
                  <a:gd name="connsiteY11" fmla="*/ 22659 h 138336"/>
                  <a:gd name="connsiteX12" fmla="*/ 307255 w 338060"/>
                  <a:gd name="connsiteY12" fmla="*/ 22733 h 138336"/>
                  <a:gd name="connsiteX13" fmla="*/ 305060 w 338060"/>
                  <a:gd name="connsiteY13" fmla="*/ 23961 h 138336"/>
                  <a:gd name="connsiteX14" fmla="*/ 300484 w 338060"/>
                  <a:gd name="connsiteY14" fmla="*/ 26417 h 138336"/>
                  <a:gd name="connsiteX15" fmla="*/ 298140 w 338060"/>
                  <a:gd name="connsiteY15" fmla="*/ 27608 h 138336"/>
                  <a:gd name="connsiteX16" fmla="*/ 295089 w 338060"/>
                  <a:gd name="connsiteY16" fmla="*/ 29096 h 138336"/>
                  <a:gd name="connsiteX17" fmla="*/ 292447 w 338060"/>
                  <a:gd name="connsiteY17" fmla="*/ 30361 h 138336"/>
                  <a:gd name="connsiteX18" fmla="*/ 283517 w 338060"/>
                  <a:gd name="connsiteY18" fmla="*/ 34268 h 138336"/>
                  <a:gd name="connsiteX19" fmla="*/ 280392 w 338060"/>
                  <a:gd name="connsiteY19" fmla="*/ 35533 h 138336"/>
                  <a:gd name="connsiteX20" fmla="*/ 277006 w 338060"/>
                  <a:gd name="connsiteY20" fmla="*/ 36835 h 138336"/>
                  <a:gd name="connsiteX21" fmla="*/ 267258 w 338060"/>
                  <a:gd name="connsiteY21" fmla="*/ 40332 h 138336"/>
                  <a:gd name="connsiteX22" fmla="*/ 263165 w 338060"/>
                  <a:gd name="connsiteY22" fmla="*/ 41672 h 138336"/>
                  <a:gd name="connsiteX23" fmla="*/ 260635 w 338060"/>
                  <a:gd name="connsiteY23" fmla="*/ 42453 h 138336"/>
                  <a:gd name="connsiteX24" fmla="*/ 259147 w 338060"/>
                  <a:gd name="connsiteY24" fmla="*/ 42900 h 138336"/>
                  <a:gd name="connsiteX25" fmla="*/ 255650 w 338060"/>
                  <a:gd name="connsiteY25" fmla="*/ 43904 h 138336"/>
                  <a:gd name="connsiteX26" fmla="*/ 246646 w 338060"/>
                  <a:gd name="connsiteY26" fmla="*/ 46285 h 138336"/>
                  <a:gd name="connsiteX27" fmla="*/ 243446 w 338060"/>
                  <a:gd name="connsiteY27" fmla="*/ 47030 h 138336"/>
                  <a:gd name="connsiteX28" fmla="*/ 239427 w 338060"/>
                  <a:gd name="connsiteY28" fmla="*/ 47923 h 138336"/>
                  <a:gd name="connsiteX29" fmla="*/ 233474 w 338060"/>
                  <a:gd name="connsiteY29" fmla="*/ 49188 h 138336"/>
                  <a:gd name="connsiteX30" fmla="*/ 228191 w 338060"/>
                  <a:gd name="connsiteY30" fmla="*/ 50155 h 138336"/>
                  <a:gd name="connsiteX31" fmla="*/ 225437 w 338060"/>
                  <a:gd name="connsiteY31" fmla="*/ 50601 h 138336"/>
                  <a:gd name="connsiteX32" fmla="*/ 223056 w 338060"/>
                  <a:gd name="connsiteY32" fmla="*/ 50973 h 138336"/>
                  <a:gd name="connsiteX33" fmla="*/ 219336 w 338060"/>
                  <a:gd name="connsiteY33" fmla="*/ 51569 h 138336"/>
                  <a:gd name="connsiteX34" fmla="*/ 214275 w 338060"/>
                  <a:gd name="connsiteY34" fmla="*/ 52313 h 138336"/>
                  <a:gd name="connsiteX35" fmla="*/ 208694 w 338060"/>
                  <a:gd name="connsiteY35" fmla="*/ 52983 h 138336"/>
                  <a:gd name="connsiteX36" fmla="*/ 201923 w 338060"/>
                  <a:gd name="connsiteY36" fmla="*/ 53690 h 138336"/>
                  <a:gd name="connsiteX37" fmla="*/ 195709 w 338060"/>
                  <a:gd name="connsiteY37" fmla="*/ 54210 h 138336"/>
                  <a:gd name="connsiteX38" fmla="*/ 191095 w 338060"/>
                  <a:gd name="connsiteY38" fmla="*/ 54508 h 138336"/>
                  <a:gd name="connsiteX39" fmla="*/ 189570 w 338060"/>
                  <a:gd name="connsiteY39" fmla="*/ 54583 h 138336"/>
                  <a:gd name="connsiteX40" fmla="*/ 185142 w 338060"/>
                  <a:gd name="connsiteY40" fmla="*/ 54806 h 138336"/>
                  <a:gd name="connsiteX41" fmla="*/ 184212 w 338060"/>
                  <a:gd name="connsiteY41" fmla="*/ 54880 h 138336"/>
                  <a:gd name="connsiteX42" fmla="*/ 181459 w 338060"/>
                  <a:gd name="connsiteY42" fmla="*/ 54992 h 138336"/>
                  <a:gd name="connsiteX43" fmla="*/ 175803 w 338060"/>
                  <a:gd name="connsiteY43" fmla="*/ 55141 h 138336"/>
                  <a:gd name="connsiteX44" fmla="*/ 169032 w 338060"/>
                  <a:gd name="connsiteY44" fmla="*/ 55215 h 138336"/>
                  <a:gd name="connsiteX45" fmla="*/ 162260 w 338060"/>
                  <a:gd name="connsiteY45" fmla="*/ 55141 h 138336"/>
                  <a:gd name="connsiteX46" fmla="*/ 156642 w 338060"/>
                  <a:gd name="connsiteY46" fmla="*/ 54992 h 138336"/>
                  <a:gd name="connsiteX47" fmla="*/ 153777 w 338060"/>
                  <a:gd name="connsiteY47" fmla="*/ 54843 h 138336"/>
                  <a:gd name="connsiteX48" fmla="*/ 153144 w 338060"/>
                  <a:gd name="connsiteY48" fmla="*/ 54843 h 138336"/>
                  <a:gd name="connsiteX49" fmla="*/ 148493 w 338060"/>
                  <a:gd name="connsiteY49" fmla="*/ 54620 h 138336"/>
                  <a:gd name="connsiteX50" fmla="*/ 147005 w 338060"/>
                  <a:gd name="connsiteY50" fmla="*/ 54545 h 138336"/>
                  <a:gd name="connsiteX51" fmla="*/ 142391 w 338060"/>
                  <a:gd name="connsiteY51" fmla="*/ 54248 h 138336"/>
                  <a:gd name="connsiteX52" fmla="*/ 136178 w 338060"/>
                  <a:gd name="connsiteY52" fmla="*/ 53727 h 138336"/>
                  <a:gd name="connsiteX53" fmla="*/ 129406 w 338060"/>
                  <a:gd name="connsiteY53" fmla="*/ 53020 h 138336"/>
                  <a:gd name="connsiteX54" fmla="*/ 123155 w 338060"/>
                  <a:gd name="connsiteY54" fmla="*/ 52238 h 138336"/>
                  <a:gd name="connsiteX55" fmla="*/ 118542 w 338060"/>
                  <a:gd name="connsiteY55" fmla="*/ 51569 h 138336"/>
                  <a:gd name="connsiteX56" fmla="*/ 115230 w 338060"/>
                  <a:gd name="connsiteY56" fmla="*/ 51048 h 138336"/>
                  <a:gd name="connsiteX57" fmla="*/ 112551 w 338060"/>
                  <a:gd name="connsiteY57" fmla="*/ 50601 h 138336"/>
                  <a:gd name="connsiteX58" fmla="*/ 109984 w 338060"/>
                  <a:gd name="connsiteY58" fmla="*/ 50155 h 138336"/>
                  <a:gd name="connsiteX59" fmla="*/ 104701 w 338060"/>
                  <a:gd name="connsiteY59" fmla="*/ 49188 h 138336"/>
                  <a:gd name="connsiteX60" fmla="*/ 98747 w 338060"/>
                  <a:gd name="connsiteY60" fmla="*/ 47923 h 138336"/>
                  <a:gd name="connsiteX61" fmla="*/ 94431 w 338060"/>
                  <a:gd name="connsiteY61" fmla="*/ 46955 h 138336"/>
                  <a:gd name="connsiteX62" fmla="*/ 91604 w 338060"/>
                  <a:gd name="connsiteY62" fmla="*/ 46285 h 138336"/>
                  <a:gd name="connsiteX63" fmla="*/ 80330 w 338060"/>
                  <a:gd name="connsiteY63" fmla="*/ 43272 h 138336"/>
                  <a:gd name="connsiteX64" fmla="*/ 76498 w 338060"/>
                  <a:gd name="connsiteY64" fmla="*/ 42155 h 138336"/>
                  <a:gd name="connsiteX65" fmla="*/ 75381 w 338060"/>
                  <a:gd name="connsiteY65" fmla="*/ 41858 h 138336"/>
                  <a:gd name="connsiteX66" fmla="*/ 70321 w 338060"/>
                  <a:gd name="connsiteY66" fmla="*/ 40221 h 138336"/>
                  <a:gd name="connsiteX67" fmla="*/ 62322 w 338060"/>
                  <a:gd name="connsiteY67" fmla="*/ 37393 h 138336"/>
                  <a:gd name="connsiteX68" fmla="*/ 60499 w 338060"/>
                  <a:gd name="connsiteY68" fmla="*/ 36723 h 138336"/>
                  <a:gd name="connsiteX69" fmla="*/ 54583 w 338060"/>
                  <a:gd name="connsiteY69" fmla="*/ 34379 h 138336"/>
                  <a:gd name="connsiteX70" fmla="*/ 52053 w 338060"/>
                  <a:gd name="connsiteY70" fmla="*/ 33337 h 138336"/>
                  <a:gd name="connsiteX71" fmla="*/ 49560 w 338060"/>
                  <a:gd name="connsiteY71" fmla="*/ 32258 h 138336"/>
                  <a:gd name="connsiteX72" fmla="*/ 47104 w 338060"/>
                  <a:gd name="connsiteY72" fmla="*/ 31142 h 138336"/>
                  <a:gd name="connsiteX73" fmla="*/ 45169 w 338060"/>
                  <a:gd name="connsiteY73" fmla="*/ 30249 h 138336"/>
                  <a:gd name="connsiteX74" fmla="*/ 39886 w 338060"/>
                  <a:gd name="connsiteY74" fmla="*/ 27719 h 138336"/>
                  <a:gd name="connsiteX75" fmla="*/ 37542 w 338060"/>
                  <a:gd name="connsiteY75" fmla="*/ 26528 h 138336"/>
                  <a:gd name="connsiteX76" fmla="*/ 32966 w 338060"/>
                  <a:gd name="connsiteY76" fmla="*/ 24073 h 138336"/>
                  <a:gd name="connsiteX77" fmla="*/ 30770 w 338060"/>
                  <a:gd name="connsiteY77" fmla="*/ 22845 h 138336"/>
                  <a:gd name="connsiteX78" fmla="*/ 30621 w 338060"/>
                  <a:gd name="connsiteY78" fmla="*/ 22770 h 138336"/>
                  <a:gd name="connsiteX79" fmla="*/ 26380 w 338060"/>
                  <a:gd name="connsiteY79" fmla="*/ 20240 h 138336"/>
                  <a:gd name="connsiteX80" fmla="*/ 24259 w 338060"/>
                  <a:gd name="connsiteY80" fmla="*/ 18901 h 138336"/>
                  <a:gd name="connsiteX81" fmla="*/ 20501 w 338060"/>
                  <a:gd name="connsiteY81" fmla="*/ 16445 h 138336"/>
                  <a:gd name="connsiteX82" fmla="*/ 16111 w 338060"/>
                  <a:gd name="connsiteY82" fmla="*/ 13394 h 138336"/>
                  <a:gd name="connsiteX83" fmla="*/ 14176 w 338060"/>
                  <a:gd name="connsiteY83" fmla="*/ 11981 h 138336"/>
                  <a:gd name="connsiteX84" fmla="*/ 12241 w 338060"/>
                  <a:gd name="connsiteY84" fmla="*/ 10567 h 138336"/>
                  <a:gd name="connsiteX85" fmla="*/ 8186 w 338060"/>
                  <a:gd name="connsiteY85" fmla="*/ 7367 h 138336"/>
                  <a:gd name="connsiteX86" fmla="*/ 6772 w 338060"/>
                  <a:gd name="connsiteY86" fmla="*/ 6176 h 138336"/>
                  <a:gd name="connsiteX87" fmla="*/ 0 w 338060"/>
                  <a:gd name="connsiteY87" fmla="*/ 74 h 138336"/>
                  <a:gd name="connsiteX88" fmla="*/ 37 w 338060"/>
                  <a:gd name="connsiteY88" fmla="*/ 50453 h 138336"/>
                  <a:gd name="connsiteX89" fmla="*/ 169030 w 338060"/>
                  <a:gd name="connsiteY89" fmla="*/ 138336 h 138336"/>
                  <a:gd name="connsiteX90" fmla="*/ 338060 w 338060"/>
                  <a:gd name="connsiteY90" fmla="*/ 50453 h 138336"/>
                  <a:gd name="connsiteX91" fmla="*/ 338060 w 338060"/>
                  <a:gd name="connsiteY91" fmla="*/ 0 h 138336"/>
                  <a:gd name="connsiteX92" fmla="*/ 336423 w 338060"/>
                  <a:gd name="connsiteY92" fmla="*/ 1563 h 138336"/>
                  <a:gd name="connsiteX93" fmla="*/ 334786 w 338060"/>
                  <a:gd name="connsiteY93" fmla="*/ 3014 h 138336"/>
                  <a:gd name="connsiteX94" fmla="*/ 126391 w 338060"/>
                  <a:gd name="connsiteY94" fmla="*/ 94282 h 138336"/>
                  <a:gd name="connsiteX95" fmla="*/ 112215 w 338060"/>
                  <a:gd name="connsiteY95" fmla="*/ 106114 h 138336"/>
                  <a:gd name="connsiteX96" fmla="*/ 109610 w 338060"/>
                  <a:gd name="connsiteY96" fmla="*/ 105891 h 138336"/>
                  <a:gd name="connsiteX97" fmla="*/ 43829 w 338060"/>
                  <a:gd name="connsiteY97" fmla="*/ 85353 h 138336"/>
                  <a:gd name="connsiteX98" fmla="*/ 36983 w 338060"/>
                  <a:gd name="connsiteY98" fmla="*/ 66155 h 138336"/>
                  <a:gd name="connsiteX99" fmla="*/ 56181 w 338060"/>
                  <a:gd name="connsiteY99" fmla="*/ 59308 h 138336"/>
                  <a:gd name="connsiteX100" fmla="*/ 114745 w 338060"/>
                  <a:gd name="connsiteY100" fmla="*/ 77503 h 138336"/>
                  <a:gd name="connsiteX101" fmla="*/ 126391 w 338060"/>
                  <a:gd name="connsiteY101" fmla="*/ 94283 h 138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</a:cxnLst>
                <a:rect l="l" t="t" r="r" b="b"/>
                <a:pathLst>
                  <a:path w="338060" h="138336">
                    <a:moveTo>
                      <a:pt x="334788" y="3014"/>
                    </a:moveTo>
                    <a:cubicBezTo>
                      <a:pt x="334751" y="3051"/>
                      <a:pt x="334714" y="3088"/>
                      <a:pt x="334714" y="3088"/>
                    </a:cubicBezTo>
                    <a:cubicBezTo>
                      <a:pt x="334156" y="3609"/>
                      <a:pt x="333598" y="4093"/>
                      <a:pt x="333040" y="4576"/>
                    </a:cubicBezTo>
                    <a:cubicBezTo>
                      <a:pt x="332444" y="5097"/>
                      <a:pt x="331849" y="5618"/>
                      <a:pt x="331254" y="6065"/>
                    </a:cubicBezTo>
                    <a:cubicBezTo>
                      <a:pt x="330807" y="6437"/>
                      <a:pt x="330286" y="6883"/>
                      <a:pt x="329840" y="7255"/>
                    </a:cubicBezTo>
                    <a:cubicBezTo>
                      <a:pt x="328500" y="8372"/>
                      <a:pt x="327161" y="9413"/>
                      <a:pt x="325784" y="10455"/>
                    </a:cubicBezTo>
                    <a:cubicBezTo>
                      <a:pt x="325152" y="10939"/>
                      <a:pt x="324519" y="11422"/>
                      <a:pt x="323850" y="11869"/>
                    </a:cubicBezTo>
                    <a:cubicBezTo>
                      <a:pt x="323180" y="12315"/>
                      <a:pt x="322547" y="12799"/>
                      <a:pt x="321915" y="13283"/>
                    </a:cubicBezTo>
                    <a:cubicBezTo>
                      <a:pt x="320501" y="14325"/>
                      <a:pt x="319013" y="15329"/>
                      <a:pt x="317524" y="16334"/>
                    </a:cubicBezTo>
                    <a:cubicBezTo>
                      <a:pt x="316259" y="17152"/>
                      <a:pt x="315032" y="17971"/>
                      <a:pt x="313767" y="18790"/>
                    </a:cubicBezTo>
                    <a:cubicBezTo>
                      <a:pt x="313060" y="19236"/>
                      <a:pt x="312353" y="19682"/>
                      <a:pt x="311646" y="20129"/>
                    </a:cubicBezTo>
                    <a:cubicBezTo>
                      <a:pt x="310232" y="20985"/>
                      <a:pt x="308818" y="21840"/>
                      <a:pt x="307404" y="22659"/>
                    </a:cubicBezTo>
                    <a:cubicBezTo>
                      <a:pt x="307330" y="22659"/>
                      <a:pt x="307293" y="22733"/>
                      <a:pt x="307255" y="22733"/>
                    </a:cubicBezTo>
                    <a:cubicBezTo>
                      <a:pt x="306511" y="23143"/>
                      <a:pt x="305804" y="23552"/>
                      <a:pt x="305060" y="23961"/>
                    </a:cubicBezTo>
                    <a:cubicBezTo>
                      <a:pt x="303572" y="24780"/>
                      <a:pt x="302009" y="25598"/>
                      <a:pt x="300484" y="26417"/>
                    </a:cubicBezTo>
                    <a:cubicBezTo>
                      <a:pt x="299702" y="26789"/>
                      <a:pt x="298921" y="27235"/>
                      <a:pt x="298140" y="27608"/>
                    </a:cubicBezTo>
                    <a:cubicBezTo>
                      <a:pt x="297098" y="28128"/>
                      <a:pt x="296093" y="28649"/>
                      <a:pt x="295089" y="29096"/>
                    </a:cubicBezTo>
                    <a:cubicBezTo>
                      <a:pt x="294233" y="29542"/>
                      <a:pt x="293340" y="29914"/>
                      <a:pt x="292447" y="30361"/>
                    </a:cubicBezTo>
                    <a:cubicBezTo>
                      <a:pt x="289545" y="31700"/>
                      <a:pt x="286568" y="33040"/>
                      <a:pt x="283517" y="34268"/>
                    </a:cubicBezTo>
                    <a:cubicBezTo>
                      <a:pt x="282475" y="34714"/>
                      <a:pt x="281434" y="35086"/>
                      <a:pt x="280392" y="35533"/>
                    </a:cubicBezTo>
                    <a:cubicBezTo>
                      <a:pt x="279276" y="35979"/>
                      <a:pt x="278160" y="36426"/>
                      <a:pt x="277006" y="36835"/>
                    </a:cubicBezTo>
                    <a:cubicBezTo>
                      <a:pt x="273806" y="38063"/>
                      <a:pt x="270569" y="39216"/>
                      <a:pt x="267258" y="40332"/>
                    </a:cubicBezTo>
                    <a:cubicBezTo>
                      <a:pt x="265919" y="40779"/>
                      <a:pt x="264542" y="41225"/>
                      <a:pt x="263165" y="41672"/>
                    </a:cubicBezTo>
                    <a:cubicBezTo>
                      <a:pt x="262347" y="41969"/>
                      <a:pt x="261454" y="42193"/>
                      <a:pt x="260635" y="42453"/>
                    </a:cubicBezTo>
                    <a:cubicBezTo>
                      <a:pt x="260152" y="42602"/>
                      <a:pt x="259668" y="42751"/>
                      <a:pt x="259147" y="42900"/>
                    </a:cubicBezTo>
                    <a:cubicBezTo>
                      <a:pt x="257957" y="43272"/>
                      <a:pt x="256840" y="43569"/>
                      <a:pt x="255650" y="43904"/>
                    </a:cubicBezTo>
                    <a:cubicBezTo>
                      <a:pt x="252673" y="44723"/>
                      <a:pt x="249697" y="45541"/>
                      <a:pt x="246646" y="46285"/>
                    </a:cubicBezTo>
                    <a:cubicBezTo>
                      <a:pt x="245604" y="46583"/>
                      <a:pt x="244525" y="46806"/>
                      <a:pt x="243446" y="47030"/>
                    </a:cubicBezTo>
                    <a:cubicBezTo>
                      <a:pt x="242106" y="47327"/>
                      <a:pt x="240767" y="47662"/>
                      <a:pt x="239427" y="47923"/>
                    </a:cubicBezTo>
                    <a:cubicBezTo>
                      <a:pt x="237455" y="48369"/>
                      <a:pt x="235446" y="48741"/>
                      <a:pt x="233474" y="49188"/>
                    </a:cubicBezTo>
                    <a:cubicBezTo>
                      <a:pt x="231726" y="49522"/>
                      <a:pt x="229977" y="49857"/>
                      <a:pt x="228191" y="50155"/>
                    </a:cubicBezTo>
                    <a:cubicBezTo>
                      <a:pt x="227298" y="50304"/>
                      <a:pt x="226368" y="50453"/>
                      <a:pt x="225437" y="50601"/>
                    </a:cubicBezTo>
                    <a:cubicBezTo>
                      <a:pt x="224656" y="50750"/>
                      <a:pt x="223875" y="50899"/>
                      <a:pt x="223056" y="50973"/>
                    </a:cubicBezTo>
                    <a:cubicBezTo>
                      <a:pt x="221828" y="51197"/>
                      <a:pt x="220601" y="51346"/>
                      <a:pt x="219336" y="51569"/>
                    </a:cubicBezTo>
                    <a:cubicBezTo>
                      <a:pt x="217698" y="51829"/>
                      <a:pt x="215987" y="52052"/>
                      <a:pt x="214275" y="52313"/>
                    </a:cubicBezTo>
                    <a:cubicBezTo>
                      <a:pt x="212415" y="52573"/>
                      <a:pt x="210555" y="52759"/>
                      <a:pt x="208694" y="52983"/>
                    </a:cubicBezTo>
                    <a:cubicBezTo>
                      <a:pt x="206462" y="53280"/>
                      <a:pt x="204192" y="53504"/>
                      <a:pt x="201923" y="53690"/>
                    </a:cubicBezTo>
                    <a:cubicBezTo>
                      <a:pt x="199876" y="53913"/>
                      <a:pt x="197755" y="54062"/>
                      <a:pt x="195709" y="54210"/>
                    </a:cubicBezTo>
                    <a:cubicBezTo>
                      <a:pt x="194184" y="54359"/>
                      <a:pt x="192658" y="54434"/>
                      <a:pt x="191095" y="54508"/>
                    </a:cubicBezTo>
                    <a:cubicBezTo>
                      <a:pt x="190574" y="54545"/>
                      <a:pt x="190091" y="54583"/>
                      <a:pt x="189570" y="54583"/>
                    </a:cubicBezTo>
                    <a:cubicBezTo>
                      <a:pt x="188082" y="54657"/>
                      <a:pt x="186593" y="54731"/>
                      <a:pt x="185142" y="54806"/>
                    </a:cubicBezTo>
                    <a:cubicBezTo>
                      <a:pt x="184845" y="54843"/>
                      <a:pt x="184510" y="54843"/>
                      <a:pt x="184212" y="54880"/>
                    </a:cubicBezTo>
                    <a:cubicBezTo>
                      <a:pt x="183319" y="54917"/>
                      <a:pt x="182352" y="54955"/>
                      <a:pt x="181459" y="54992"/>
                    </a:cubicBezTo>
                    <a:cubicBezTo>
                      <a:pt x="179598" y="55066"/>
                      <a:pt x="177738" y="55103"/>
                      <a:pt x="175803" y="55141"/>
                    </a:cubicBezTo>
                    <a:cubicBezTo>
                      <a:pt x="173571" y="55215"/>
                      <a:pt x="171338" y="55215"/>
                      <a:pt x="169032" y="55215"/>
                    </a:cubicBezTo>
                    <a:cubicBezTo>
                      <a:pt x="166762" y="55215"/>
                      <a:pt x="164492" y="55215"/>
                      <a:pt x="162260" y="55141"/>
                    </a:cubicBezTo>
                    <a:cubicBezTo>
                      <a:pt x="160362" y="55103"/>
                      <a:pt x="158502" y="55066"/>
                      <a:pt x="156642" y="54992"/>
                    </a:cubicBezTo>
                    <a:cubicBezTo>
                      <a:pt x="155674" y="54955"/>
                      <a:pt x="154707" y="54917"/>
                      <a:pt x="153777" y="54843"/>
                    </a:cubicBezTo>
                    <a:lnTo>
                      <a:pt x="153144" y="54843"/>
                    </a:lnTo>
                    <a:cubicBezTo>
                      <a:pt x="151582" y="54769"/>
                      <a:pt x="150056" y="54694"/>
                      <a:pt x="148493" y="54620"/>
                    </a:cubicBezTo>
                    <a:cubicBezTo>
                      <a:pt x="147972" y="54583"/>
                      <a:pt x="147489" y="54545"/>
                      <a:pt x="147005" y="54545"/>
                    </a:cubicBezTo>
                    <a:cubicBezTo>
                      <a:pt x="145442" y="54471"/>
                      <a:pt x="143954" y="54322"/>
                      <a:pt x="142391" y="54248"/>
                    </a:cubicBezTo>
                    <a:cubicBezTo>
                      <a:pt x="140308" y="54099"/>
                      <a:pt x="138224" y="53950"/>
                      <a:pt x="136178" y="53727"/>
                    </a:cubicBezTo>
                    <a:cubicBezTo>
                      <a:pt x="133871" y="53504"/>
                      <a:pt x="131639" y="53280"/>
                      <a:pt x="129406" y="53020"/>
                    </a:cubicBezTo>
                    <a:cubicBezTo>
                      <a:pt x="127323" y="52797"/>
                      <a:pt x="125239" y="52499"/>
                      <a:pt x="123155" y="52238"/>
                    </a:cubicBezTo>
                    <a:cubicBezTo>
                      <a:pt x="121593" y="52015"/>
                      <a:pt x="120104" y="51792"/>
                      <a:pt x="118542" y="51569"/>
                    </a:cubicBezTo>
                    <a:cubicBezTo>
                      <a:pt x="117425" y="51420"/>
                      <a:pt x="116309" y="51271"/>
                      <a:pt x="115230" y="51048"/>
                    </a:cubicBezTo>
                    <a:cubicBezTo>
                      <a:pt x="114337" y="50899"/>
                      <a:pt x="113444" y="50750"/>
                      <a:pt x="112551" y="50601"/>
                    </a:cubicBezTo>
                    <a:cubicBezTo>
                      <a:pt x="111696" y="50453"/>
                      <a:pt x="110840" y="50304"/>
                      <a:pt x="109984" y="50155"/>
                    </a:cubicBezTo>
                    <a:cubicBezTo>
                      <a:pt x="108198" y="49857"/>
                      <a:pt x="106412" y="49485"/>
                      <a:pt x="104701" y="49188"/>
                    </a:cubicBezTo>
                    <a:cubicBezTo>
                      <a:pt x="102691" y="48815"/>
                      <a:pt x="100682" y="48369"/>
                      <a:pt x="98747" y="47923"/>
                    </a:cubicBezTo>
                    <a:cubicBezTo>
                      <a:pt x="97334" y="47625"/>
                      <a:pt x="95845" y="47290"/>
                      <a:pt x="94431" y="46955"/>
                    </a:cubicBezTo>
                    <a:cubicBezTo>
                      <a:pt x="93464" y="46732"/>
                      <a:pt x="92497" y="46509"/>
                      <a:pt x="91604" y="46285"/>
                    </a:cubicBezTo>
                    <a:cubicBezTo>
                      <a:pt x="87809" y="45392"/>
                      <a:pt x="84013" y="44351"/>
                      <a:pt x="80330" y="43272"/>
                    </a:cubicBezTo>
                    <a:cubicBezTo>
                      <a:pt x="79028" y="42900"/>
                      <a:pt x="77763" y="42527"/>
                      <a:pt x="76498" y="42155"/>
                    </a:cubicBezTo>
                    <a:cubicBezTo>
                      <a:pt x="76126" y="42044"/>
                      <a:pt x="75753" y="41932"/>
                      <a:pt x="75381" y="41858"/>
                    </a:cubicBezTo>
                    <a:cubicBezTo>
                      <a:pt x="73670" y="41337"/>
                      <a:pt x="71996" y="40779"/>
                      <a:pt x="70321" y="40221"/>
                    </a:cubicBezTo>
                    <a:cubicBezTo>
                      <a:pt x="67642" y="39328"/>
                      <a:pt x="64963" y="38360"/>
                      <a:pt x="62322" y="37393"/>
                    </a:cubicBezTo>
                    <a:cubicBezTo>
                      <a:pt x="61726" y="37170"/>
                      <a:pt x="61094" y="36946"/>
                      <a:pt x="60499" y="36723"/>
                    </a:cubicBezTo>
                    <a:cubicBezTo>
                      <a:pt x="58489" y="35979"/>
                      <a:pt x="56517" y="35198"/>
                      <a:pt x="54583" y="34379"/>
                    </a:cubicBezTo>
                    <a:cubicBezTo>
                      <a:pt x="53764" y="34044"/>
                      <a:pt x="52871" y="33672"/>
                      <a:pt x="52053" y="33337"/>
                    </a:cubicBezTo>
                    <a:cubicBezTo>
                      <a:pt x="51234" y="33002"/>
                      <a:pt x="50378" y="32630"/>
                      <a:pt x="49560" y="32258"/>
                    </a:cubicBezTo>
                    <a:cubicBezTo>
                      <a:pt x="48741" y="31923"/>
                      <a:pt x="47923" y="31551"/>
                      <a:pt x="47104" y="31142"/>
                    </a:cubicBezTo>
                    <a:cubicBezTo>
                      <a:pt x="46434" y="30844"/>
                      <a:pt x="45839" y="30547"/>
                      <a:pt x="45169" y="30249"/>
                    </a:cubicBezTo>
                    <a:cubicBezTo>
                      <a:pt x="43383" y="29430"/>
                      <a:pt x="41598" y="28575"/>
                      <a:pt x="39886" y="27719"/>
                    </a:cubicBezTo>
                    <a:cubicBezTo>
                      <a:pt x="39067" y="27347"/>
                      <a:pt x="38323" y="26900"/>
                      <a:pt x="37542" y="26528"/>
                    </a:cubicBezTo>
                    <a:cubicBezTo>
                      <a:pt x="36016" y="25710"/>
                      <a:pt x="34491" y="24928"/>
                      <a:pt x="32966" y="24073"/>
                    </a:cubicBezTo>
                    <a:cubicBezTo>
                      <a:pt x="32221" y="23701"/>
                      <a:pt x="31477" y="23254"/>
                      <a:pt x="30770" y="22845"/>
                    </a:cubicBezTo>
                    <a:cubicBezTo>
                      <a:pt x="30733" y="22845"/>
                      <a:pt x="30696" y="22770"/>
                      <a:pt x="30621" y="22770"/>
                    </a:cubicBezTo>
                    <a:cubicBezTo>
                      <a:pt x="29208" y="21952"/>
                      <a:pt x="27794" y="21133"/>
                      <a:pt x="26380" y="20240"/>
                    </a:cubicBezTo>
                    <a:cubicBezTo>
                      <a:pt x="25636" y="19794"/>
                      <a:pt x="24966" y="19347"/>
                      <a:pt x="24259" y="18901"/>
                    </a:cubicBezTo>
                    <a:cubicBezTo>
                      <a:pt x="22994" y="18082"/>
                      <a:pt x="21729" y="17264"/>
                      <a:pt x="20501" y="16445"/>
                    </a:cubicBezTo>
                    <a:cubicBezTo>
                      <a:pt x="19013" y="15478"/>
                      <a:pt x="17562" y="14436"/>
                      <a:pt x="16111" y="13394"/>
                    </a:cubicBezTo>
                    <a:cubicBezTo>
                      <a:pt x="15441" y="12948"/>
                      <a:pt x="14808" y="12464"/>
                      <a:pt x="14176" y="11981"/>
                    </a:cubicBezTo>
                    <a:cubicBezTo>
                      <a:pt x="13506" y="11497"/>
                      <a:pt x="12911" y="11013"/>
                      <a:pt x="12241" y="10567"/>
                    </a:cubicBezTo>
                    <a:cubicBezTo>
                      <a:pt x="10864" y="9525"/>
                      <a:pt x="9525" y="8483"/>
                      <a:pt x="8186" y="7367"/>
                    </a:cubicBezTo>
                    <a:cubicBezTo>
                      <a:pt x="7702" y="6995"/>
                      <a:pt x="7218" y="6548"/>
                      <a:pt x="6772" y="6176"/>
                    </a:cubicBezTo>
                    <a:cubicBezTo>
                      <a:pt x="4390" y="4167"/>
                      <a:pt x="2121" y="2158"/>
                      <a:pt x="0" y="74"/>
                    </a:cubicBezTo>
                    <a:lnTo>
                      <a:pt x="37" y="50453"/>
                    </a:lnTo>
                    <a:cubicBezTo>
                      <a:pt x="37" y="98078"/>
                      <a:pt x="77428" y="138336"/>
                      <a:pt x="169030" y="138336"/>
                    </a:cubicBezTo>
                    <a:cubicBezTo>
                      <a:pt x="260632" y="138336"/>
                      <a:pt x="338060" y="98078"/>
                      <a:pt x="338060" y="50453"/>
                    </a:cubicBezTo>
                    <a:lnTo>
                      <a:pt x="338060" y="0"/>
                    </a:lnTo>
                    <a:cubicBezTo>
                      <a:pt x="337539" y="521"/>
                      <a:pt x="336981" y="1042"/>
                      <a:pt x="336423" y="1563"/>
                    </a:cubicBezTo>
                    <a:cubicBezTo>
                      <a:pt x="335865" y="2009"/>
                      <a:pt x="335344" y="2530"/>
                      <a:pt x="334786" y="3014"/>
                    </a:cubicBezTo>
                    <a:close/>
                    <a:moveTo>
                      <a:pt x="126391" y="94282"/>
                    </a:moveTo>
                    <a:cubicBezTo>
                      <a:pt x="125126" y="101240"/>
                      <a:pt x="119061" y="106114"/>
                      <a:pt x="112215" y="106114"/>
                    </a:cubicBezTo>
                    <a:cubicBezTo>
                      <a:pt x="111396" y="106114"/>
                      <a:pt x="110503" y="106040"/>
                      <a:pt x="109610" y="105891"/>
                    </a:cubicBezTo>
                    <a:cubicBezTo>
                      <a:pt x="85501" y="101500"/>
                      <a:pt x="63362" y="94580"/>
                      <a:pt x="43829" y="85353"/>
                    </a:cubicBezTo>
                    <a:cubicBezTo>
                      <a:pt x="36648" y="81930"/>
                      <a:pt x="33560" y="73335"/>
                      <a:pt x="36983" y="66155"/>
                    </a:cubicBezTo>
                    <a:cubicBezTo>
                      <a:pt x="40406" y="58936"/>
                      <a:pt x="49000" y="55886"/>
                      <a:pt x="56181" y="59308"/>
                    </a:cubicBezTo>
                    <a:cubicBezTo>
                      <a:pt x="73408" y="67457"/>
                      <a:pt x="93128" y="73596"/>
                      <a:pt x="114745" y="77503"/>
                    </a:cubicBezTo>
                    <a:cubicBezTo>
                      <a:pt x="122596" y="78954"/>
                      <a:pt x="127805" y="86470"/>
                      <a:pt x="126391" y="9428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" name="Forma Livre: Forma 11">
                <a:extLst>
                  <a:ext uri="{FF2B5EF4-FFF2-40B4-BE49-F238E27FC236}">
                    <a16:creationId xmlns:a16="http://schemas.microsoft.com/office/drawing/2014/main" id="{22B3DBAC-AA60-EFD7-9433-3288A2884AD5}"/>
                  </a:ext>
                </a:extLst>
              </p:cNvPr>
              <p:cNvSpPr/>
              <p:nvPr/>
            </p:nvSpPr>
            <p:spPr>
              <a:xfrm>
                <a:off x="465539" y="2177023"/>
                <a:ext cx="338023" cy="175766"/>
              </a:xfrm>
              <a:custGeom>
                <a:avLst/>
                <a:gdLst>
                  <a:gd name="connsiteX0" fmla="*/ 168993 w 338023"/>
                  <a:gd name="connsiteY0" fmla="*/ 0 h 175766"/>
                  <a:gd name="connsiteX1" fmla="*/ 0 w 338023"/>
                  <a:gd name="connsiteY1" fmla="*/ 87883 h 175766"/>
                  <a:gd name="connsiteX2" fmla="*/ 168993 w 338023"/>
                  <a:gd name="connsiteY2" fmla="*/ 175767 h 175766"/>
                  <a:gd name="connsiteX3" fmla="*/ 338023 w 338023"/>
                  <a:gd name="connsiteY3" fmla="*/ 87883 h 175766"/>
                  <a:gd name="connsiteX4" fmla="*/ 168993 w 338023"/>
                  <a:gd name="connsiteY4" fmla="*/ 0 h 175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023" h="175766">
                    <a:moveTo>
                      <a:pt x="168993" y="0"/>
                    </a:moveTo>
                    <a:cubicBezTo>
                      <a:pt x="77389" y="0"/>
                      <a:pt x="0" y="40258"/>
                      <a:pt x="0" y="87883"/>
                    </a:cubicBezTo>
                    <a:cubicBezTo>
                      <a:pt x="0" y="135508"/>
                      <a:pt x="77391" y="175767"/>
                      <a:pt x="168993" y="175767"/>
                    </a:cubicBezTo>
                    <a:cubicBezTo>
                      <a:pt x="260594" y="175767"/>
                      <a:pt x="338023" y="135508"/>
                      <a:pt x="338023" y="87883"/>
                    </a:cubicBezTo>
                    <a:cubicBezTo>
                      <a:pt x="337986" y="40258"/>
                      <a:pt x="260595" y="0"/>
                      <a:pt x="16899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" name="Forma Livre: Forma 12">
                <a:extLst>
                  <a:ext uri="{FF2B5EF4-FFF2-40B4-BE49-F238E27FC236}">
                    <a16:creationId xmlns:a16="http://schemas.microsoft.com/office/drawing/2014/main" id="{A0AD14C0-2195-68E2-9532-2C6CD38DACC7}"/>
                  </a:ext>
                </a:extLst>
              </p:cNvPr>
              <p:cNvSpPr/>
              <p:nvPr/>
            </p:nvSpPr>
            <p:spPr>
              <a:xfrm>
                <a:off x="580987" y="1930449"/>
                <a:ext cx="107193" cy="183430"/>
              </a:xfrm>
              <a:custGeom>
                <a:avLst/>
                <a:gdLst>
                  <a:gd name="connsiteX0" fmla="*/ 39105 w 107193"/>
                  <a:gd name="connsiteY0" fmla="*/ 105185 h 183430"/>
                  <a:gd name="connsiteX1" fmla="*/ 39105 w 107193"/>
                  <a:gd name="connsiteY1" fmla="*/ 168994 h 183430"/>
                  <a:gd name="connsiteX2" fmla="*/ 53541 w 107193"/>
                  <a:gd name="connsiteY2" fmla="*/ 183431 h 183430"/>
                  <a:gd name="connsiteX3" fmla="*/ 67977 w 107193"/>
                  <a:gd name="connsiteY3" fmla="*/ 168994 h 183430"/>
                  <a:gd name="connsiteX4" fmla="*/ 67977 w 107193"/>
                  <a:gd name="connsiteY4" fmla="*/ 105185 h 183430"/>
                  <a:gd name="connsiteX5" fmla="*/ 107193 w 107193"/>
                  <a:gd name="connsiteY5" fmla="*/ 53615 h 183430"/>
                  <a:gd name="connsiteX6" fmla="*/ 53578 w 107193"/>
                  <a:gd name="connsiteY6" fmla="*/ 0 h 183430"/>
                  <a:gd name="connsiteX7" fmla="*/ 0 w 107193"/>
                  <a:gd name="connsiteY7" fmla="*/ 53615 h 183430"/>
                  <a:gd name="connsiteX8" fmla="*/ 39105 w 107193"/>
                  <a:gd name="connsiteY8" fmla="*/ 105185 h 183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7193" h="183430">
                    <a:moveTo>
                      <a:pt x="39105" y="105185"/>
                    </a:moveTo>
                    <a:lnTo>
                      <a:pt x="39105" y="168994"/>
                    </a:lnTo>
                    <a:cubicBezTo>
                      <a:pt x="39105" y="176957"/>
                      <a:pt x="45579" y="183431"/>
                      <a:pt x="53541" y="183431"/>
                    </a:cubicBezTo>
                    <a:cubicBezTo>
                      <a:pt x="61503" y="183431"/>
                      <a:pt x="67977" y="176957"/>
                      <a:pt x="67977" y="168994"/>
                    </a:cubicBezTo>
                    <a:lnTo>
                      <a:pt x="67977" y="105185"/>
                    </a:lnTo>
                    <a:cubicBezTo>
                      <a:pt x="90525" y="98859"/>
                      <a:pt x="107193" y="78173"/>
                      <a:pt x="107193" y="53615"/>
                    </a:cubicBezTo>
                    <a:cubicBezTo>
                      <a:pt x="107193" y="24073"/>
                      <a:pt x="83158" y="0"/>
                      <a:pt x="53578" y="0"/>
                    </a:cubicBezTo>
                    <a:cubicBezTo>
                      <a:pt x="24035" y="0"/>
                      <a:pt x="0" y="24035"/>
                      <a:pt x="0" y="53615"/>
                    </a:cubicBezTo>
                    <a:cubicBezTo>
                      <a:pt x="-37" y="78135"/>
                      <a:pt x="16557" y="98896"/>
                      <a:pt x="39105" y="1051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13">
                <a:extLst>
                  <a:ext uri="{FF2B5EF4-FFF2-40B4-BE49-F238E27FC236}">
                    <a16:creationId xmlns:a16="http://schemas.microsoft.com/office/drawing/2014/main" id="{25754215-D5D2-8ED9-E8D1-BEBF847B6C15}"/>
                  </a:ext>
                </a:extLst>
              </p:cNvPr>
              <p:cNvSpPr/>
              <p:nvPr/>
            </p:nvSpPr>
            <p:spPr>
              <a:xfrm>
                <a:off x="816281" y="2045492"/>
                <a:ext cx="149581" cy="149646"/>
              </a:xfrm>
              <a:custGeom>
                <a:avLst/>
                <a:gdLst>
                  <a:gd name="connsiteX0" fmla="*/ 14409 w 149581"/>
                  <a:gd name="connsiteY0" fmla="*/ 149647 h 149646"/>
                  <a:gd name="connsiteX1" fmla="*/ 24603 w 149581"/>
                  <a:gd name="connsiteY1" fmla="*/ 145405 h 149646"/>
                  <a:gd name="connsiteX2" fmla="*/ 69736 w 149581"/>
                  <a:gd name="connsiteY2" fmla="*/ 100273 h 149646"/>
                  <a:gd name="connsiteX3" fmla="*/ 95966 w 149581"/>
                  <a:gd name="connsiteY3" fmla="*/ 107194 h 149646"/>
                  <a:gd name="connsiteX4" fmla="*/ 96004 w 149581"/>
                  <a:gd name="connsiteY4" fmla="*/ 107194 h 149646"/>
                  <a:gd name="connsiteX5" fmla="*/ 133881 w 149581"/>
                  <a:gd name="connsiteY5" fmla="*/ 91493 h 149646"/>
                  <a:gd name="connsiteX6" fmla="*/ 149582 w 149581"/>
                  <a:gd name="connsiteY6" fmla="*/ 53653 h 149646"/>
                  <a:gd name="connsiteX7" fmla="*/ 149582 w 149581"/>
                  <a:gd name="connsiteY7" fmla="*/ 53578 h 149646"/>
                  <a:gd name="connsiteX8" fmla="*/ 133881 w 149581"/>
                  <a:gd name="connsiteY8" fmla="*/ 15701 h 149646"/>
                  <a:gd name="connsiteX9" fmla="*/ 95929 w 149581"/>
                  <a:gd name="connsiteY9" fmla="*/ 0 h 149646"/>
                  <a:gd name="connsiteX10" fmla="*/ 58127 w 149581"/>
                  <a:gd name="connsiteY10" fmla="*/ 15701 h 149646"/>
                  <a:gd name="connsiteX11" fmla="*/ 42426 w 149581"/>
                  <a:gd name="connsiteY11" fmla="*/ 53652 h 149646"/>
                  <a:gd name="connsiteX12" fmla="*/ 49346 w 149581"/>
                  <a:gd name="connsiteY12" fmla="*/ 79883 h 149646"/>
                  <a:gd name="connsiteX13" fmla="*/ 4214 w 149581"/>
                  <a:gd name="connsiteY13" fmla="*/ 125053 h 149646"/>
                  <a:gd name="connsiteX14" fmla="*/ 4214 w 149581"/>
                  <a:gd name="connsiteY14" fmla="*/ 145442 h 149646"/>
                  <a:gd name="connsiteX15" fmla="*/ 14408 w 149581"/>
                  <a:gd name="connsiteY15" fmla="*/ 149646 h 149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9581" h="149646">
                    <a:moveTo>
                      <a:pt x="14409" y="149647"/>
                    </a:moveTo>
                    <a:cubicBezTo>
                      <a:pt x="18092" y="149647"/>
                      <a:pt x="21776" y="148233"/>
                      <a:pt x="24603" y="145405"/>
                    </a:cubicBezTo>
                    <a:lnTo>
                      <a:pt x="69736" y="100273"/>
                    </a:lnTo>
                    <a:cubicBezTo>
                      <a:pt x="77623" y="104775"/>
                      <a:pt x="86627" y="107194"/>
                      <a:pt x="95966" y="107194"/>
                    </a:cubicBezTo>
                    <a:lnTo>
                      <a:pt x="96004" y="107194"/>
                    </a:lnTo>
                    <a:cubicBezTo>
                      <a:pt x="110291" y="107194"/>
                      <a:pt x="123760" y="101612"/>
                      <a:pt x="133881" y="91493"/>
                    </a:cubicBezTo>
                    <a:cubicBezTo>
                      <a:pt x="144001" y="81373"/>
                      <a:pt x="149582" y="67977"/>
                      <a:pt x="149582" y="53653"/>
                    </a:cubicBezTo>
                    <a:lnTo>
                      <a:pt x="149582" y="53578"/>
                    </a:lnTo>
                    <a:cubicBezTo>
                      <a:pt x="149582" y="39291"/>
                      <a:pt x="144001" y="25821"/>
                      <a:pt x="133881" y="15701"/>
                    </a:cubicBezTo>
                    <a:cubicBezTo>
                      <a:pt x="123723" y="5581"/>
                      <a:pt x="110291" y="37"/>
                      <a:pt x="95929" y="0"/>
                    </a:cubicBezTo>
                    <a:cubicBezTo>
                      <a:pt x="81642" y="0"/>
                      <a:pt x="68173" y="5581"/>
                      <a:pt x="58127" y="15701"/>
                    </a:cubicBezTo>
                    <a:cubicBezTo>
                      <a:pt x="48006" y="25821"/>
                      <a:pt x="42426" y="39328"/>
                      <a:pt x="42426" y="53652"/>
                    </a:cubicBezTo>
                    <a:cubicBezTo>
                      <a:pt x="42426" y="63029"/>
                      <a:pt x="44807" y="71996"/>
                      <a:pt x="49346" y="79883"/>
                    </a:cubicBezTo>
                    <a:lnTo>
                      <a:pt x="4214" y="125053"/>
                    </a:lnTo>
                    <a:cubicBezTo>
                      <a:pt x="-1405" y="130671"/>
                      <a:pt x="-1405" y="139787"/>
                      <a:pt x="4214" y="145442"/>
                    </a:cubicBezTo>
                    <a:cubicBezTo>
                      <a:pt x="7041" y="148233"/>
                      <a:pt x="10762" y="149646"/>
                      <a:pt x="14408" y="149646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14">
                <a:extLst>
                  <a:ext uri="{FF2B5EF4-FFF2-40B4-BE49-F238E27FC236}">
                    <a16:creationId xmlns:a16="http://schemas.microsoft.com/office/drawing/2014/main" id="{0EA9CAED-C2ED-1509-6C1A-CEA177FDB393}"/>
                  </a:ext>
                </a:extLst>
              </p:cNvPr>
              <p:cNvSpPr/>
              <p:nvPr/>
            </p:nvSpPr>
            <p:spPr>
              <a:xfrm>
                <a:off x="897583" y="2323317"/>
                <a:ext cx="183393" cy="107230"/>
              </a:xfrm>
              <a:custGeom>
                <a:avLst/>
                <a:gdLst>
                  <a:gd name="connsiteX0" fmla="*/ 129778 w 183393"/>
                  <a:gd name="connsiteY0" fmla="*/ 0 h 107230"/>
                  <a:gd name="connsiteX1" fmla="*/ 78209 w 183393"/>
                  <a:gd name="connsiteY1" fmla="*/ 39216 h 107230"/>
                  <a:gd name="connsiteX2" fmla="*/ 14436 w 183393"/>
                  <a:gd name="connsiteY2" fmla="*/ 39216 h 107230"/>
                  <a:gd name="connsiteX3" fmla="*/ 0 w 183393"/>
                  <a:gd name="connsiteY3" fmla="*/ 53652 h 107230"/>
                  <a:gd name="connsiteX4" fmla="*/ 14436 w 183393"/>
                  <a:gd name="connsiteY4" fmla="*/ 68089 h 107230"/>
                  <a:gd name="connsiteX5" fmla="*/ 78209 w 183393"/>
                  <a:gd name="connsiteY5" fmla="*/ 68089 h 107230"/>
                  <a:gd name="connsiteX6" fmla="*/ 129778 w 183393"/>
                  <a:gd name="connsiteY6" fmla="*/ 107231 h 107230"/>
                  <a:gd name="connsiteX7" fmla="*/ 183393 w 183393"/>
                  <a:gd name="connsiteY7" fmla="*/ 53652 h 107230"/>
                  <a:gd name="connsiteX8" fmla="*/ 129778 w 183393"/>
                  <a:gd name="connsiteY8" fmla="*/ 0 h 107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3393" h="107230">
                    <a:moveTo>
                      <a:pt x="129778" y="0"/>
                    </a:moveTo>
                    <a:cubicBezTo>
                      <a:pt x="105222" y="0"/>
                      <a:pt x="84497" y="16594"/>
                      <a:pt x="78209" y="39216"/>
                    </a:cubicBezTo>
                    <a:lnTo>
                      <a:pt x="14436" y="39216"/>
                    </a:lnTo>
                    <a:cubicBezTo>
                      <a:pt x="6474" y="39216"/>
                      <a:pt x="0" y="45690"/>
                      <a:pt x="0" y="53652"/>
                    </a:cubicBezTo>
                    <a:cubicBezTo>
                      <a:pt x="0" y="61615"/>
                      <a:pt x="6474" y="68089"/>
                      <a:pt x="14436" y="68089"/>
                    </a:cubicBezTo>
                    <a:lnTo>
                      <a:pt x="78209" y="68089"/>
                    </a:lnTo>
                    <a:cubicBezTo>
                      <a:pt x="84534" y="90636"/>
                      <a:pt x="105221" y="107231"/>
                      <a:pt x="129778" y="107231"/>
                    </a:cubicBezTo>
                    <a:cubicBezTo>
                      <a:pt x="159321" y="107231"/>
                      <a:pt x="183393" y="83195"/>
                      <a:pt x="183393" y="53652"/>
                    </a:cubicBezTo>
                    <a:cubicBezTo>
                      <a:pt x="183431" y="24073"/>
                      <a:pt x="159358" y="0"/>
                      <a:pt x="12977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16">
                <a:extLst>
                  <a:ext uri="{FF2B5EF4-FFF2-40B4-BE49-F238E27FC236}">
                    <a16:creationId xmlns:a16="http://schemas.microsoft.com/office/drawing/2014/main" id="{70608F6D-7AD4-6D4D-C0B5-334472091107}"/>
                  </a:ext>
                </a:extLst>
              </p:cNvPr>
              <p:cNvSpPr/>
              <p:nvPr/>
            </p:nvSpPr>
            <p:spPr>
              <a:xfrm>
                <a:off x="816276" y="2558758"/>
                <a:ext cx="149549" cy="149544"/>
              </a:xfrm>
              <a:custGeom>
                <a:avLst/>
                <a:gdLst>
                  <a:gd name="connsiteX0" fmla="*/ 69772 w 149549"/>
                  <a:gd name="connsiteY0" fmla="*/ 49309 h 149544"/>
                  <a:gd name="connsiteX1" fmla="*/ 24603 w 149549"/>
                  <a:gd name="connsiteY1" fmla="*/ 4214 h 149544"/>
                  <a:gd name="connsiteX2" fmla="*/ 4214 w 149549"/>
                  <a:gd name="connsiteY2" fmla="*/ 4214 h 149544"/>
                  <a:gd name="connsiteX3" fmla="*/ 4214 w 149549"/>
                  <a:gd name="connsiteY3" fmla="*/ 24603 h 149544"/>
                  <a:gd name="connsiteX4" fmla="*/ 49346 w 149549"/>
                  <a:gd name="connsiteY4" fmla="*/ 69698 h 149544"/>
                  <a:gd name="connsiteX5" fmla="*/ 58127 w 149549"/>
                  <a:gd name="connsiteY5" fmla="*/ 133918 h 149544"/>
                  <a:gd name="connsiteX6" fmla="*/ 96004 w 149549"/>
                  <a:gd name="connsiteY6" fmla="*/ 149544 h 149544"/>
                  <a:gd name="connsiteX7" fmla="*/ 133881 w 149549"/>
                  <a:gd name="connsiteY7" fmla="*/ 133918 h 149544"/>
                  <a:gd name="connsiteX8" fmla="*/ 133881 w 149549"/>
                  <a:gd name="connsiteY8" fmla="*/ 58090 h 149544"/>
                  <a:gd name="connsiteX9" fmla="*/ 69773 w 149549"/>
                  <a:gd name="connsiteY9" fmla="*/ 49309 h 149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9549" h="149544">
                    <a:moveTo>
                      <a:pt x="69772" y="49309"/>
                    </a:moveTo>
                    <a:lnTo>
                      <a:pt x="24603" y="4214"/>
                    </a:lnTo>
                    <a:cubicBezTo>
                      <a:pt x="18947" y="-1405"/>
                      <a:pt x="9869" y="-1405"/>
                      <a:pt x="4214" y="4214"/>
                    </a:cubicBezTo>
                    <a:cubicBezTo>
                      <a:pt x="-1405" y="9869"/>
                      <a:pt x="-1405" y="18948"/>
                      <a:pt x="4214" y="24603"/>
                    </a:cubicBezTo>
                    <a:lnTo>
                      <a:pt x="49346" y="69698"/>
                    </a:lnTo>
                    <a:cubicBezTo>
                      <a:pt x="37849" y="90087"/>
                      <a:pt x="40788" y="116505"/>
                      <a:pt x="58127" y="133918"/>
                    </a:cubicBezTo>
                    <a:cubicBezTo>
                      <a:pt x="68545" y="144336"/>
                      <a:pt x="82275" y="149544"/>
                      <a:pt x="96004" y="149544"/>
                    </a:cubicBezTo>
                    <a:cubicBezTo>
                      <a:pt x="109733" y="149544"/>
                      <a:pt x="123463" y="144335"/>
                      <a:pt x="133881" y="133918"/>
                    </a:cubicBezTo>
                    <a:cubicBezTo>
                      <a:pt x="154754" y="113007"/>
                      <a:pt x="154791" y="79000"/>
                      <a:pt x="133881" y="58090"/>
                    </a:cubicBezTo>
                    <a:cubicBezTo>
                      <a:pt x="116580" y="40752"/>
                      <a:pt x="90163" y="37812"/>
                      <a:pt x="69773" y="49309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9">
                <a:extLst>
                  <a:ext uri="{FF2B5EF4-FFF2-40B4-BE49-F238E27FC236}">
                    <a16:creationId xmlns:a16="http://schemas.microsoft.com/office/drawing/2014/main" id="{2A4CCD7D-CCC0-9D13-05E0-8D25E2AC95EF}"/>
                  </a:ext>
                </a:extLst>
              </p:cNvPr>
              <p:cNvSpPr/>
              <p:nvPr/>
            </p:nvSpPr>
            <p:spPr>
              <a:xfrm>
                <a:off x="580919" y="2639950"/>
                <a:ext cx="107193" cy="183467"/>
              </a:xfrm>
              <a:custGeom>
                <a:avLst/>
                <a:gdLst>
                  <a:gd name="connsiteX0" fmla="*/ 68014 w 107193"/>
                  <a:gd name="connsiteY0" fmla="*/ 78283 h 183467"/>
                  <a:gd name="connsiteX1" fmla="*/ 68014 w 107193"/>
                  <a:gd name="connsiteY1" fmla="*/ 14436 h 183467"/>
                  <a:gd name="connsiteX2" fmla="*/ 53578 w 107193"/>
                  <a:gd name="connsiteY2" fmla="*/ 0 h 183467"/>
                  <a:gd name="connsiteX3" fmla="*/ 39142 w 107193"/>
                  <a:gd name="connsiteY3" fmla="*/ 14436 h 183467"/>
                  <a:gd name="connsiteX4" fmla="*/ 39142 w 107193"/>
                  <a:gd name="connsiteY4" fmla="*/ 78283 h 183467"/>
                  <a:gd name="connsiteX5" fmla="*/ 0 w 107193"/>
                  <a:gd name="connsiteY5" fmla="*/ 129852 h 183467"/>
                  <a:gd name="connsiteX6" fmla="*/ 53578 w 107193"/>
                  <a:gd name="connsiteY6" fmla="*/ 183468 h 183467"/>
                  <a:gd name="connsiteX7" fmla="*/ 107193 w 107193"/>
                  <a:gd name="connsiteY7" fmla="*/ 129852 h 183467"/>
                  <a:gd name="connsiteX8" fmla="*/ 68014 w 107193"/>
                  <a:gd name="connsiteY8" fmla="*/ 78283 h 183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7193" h="183467">
                    <a:moveTo>
                      <a:pt x="68014" y="78283"/>
                    </a:moveTo>
                    <a:lnTo>
                      <a:pt x="68014" y="14436"/>
                    </a:lnTo>
                    <a:cubicBezTo>
                      <a:pt x="68014" y="6474"/>
                      <a:pt x="61540" y="0"/>
                      <a:pt x="53578" y="0"/>
                    </a:cubicBezTo>
                    <a:cubicBezTo>
                      <a:pt x="45616" y="0"/>
                      <a:pt x="39142" y="6474"/>
                      <a:pt x="39142" y="14436"/>
                    </a:cubicBezTo>
                    <a:lnTo>
                      <a:pt x="39142" y="78283"/>
                    </a:lnTo>
                    <a:cubicBezTo>
                      <a:pt x="16594" y="84608"/>
                      <a:pt x="0" y="105295"/>
                      <a:pt x="0" y="129852"/>
                    </a:cubicBezTo>
                    <a:cubicBezTo>
                      <a:pt x="0" y="159395"/>
                      <a:pt x="24035" y="183468"/>
                      <a:pt x="53578" y="183468"/>
                    </a:cubicBezTo>
                    <a:cubicBezTo>
                      <a:pt x="83121" y="183468"/>
                      <a:pt x="107193" y="159432"/>
                      <a:pt x="107193" y="129852"/>
                    </a:cubicBezTo>
                    <a:cubicBezTo>
                      <a:pt x="107193" y="105333"/>
                      <a:pt x="90599" y="84572"/>
                      <a:pt x="68014" y="7828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20">
                <a:extLst>
                  <a:ext uri="{FF2B5EF4-FFF2-40B4-BE49-F238E27FC236}">
                    <a16:creationId xmlns:a16="http://schemas.microsoft.com/office/drawing/2014/main" id="{6FC1A792-FB2D-BFBF-F5B2-14DF6A3CA4D5}"/>
                  </a:ext>
                </a:extLst>
              </p:cNvPr>
              <p:cNvSpPr/>
              <p:nvPr/>
            </p:nvSpPr>
            <p:spPr>
              <a:xfrm>
                <a:off x="303127" y="2558725"/>
                <a:ext cx="149610" cy="149535"/>
              </a:xfrm>
              <a:custGeom>
                <a:avLst/>
                <a:gdLst>
                  <a:gd name="connsiteX0" fmla="*/ 124979 w 149610"/>
                  <a:gd name="connsiteY0" fmla="*/ 4242 h 149535"/>
                  <a:gd name="connsiteX1" fmla="*/ 79846 w 149610"/>
                  <a:gd name="connsiteY1" fmla="*/ 49337 h 149535"/>
                  <a:gd name="connsiteX2" fmla="*/ 15627 w 149610"/>
                  <a:gd name="connsiteY2" fmla="*/ 58118 h 149535"/>
                  <a:gd name="connsiteX3" fmla="*/ 15627 w 149610"/>
                  <a:gd name="connsiteY3" fmla="*/ 133871 h 149535"/>
                  <a:gd name="connsiteX4" fmla="*/ 15664 w 149610"/>
                  <a:gd name="connsiteY4" fmla="*/ 133908 h 149535"/>
                  <a:gd name="connsiteX5" fmla="*/ 53541 w 149610"/>
                  <a:gd name="connsiteY5" fmla="*/ 149535 h 149535"/>
                  <a:gd name="connsiteX6" fmla="*/ 91493 w 149610"/>
                  <a:gd name="connsiteY6" fmla="*/ 133908 h 149535"/>
                  <a:gd name="connsiteX7" fmla="*/ 100236 w 149610"/>
                  <a:gd name="connsiteY7" fmla="*/ 69763 h 149535"/>
                  <a:gd name="connsiteX8" fmla="*/ 145369 w 149610"/>
                  <a:gd name="connsiteY8" fmla="*/ 24631 h 149535"/>
                  <a:gd name="connsiteX9" fmla="*/ 145369 w 149610"/>
                  <a:gd name="connsiteY9" fmla="*/ 4242 h 149535"/>
                  <a:gd name="connsiteX10" fmla="*/ 124979 w 149610"/>
                  <a:gd name="connsiteY10" fmla="*/ 4242 h 149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610" h="149535">
                    <a:moveTo>
                      <a:pt x="124979" y="4242"/>
                    </a:moveTo>
                    <a:lnTo>
                      <a:pt x="79846" y="49337"/>
                    </a:lnTo>
                    <a:cubicBezTo>
                      <a:pt x="59457" y="37877"/>
                      <a:pt x="33040" y="40779"/>
                      <a:pt x="15627" y="58118"/>
                    </a:cubicBezTo>
                    <a:cubicBezTo>
                      <a:pt x="-5209" y="79028"/>
                      <a:pt x="-5209" y="112998"/>
                      <a:pt x="15627" y="133871"/>
                    </a:cubicBezTo>
                    <a:cubicBezTo>
                      <a:pt x="15627" y="133871"/>
                      <a:pt x="15627" y="133908"/>
                      <a:pt x="15664" y="133908"/>
                    </a:cubicBezTo>
                    <a:cubicBezTo>
                      <a:pt x="26083" y="144327"/>
                      <a:pt x="39849" y="149535"/>
                      <a:pt x="53541" y="149535"/>
                    </a:cubicBezTo>
                    <a:cubicBezTo>
                      <a:pt x="67233" y="149535"/>
                      <a:pt x="81000" y="144326"/>
                      <a:pt x="91493" y="133908"/>
                    </a:cubicBezTo>
                    <a:cubicBezTo>
                      <a:pt x="108757" y="116570"/>
                      <a:pt x="111733" y="90191"/>
                      <a:pt x="100236" y="69763"/>
                    </a:cubicBezTo>
                    <a:lnTo>
                      <a:pt x="145369" y="24631"/>
                    </a:lnTo>
                    <a:cubicBezTo>
                      <a:pt x="151024" y="18975"/>
                      <a:pt x="151024" y="9897"/>
                      <a:pt x="145369" y="4242"/>
                    </a:cubicBezTo>
                    <a:cubicBezTo>
                      <a:pt x="139750" y="-1414"/>
                      <a:pt x="130634" y="-1414"/>
                      <a:pt x="124979" y="424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21">
                <a:extLst>
                  <a:ext uri="{FF2B5EF4-FFF2-40B4-BE49-F238E27FC236}">
                    <a16:creationId xmlns:a16="http://schemas.microsoft.com/office/drawing/2014/main" id="{A1EEF09C-FFDE-C8F9-C2E8-0EA5FDF9498B}"/>
                  </a:ext>
                </a:extLst>
              </p:cNvPr>
              <p:cNvSpPr/>
              <p:nvPr/>
            </p:nvSpPr>
            <p:spPr>
              <a:xfrm>
                <a:off x="188045" y="2323322"/>
                <a:ext cx="183430" cy="107193"/>
              </a:xfrm>
              <a:custGeom>
                <a:avLst/>
                <a:gdLst>
                  <a:gd name="connsiteX0" fmla="*/ 168994 w 183430"/>
                  <a:gd name="connsiteY0" fmla="*/ 68051 h 107193"/>
                  <a:gd name="connsiteX1" fmla="*/ 183431 w 183430"/>
                  <a:gd name="connsiteY1" fmla="*/ 53615 h 107193"/>
                  <a:gd name="connsiteX2" fmla="*/ 168994 w 183430"/>
                  <a:gd name="connsiteY2" fmla="*/ 39179 h 107193"/>
                  <a:gd name="connsiteX3" fmla="*/ 105147 w 183430"/>
                  <a:gd name="connsiteY3" fmla="*/ 39179 h 107193"/>
                  <a:gd name="connsiteX4" fmla="*/ 53578 w 183430"/>
                  <a:gd name="connsiteY4" fmla="*/ 0 h 107193"/>
                  <a:gd name="connsiteX5" fmla="*/ 0 w 183430"/>
                  <a:gd name="connsiteY5" fmla="*/ 53615 h 107193"/>
                  <a:gd name="connsiteX6" fmla="*/ 53578 w 183430"/>
                  <a:gd name="connsiteY6" fmla="*/ 107193 h 107193"/>
                  <a:gd name="connsiteX7" fmla="*/ 105147 w 183430"/>
                  <a:gd name="connsiteY7" fmla="*/ 68051 h 107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3430" h="107193">
                    <a:moveTo>
                      <a:pt x="168994" y="68051"/>
                    </a:moveTo>
                    <a:cubicBezTo>
                      <a:pt x="176957" y="68051"/>
                      <a:pt x="183431" y="61577"/>
                      <a:pt x="183431" y="53615"/>
                    </a:cubicBezTo>
                    <a:cubicBezTo>
                      <a:pt x="183431" y="45653"/>
                      <a:pt x="176957" y="39179"/>
                      <a:pt x="168994" y="39179"/>
                    </a:cubicBezTo>
                    <a:lnTo>
                      <a:pt x="105147" y="39179"/>
                    </a:lnTo>
                    <a:cubicBezTo>
                      <a:pt x="98859" y="16632"/>
                      <a:pt x="78135" y="0"/>
                      <a:pt x="53578" y="0"/>
                    </a:cubicBezTo>
                    <a:cubicBezTo>
                      <a:pt x="24035" y="0"/>
                      <a:pt x="0" y="24035"/>
                      <a:pt x="0" y="53615"/>
                    </a:cubicBezTo>
                    <a:cubicBezTo>
                      <a:pt x="0" y="83158"/>
                      <a:pt x="24035" y="107193"/>
                      <a:pt x="53578" y="107193"/>
                    </a:cubicBezTo>
                    <a:cubicBezTo>
                      <a:pt x="78135" y="107193"/>
                      <a:pt x="98859" y="90599"/>
                      <a:pt x="105147" y="680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22">
                <a:extLst>
                  <a:ext uri="{FF2B5EF4-FFF2-40B4-BE49-F238E27FC236}">
                    <a16:creationId xmlns:a16="http://schemas.microsoft.com/office/drawing/2014/main" id="{49FCA65A-2DE3-D546-B207-DDE3B1097B33}"/>
                  </a:ext>
                </a:extLst>
              </p:cNvPr>
              <p:cNvSpPr/>
              <p:nvPr/>
            </p:nvSpPr>
            <p:spPr>
              <a:xfrm>
                <a:off x="303162" y="2045550"/>
                <a:ext cx="149535" cy="149627"/>
              </a:xfrm>
              <a:custGeom>
                <a:avLst/>
                <a:gdLst>
                  <a:gd name="connsiteX0" fmla="*/ 100235 w 149535"/>
                  <a:gd name="connsiteY0" fmla="*/ 79828 h 149627"/>
                  <a:gd name="connsiteX1" fmla="*/ 91455 w 149535"/>
                  <a:gd name="connsiteY1" fmla="*/ 15683 h 149627"/>
                  <a:gd name="connsiteX2" fmla="*/ 15627 w 149535"/>
                  <a:gd name="connsiteY2" fmla="*/ 15683 h 149627"/>
                  <a:gd name="connsiteX3" fmla="*/ 15627 w 149535"/>
                  <a:gd name="connsiteY3" fmla="*/ 91436 h 149627"/>
                  <a:gd name="connsiteX4" fmla="*/ 53504 w 149535"/>
                  <a:gd name="connsiteY4" fmla="*/ 107137 h 149627"/>
                  <a:gd name="connsiteX5" fmla="*/ 79809 w 149535"/>
                  <a:gd name="connsiteY5" fmla="*/ 100254 h 149627"/>
                  <a:gd name="connsiteX6" fmla="*/ 124904 w 149535"/>
                  <a:gd name="connsiteY6" fmla="*/ 145386 h 149627"/>
                  <a:gd name="connsiteX7" fmla="*/ 135099 w 149535"/>
                  <a:gd name="connsiteY7" fmla="*/ 149628 h 149627"/>
                  <a:gd name="connsiteX8" fmla="*/ 145294 w 149535"/>
                  <a:gd name="connsiteY8" fmla="*/ 145386 h 149627"/>
                  <a:gd name="connsiteX9" fmla="*/ 145294 w 149535"/>
                  <a:gd name="connsiteY9" fmla="*/ 124997 h 14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9535" h="149627">
                    <a:moveTo>
                      <a:pt x="100235" y="79828"/>
                    </a:moveTo>
                    <a:cubicBezTo>
                      <a:pt x="111695" y="59439"/>
                      <a:pt x="108793" y="33058"/>
                      <a:pt x="91455" y="15683"/>
                    </a:cubicBezTo>
                    <a:cubicBezTo>
                      <a:pt x="70544" y="-5228"/>
                      <a:pt x="36537" y="-5228"/>
                      <a:pt x="15627" y="15683"/>
                    </a:cubicBezTo>
                    <a:cubicBezTo>
                      <a:pt x="-5209" y="36593"/>
                      <a:pt x="-5209" y="70563"/>
                      <a:pt x="15627" y="91436"/>
                    </a:cubicBezTo>
                    <a:cubicBezTo>
                      <a:pt x="26045" y="101854"/>
                      <a:pt x="39812" y="107137"/>
                      <a:pt x="53504" y="107137"/>
                    </a:cubicBezTo>
                    <a:cubicBezTo>
                      <a:pt x="62583" y="107137"/>
                      <a:pt x="71661" y="104830"/>
                      <a:pt x="79809" y="100254"/>
                    </a:cubicBezTo>
                    <a:lnTo>
                      <a:pt x="124904" y="145386"/>
                    </a:lnTo>
                    <a:cubicBezTo>
                      <a:pt x="127732" y="148214"/>
                      <a:pt x="131416" y="149628"/>
                      <a:pt x="135099" y="149628"/>
                    </a:cubicBezTo>
                    <a:cubicBezTo>
                      <a:pt x="138782" y="149628"/>
                      <a:pt x="142466" y="148214"/>
                      <a:pt x="145294" y="145386"/>
                    </a:cubicBezTo>
                    <a:cubicBezTo>
                      <a:pt x="150949" y="139768"/>
                      <a:pt x="150949" y="130652"/>
                      <a:pt x="145294" y="1249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E823FD6-D939-5461-235E-28412E0678D5}"/>
              </a:ext>
            </a:extLst>
          </p:cNvPr>
          <p:cNvGrpSpPr/>
          <p:nvPr/>
        </p:nvGrpSpPr>
        <p:grpSpPr>
          <a:xfrm>
            <a:off x="5504895" y="1389875"/>
            <a:ext cx="5030799" cy="4770397"/>
            <a:chOff x="3227675" y="1466764"/>
            <a:chExt cx="5030799" cy="4770397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582F68A3-CDD8-92AF-CD2D-F0D54C21B9CA}"/>
                </a:ext>
              </a:extLst>
            </p:cNvPr>
            <p:cNvSpPr/>
            <p:nvPr/>
          </p:nvSpPr>
          <p:spPr>
            <a:xfrm flipH="1">
              <a:off x="3227675" y="1466764"/>
              <a:ext cx="5030799" cy="4770397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E23D9B5-10C9-3B8A-271B-FB91C40D99DD}"/>
                </a:ext>
              </a:extLst>
            </p:cNvPr>
            <p:cNvSpPr txBox="1"/>
            <p:nvPr/>
          </p:nvSpPr>
          <p:spPr>
            <a:xfrm>
              <a:off x="3309290" y="1573557"/>
              <a:ext cx="21229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600" dirty="0" err="1"/>
                <a:t>Esquema</a:t>
              </a:r>
              <a:r>
                <a:rPr lang="en-US" sz="1600" dirty="0"/>
                <a:t> do </a:t>
              </a:r>
              <a:r>
                <a:rPr lang="en-US" sz="1600" dirty="0" err="1"/>
                <a:t>Grafo</a:t>
              </a:r>
              <a:endParaRPr lang="en-US" sz="1600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7E4D84D-3955-71EE-5049-266706B0243C}"/>
                </a:ext>
              </a:extLst>
            </p:cNvPr>
            <p:cNvCxnSpPr>
              <a:cxnSpLocks/>
              <a:stCxn id="60" idx="3"/>
              <a:endCxn id="57" idx="1"/>
            </p:cNvCxnSpPr>
            <p:nvPr/>
          </p:nvCxnSpPr>
          <p:spPr>
            <a:xfrm>
              <a:off x="4438916" y="2604469"/>
              <a:ext cx="630991" cy="711969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FB69A65-B871-BA9E-45F3-51D58C03E66C}"/>
                </a:ext>
              </a:extLst>
            </p:cNvPr>
            <p:cNvCxnSpPr>
              <a:cxnSpLocks/>
              <a:stCxn id="60" idx="2"/>
              <a:endCxn id="59" idx="1"/>
            </p:cNvCxnSpPr>
            <p:nvPr/>
          </p:nvCxnSpPr>
          <p:spPr>
            <a:xfrm>
              <a:off x="4269639" y="2773746"/>
              <a:ext cx="1993107" cy="2171994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4382944-1B3F-AE11-8DAB-4B252E01BECD}"/>
                </a:ext>
              </a:extLst>
            </p:cNvPr>
            <p:cNvCxnSpPr>
              <a:cxnSpLocks/>
              <a:stCxn id="61" idx="2"/>
              <a:endCxn id="58" idx="7"/>
            </p:cNvCxnSpPr>
            <p:nvPr/>
          </p:nvCxnSpPr>
          <p:spPr>
            <a:xfrm flipH="1">
              <a:off x="6911132" y="2685514"/>
              <a:ext cx="560448" cy="685589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EF9C594-3163-507C-CCCA-71DF3BEAB1B4}"/>
                </a:ext>
              </a:extLst>
            </p:cNvPr>
            <p:cNvCxnSpPr>
              <a:cxnSpLocks/>
              <a:stCxn id="62" idx="5"/>
              <a:endCxn id="58" idx="3"/>
            </p:cNvCxnSpPr>
            <p:nvPr/>
          </p:nvCxnSpPr>
          <p:spPr>
            <a:xfrm flipV="1">
              <a:off x="4394904" y="3602546"/>
              <a:ext cx="2284785" cy="113706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43C7BA4-3426-FC12-96F0-3800564FEBB7}"/>
                </a:ext>
              </a:extLst>
            </p:cNvPr>
            <p:cNvCxnSpPr>
              <a:cxnSpLocks/>
              <a:stCxn id="59" idx="2"/>
              <a:endCxn id="62" idx="4"/>
            </p:cNvCxnSpPr>
            <p:nvPr/>
          </p:nvCxnSpPr>
          <p:spPr>
            <a:xfrm flipH="1" flipV="1">
              <a:off x="4493085" y="4908884"/>
              <a:ext cx="1732805" cy="125834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9BE3C31-D78B-8213-56A7-7E0A10BDBE5F}"/>
                </a:ext>
              </a:extLst>
            </p:cNvPr>
            <p:cNvCxnSpPr>
              <a:cxnSpLocks/>
              <a:stCxn id="57" idx="4"/>
              <a:endCxn id="62" idx="0"/>
            </p:cNvCxnSpPr>
            <p:nvPr/>
          </p:nvCxnSpPr>
          <p:spPr>
            <a:xfrm flipH="1">
              <a:off x="4296724" y="3694529"/>
              <a:ext cx="929794" cy="8758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Arc 89">
              <a:extLst>
                <a:ext uri="{FF2B5EF4-FFF2-40B4-BE49-F238E27FC236}">
                  <a16:creationId xmlns:a16="http://schemas.microsoft.com/office/drawing/2014/main" id="{16BC9C80-2F24-090B-2EAB-E1809EE61966}"/>
                </a:ext>
              </a:extLst>
            </p:cNvPr>
            <p:cNvSpPr/>
            <p:nvPr/>
          </p:nvSpPr>
          <p:spPr>
            <a:xfrm>
              <a:off x="5253603" y="3219093"/>
              <a:ext cx="1524266" cy="542692"/>
            </a:xfrm>
            <a:prstGeom prst="arc">
              <a:avLst>
                <a:gd name="adj1" fmla="val 11476644"/>
                <a:gd name="adj2" fmla="val 21489849"/>
              </a:avLst>
            </a:prstGeom>
            <a:ln>
              <a:solidFill>
                <a:srgbClr val="CC9BFA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EC4899"/>
                </a:solidFill>
              </a:endParaRPr>
            </a:p>
          </p:txBody>
        </p:sp>
        <p:sp>
          <p:nvSpPr>
            <p:cNvPr id="112" name="Arc 111">
              <a:extLst>
                <a:ext uri="{FF2B5EF4-FFF2-40B4-BE49-F238E27FC236}">
                  <a16:creationId xmlns:a16="http://schemas.microsoft.com/office/drawing/2014/main" id="{A97F4D53-BEFA-4BFD-DB00-D6B796FF0BA6}"/>
                </a:ext>
              </a:extLst>
            </p:cNvPr>
            <p:cNvSpPr/>
            <p:nvPr/>
          </p:nvSpPr>
          <p:spPr>
            <a:xfrm rot="2903126">
              <a:off x="4759032" y="3876895"/>
              <a:ext cx="1905223" cy="791549"/>
            </a:xfrm>
            <a:prstGeom prst="arc">
              <a:avLst>
                <a:gd name="adj1" fmla="val 11476644"/>
                <a:gd name="adj2" fmla="val 21489849"/>
              </a:avLst>
            </a:prstGeom>
            <a:ln>
              <a:solidFill>
                <a:srgbClr val="CC9BFA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99965C0-A2D7-9261-6B86-296F96F5F912}"/>
                </a:ext>
              </a:extLst>
            </p:cNvPr>
            <p:cNvSpPr/>
            <p:nvPr/>
          </p:nvSpPr>
          <p:spPr>
            <a:xfrm>
              <a:off x="5005037" y="3251568"/>
              <a:ext cx="442961" cy="442961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D1E1EAB-BB6B-2235-F14B-450ABF08C3EC}"/>
                </a:ext>
              </a:extLst>
            </p:cNvPr>
            <p:cNvSpPr/>
            <p:nvPr/>
          </p:nvSpPr>
          <p:spPr>
            <a:xfrm>
              <a:off x="6631756" y="3323170"/>
              <a:ext cx="327309" cy="327309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C2B6457-3BBD-45E3-0182-99FB2048E836}"/>
                </a:ext>
              </a:extLst>
            </p:cNvPr>
            <p:cNvSpPr/>
            <p:nvPr/>
          </p:nvSpPr>
          <p:spPr>
            <a:xfrm>
              <a:off x="6225890" y="4908884"/>
              <a:ext cx="251667" cy="251667"/>
            </a:xfrm>
            <a:prstGeom prst="ellipse">
              <a:avLst/>
            </a:prstGeom>
            <a:solidFill>
              <a:srgbClr val="93C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70DEFA46-BF8D-DDF8-1062-1D5D7F32C095}"/>
                </a:ext>
              </a:extLst>
            </p:cNvPr>
            <p:cNvSpPr/>
            <p:nvPr/>
          </p:nvSpPr>
          <p:spPr>
            <a:xfrm>
              <a:off x="4100362" y="2435192"/>
              <a:ext cx="338554" cy="338554"/>
            </a:xfrm>
            <a:prstGeom prst="roundRect">
              <a:avLst/>
            </a:prstGeom>
            <a:solidFill>
              <a:srgbClr val="F973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C1CB0DF8-3495-0CA8-9FC7-642E23BB2A38}"/>
                </a:ext>
              </a:extLst>
            </p:cNvPr>
            <p:cNvSpPr/>
            <p:nvPr/>
          </p:nvSpPr>
          <p:spPr>
            <a:xfrm>
              <a:off x="7302303" y="2346960"/>
              <a:ext cx="338554" cy="338554"/>
            </a:xfrm>
            <a:prstGeom prst="roundRect">
              <a:avLst/>
            </a:prstGeom>
            <a:solidFill>
              <a:srgbClr val="FDBA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A713EDCF-9D7A-24B6-543E-E9767A3FEC4E}"/>
                </a:ext>
              </a:extLst>
            </p:cNvPr>
            <p:cNvSpPr/>
            <p:nvPr/>
          </p:nvSpPr>
          <p:spPr>
            <a:xfrm>
              <a:off x="4100362" y="4570330"/>
              <a:ext cx="392723" cy="338554"/>
            </a:xfrm>
            <a:prstGeom prst="triangle">
              <a:avLst/>
            </a:prstGeom>
            <a:solidFill>
              <a:srgbClr val="22C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E008B7D-0EA6-9102-2E95-A97BABD540EC}"/>
                </a:ext>
              </a:extLst>
            </p:cNvPr>
            <p:cNvSpPr txBox="1"/>
            <p:nvPr/>
          </p:nvSpPr>
          <p:spPr>
            <a:xfrm>
              <a:off x="4058279" y="5814901"/>
              <a:ext cx="9631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100" b="0" dirty="0" err="1">
                  <a:solidFill>
                    <a:schemeClr val="bg1">
                      <a:lumMod val="50000"/>
                    </a:schemeClr>
                  </a:solidFill>
                </a:rPr>
                <a:t>Estudante</a:t>
              </a:r>
              <a:endParaRPr lang="en-US" sz="1100" b="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55A01C6-28B2-96CC-F143-8C764CA4111F}"/>
                </a:ext>
              </a:extLst>
            </p:cNvPr>
            <p:cNvSpPr txBox="1"/>
            <p:nvPr/>
          </p:nvSpPr>
          <p:spPr>
            <a:xfrm>
              <a:off x="5614419" y="5814901"/>
              <a:ext cx="9631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pt-BR" sz="1100" b="0" dirty="0">
                  <a:solidFill>
                    <a:schemeClr val="bg1">
                      <a:lumMod val="50000"/>
                    </a:schemeClr>
                  </a:solidFill>
                </a:rPr>
                <a:t>V</a:t>
              </a:r>
              <a:r>
                <a:rPr lang="en-US" sz="1100" b="0" dirty="0" err="1">
                  <a:solidFill>
                    <a:schemeClr val="bg1">
                      <a:lumMod val="50000"/>
                    </a:schemeClr>
                  </a:solidFill>
                </a:rPr>
                <a:t>ar</a:t>
              </a:r>
              <a:r>
                <a:rPr lang="en-US" sz="1100" b="0" dirty="0">
                  <a:solidFill>
                    <a:schemeClr val="bg1">
                      <a:lumMod val="50000"/>
                    </a:schemeClr>
                  </a:solidFill>
                </a:rPr>
                <a:t> Renda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89CD49CD-8909-2BE3-B2EA-A5272FCE3ADB}"/>
                </a:ext>
              </a:extLst>
            </p:cNvPr>
            <p:cNvSpPr txBox="1"/>
            <p:nvPr/>
          </p:nvSpPr>
          <p:spPr>
            <a:xfrm>
              <a:off x="7170559" y="5814901"/>
              <a:ext cx="9631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pt-BR" sz="1100" b="0" dirty="0">
                  <a:solidFill>
                    <a:schemeClr val="bg1">
                      <a:lumMod val="50000"/>
                    </a:schemeClr>
                  </a:solidFill>
                </a:rPr>
                <a:t>V</a:t>
              </a:r>
              <a:r>
                <a:rPr lang="en-US" sz="1100" b="0" dirty="0" err="1">
                  <a:solidFill>
                    <a:schemeClr val="bg1">
                      <a:lumMod val="50000"/>
                    </a:schemeClr>
                  </a:solidFill>
                </a:rPr>
                <a:t>ar</a:t>
              </a:r>
              <a:r>
                <a:rPr lang="en-US" sz="1100" b="0" dirty="0">
                  <a:solidFill>
                    <a:schemeClr val="bg1">
                      <a:lumMod val="50000"/>
                    </a:schemeClr>
                  </a:solidFill>
                </a:rPr>
                <a:t> Escola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1239D38-41DC-C8F3-C024-B5E3B0539348}"/>
                </a:ext>
              </a:extLst>
            </p:cNvPr>
            <p:cNvSpPr txBox="1"/>
            <p:nvPr/>
          </p:nvSpPr>
          <p:spPr>
            <a:xfrm>
              <a:off x="5780504" y="2918207"/>
              <a:ext cx="6309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pPr algn="ctr"/>
              <a:r>
                <a:rPr lang="en-US" sz="1400" b="0" dirty="0">
                  <a:solidFill>
                    <a:srgbClr val="CC9BFA"/>
                  </a:solidFill>
                </a:rPr>
                <a:t>K-NN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0495BAD9-CC10-0BFA-211B-A7D2B96684AF}"/>
                </a:ext>
              </a:extLst>
            </p:cNvPr>
            <p:cNvSpPr txBox="1"/>
            <p:nvPr/>
          </p:nvSpPr>
          <p:spPr>
            <a:xfrm>
              <a:off x="4824763" y="2923403"/>
              <a:ext cx="9631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100" b="0" dirty="0" err="1"/>
                <a:t>Estudante</a:t>
              </a:r>
              <a:r>
                <a:rPr lang="en-US" sz="1100" b="0" dirty="0"/>
                <a:t> A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39F4DE2-FD08-C611-5166-AED6B2162B11}"/>
                </a:ext>
              </a:extLst>
            </p:cNvPr>
            <p:cNvSpPr txBox="1"/>
            <p:nvPr/>
          </p:nvSpPr>
          <p:spPr>
            <a:xfrm>
              <a:off x="6680837" y="3662558"/>
              <a:ext cx="9631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en-US" sz="1100" b="0" dirty="0" err="1"/>
                <a:t>Estudante</a:t>
              </a:r>
              <a:r>
                <a:rPr lang="en-US" sz="1100" b="0" dirty="0"/>
                <a:t> B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9B0CC20-00F4-06D6-00C2-28F8F8EEE287}"/>
                </a:ext>
              </a:extLst>
            </p:cNvPr>
            <p:cNvSpPr txBox="1"/>
            <p:nvPr/>
          </p:nvSpPr>
          <p:spPr>
            <a:xfrm>
              <a:off x="6989999" y="2046878"/>
              <a:ext cx="9631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pPr algn="ctr"/>
              <a:r>
                <a:rPr lang="en-US" sz="1100" b="0" dirty="0"/>
                <a:t>Renda B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3F098661-9558-75FF-00E4-2B4B3EE1CD89}"/>
                </a:ext>
              </a:extLst>
            </p:cNvPr>
            <p:cNvSpPr txBox="1"/>
            <p:nvPr/>
          </p:nvSpPr>
          <p:spPr>
            <a:xfrm>
              <a:off x="3492591" y="2791512"/>
              <a:ext cx="9631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pPr algn="ctr"/>
              <a:r>
                <a:rPr lang="en-US" sz="1100" b="0" dirty="0"/>
                <a:t>Renda C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05CC9AC3-11A7-97D6-25A0-775E002EFDAB}"/>
                </a:ext>
              </a:extLst>
            </p:cNvPr>
            <p:cNvSpPr txBox="1"/>
            <p:nvPr/>
          </p:nvSpPr>
          <p:spPr>
            <a:xfrm>
              <a:off x="3701726" y="4955670"/>
              <a:ext cx="96316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pPr algn="ctr"/>
              <a:r>
                <a:rPr lang="en-US" sz="1100" b="0" dirty="0"/>
                <a:t>Escola Pública</a:t>
              </a:r>
            </a:p>
          </p:txBody>
        </p:sp>
        <p:sp>
          <p:nvSpPr>
            <p:cNvPr id="132" name="Isosceles Triangle 131">
              <a:extLst>
                <a:ext uri="{FF2B5EF4-FFF2-40B4-BE49-F238E27FC236}">
                  <a16:creationId xmlns:a16="http://schemas.microsoft.com/office/drawing/2014/main" id="{AA8D8EC4-0AE1-DDC3-BDA0-435770D78676}"/>
                </a:ext>
              </a:extLst>
            </p:cNvPr>
            <p:cNvSpPr/>
            <p:nvPr/>
          </p:nvSpPr>
          <p:spPr>
            <a:xfrm>
              <a:off x="7431477" y="4260068"/>
              <a:ext cx="392723" cy="338554"/>
            </a:xfrm>
            <a:prstGeom prst="triangl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810AADC-6920-5625-3798-A778C6E73427}"/>
                </a:ext>
              </a:extLst>
            </p:cNvPr>
            <p:cNvSpPr txBox="1"/>
            <p:nvPr/>
          </p:nvSpPr>
          <p:spPr>
            <a:xfrm>
              <a:off x="7117535" y="4667380"/>
              <a:ext cx="96316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pPr algn="ctr"/>
              <a:r>
                <a:rPr lang="en-US" sz="1100" b="0" dirty="0"/>
                <a:t>Escola Particular</a:t>
              </a:r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EA55E421-C7A5-8579-8C64-20EB5329C5CD}"/>
                </a:ext>
              </a:extLst>
            </p:cNvPr>
            <p:cNvSpPr/>
            <p:nvPr/>
          </p:nvSpPr>
          <p:spPr>
            <a:xfrm>
              <a:off x="6959065" y="5842119"/>
              <a:ext cx="240323" cy="207175"/>
            </a:xfrm>
            <a:prstGeom prst="triangl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A22E0EC-4C62-F785-DAFE-FDE9B6A36ECE}"/>
                </a:ext>
              </a:extLst>
            </p:cNvPr>
            <p:cNvSpPr/>
            <p:nvPr/>
          </p:nvSpPr>
          <p:spPr>
            <a:xfrm>
              <a:off x="5402925" y="5841306"/>
              <a:ext cx="208800" cy="208800"/>
            </a:xfrm>
            <a:prstGeom prst="roundRect">
              <a:avLst/>
            </a:prstGeom>
            <a:solidFill>
              <a:srgbClr val="FDBA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75FFEFE-F68B-3A72-0BBF-F41A939B57EC}"/>
                </a:ext>
              </a:extLst>
            </p:cNvPr>
            <p:cNvSpPr/>
            <p:nvPr/>
          </p:nvSpPr>
          <p:spPr>
            <a:xfrm>
              <a:off x="3835661" y="5841306"/>
              <a:ext cx="208800" cy="208800"/>
            </a:xfrm>
            <a:prstGeom prst="ellipse">
              <a:avLst/>
            </a:prstGeom>
            <a:solidFill>
              <a:srgbClr val="93C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0273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C8D20-9001-A14F-439F-27C63561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ADC5F4-C85B-733B-3118-DBE56585A6FF}"/>
              </a:ext>
            </a:extLst>
          </p:cNvPr>
          <p:cNvSpPr txBox="1"/>
          <p:nvPr/>
        </p:nvSpPr>
        <p:spPr>
          <a:xfrm>
            <a:off x="342899" y="502920"/>
            <a:ext cx="10231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Modelo </a:t>
            </a:r>
            <a:r>
              <a:rPr lang="pt-BR" sz="4400" b="1" dirty="0" err="1">
                <a:solidFill>
                  <a:srgbClr val="4F46E5"/>
                </a:solidFill>
              </a:rPr>
              <a:t>HeteroGNN</a:t>
            </a:r>
            <a:r>
              <a:rPr lang="pt-BR" sz="4400" b="1" dirty="0">
                <a:solidFill>
                  <a:srgbClr val="4F46E5"/>
                </a:solidFill>
              </a:rPr>
              <a:t> </a:t>
            </a:r>
            <a:r>
              <a:rPr lang="pt-BR" sz="4400" b="1" dirty="0" err="1">
                <a:solidFill>
                  <a:srgbClr val="4F46E5"/>
                </a:solidFill>
              </a:rPr>
              <a:t>Optimized</a:t>
            </a:r>
            <a:endParaRPr lang="en-US" sz="4400" b="1" dirty="0">
              <a:solidFill>
                <a:srgbClr val="4F46E5"/>
              </a:solidFill>
            </a:endParaRPr>
          </a:p>
        </p:txBody>
      </p: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C1B77BEF-3694-54A9-06F1-10041A204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9</a:t>
            </a:fld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9CE8BFA-484F-E4A6-3C99-ED5B6791FCB9}"/>
              </a:ext>
            </a:extLst>
          </p:cNvPr>
          <p:cNvCxnSpPr>
            <a:cxnSpLocks/>
          </p:cNvCxnSpPr>
          <p:nvPr/>
        </p:nvCxnSpPr>
        <p:spPr>
          <a:xfrm>
            <a:off x="285082" y="6356350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391D8CF-095C-2FB9-42B2-72BC70741F15}"/>
              </a:ext>
            </a:extLst>
          </p:cNvPr>
          <p:cNvCxnSpPr>
            <a:cxnSpLocks/>
          </p:cNvCxnSpPr>
          <p:nvPr/>
        </p:nvCxnSpPr>
        <p:spPr>
          <a:xfrm>
            <a:off x="335882" y="1280146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832AB67-6F2B-8A16-D085-8A866A6D1A1A}"/>
              </a:ext>
            </a:extLst>
          </p:cNvPr>
          <p:cNvGrpSpPr/>
          <p:nvPr/>
        </p:nvGrpSpPr>
        <p:grpSpPr>
          <a:xfrm>
            <a:off x="4178461" y="1399286"/>
            <a:ext cx="7677658" cy="2860185"/>
            <a:chOff x="5438273" y="4013232"/>
            <a:chExt cx="6418996" cy="1971178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E7E7DC48-27C8-487B-E09E-E49398A25015}"/>
                </a:ext>
              </a:extLst>
            </p:cNvPr>
            <p:cNvSpPr/>
            <p:nvPr/>
          </p:nvSpPr>
          <p:spPr>
            <a:xfrm>
              <a:off x="5438273" y="4013232"/>
              <a:ext cx="6418996" cy="1971178"/>
            </a:xfrm>
            <a:prstGeom prst="roundRect">
              <a:avLst>
                <a:gd name="adj" fmla="val 12333"/>
              </a:avLst>
            </a:prstGeom>
            <a:solidFill>
              <a:srgbClr val="2121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880C29D-3E0A-4584-4DC7-EC6CF66567BC}"/>
                </a:ext>
              </a:extLst>
            </p:cNvPr>
            <p:cNvSpPr txBox="1"/>
            <p:nvPr/>
          </p:nvSpPr>
          <p:spPr>
            <a:xfrm>
              <a:off x="5613013" y="4072548"/>
              <a:ext cx="3783957" cy="254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chemeClr val="bg1"/>
                  </a:solidFill>
                </a:rPr>
                <a:t>Fluxo</a:t>
              </a:r>
              <a:r>
                <a:rPr lang="en-US" b="1" dirty="0">
                  <a:solidFill>
                    <a:schemeClr val="bg1"/>
                  </a:solidFill>
                </a:rPr>
                <a:t> de Dados </a:t>
              </a:r>
              <a:r>
                <a:rPr lang="en-US" b="1" dirty="0" err="1">
                  <a:solidFill>
                    <a:schemeClr val="bg1"/>
                  </a:solidFill>
                </a:rPr>
                <a:t>na</a:t>
              </a:r>
              <a:r>
                <a:rPr lang="en-US" b="1" dirty="0">
                  <a:solidFill>
                    <a:schemeClr val="bg1"/>
                  </a:solidFill>
                </a:rPr>
                <a:t> Rede Neural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B242E92-9A45-277C-96C2-6271A84BB467}"/>
              </a:ext>
            </a:extLst>
          </p:cNvPr>
          <p:cNvGrpSpPr/>
          <p:nvPr/>
        </p:nvGrpSpPr>
        <p:grpSpPr>
          <a:xfrm>
            <a:off x="444952" y="319474"/>
            <a:ext cx="5235803" cy="261610"/>
            <a:chOff x="444952" y="319474"/>
            <a:chExt cx="5235803" cy="26161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DADBD2A-FA6F-C146-21AB-83D36CBFAFA8}"/>
                </a:ext>
              </a:extLst>
            </p:cNvPr>
            <p:cNvSpPr/>
            <p:nvPr/>
          </p:nvSpPr>
          <p:spPr>
            <a:xfrm>
              <a:off x="444952" y="319474"/>
              <a:ext cx="2045386" cy="261610"/>
            </a:xfrm>
            <a:prstGeom prst="roundRect">
              <a:avLst>
                <a:gd name="adj" fmla="val 49435"/>
              </a:avLst>
            </a:prstGeom>
            <a:solidFill>
              <a:srgbClr val="DBE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53B2CE-ABA1-37EB-B650-CE4E15B4FE18}"/>
                </a:ext>
              </a:extLst>
            </p:cNvPr>
            <p:cNvSpPr txBox="1"/>
            <p:nvPr/>
          </p:nvSpPr>
          <p:spPr>
            <a:xfrm>
              <a:off x="472283" y="319474"/>
              <a:ext cx="19907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pt-BR" sz="1100" b="1" dirty="0">
                  <a:solidFill>
                    <a:srgbClr val="4F46E5"/>
                  </a:solidFill>
                </a:rPr>
                <a:t>ESPECIFICAÇÃO TÉCNICA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B67920-3753-D423-0AAE-5F5AC5F90D3A}"/>
                </a:ext>
              </a:extLst>
            </p:cNvPr>
            <p:cNvSpPr txBox="1"/>
            <p:nvPr/>
          </p:nvSpPr>
          <p:spPr>
            <a:xfrm>
              <a:off x="2525605" y="319474"/>
              <a:ext cx="31551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|   ARQUITETURA FINAL</a:t>
              </a:r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ACB46B4-05CF-F64D-BF32-689B84873A65}"/>
              </a:ext>
            </a:extLst>
          </p:cNvPr>
          <p:cNvSpPr/>
          <p:nvPr/>
        </p:nvSpPr>
        <p:spPr>
          <a:xfrm>
            <a:off x="4671863" y="2636067"/>
            <a:ext cx="338554" cy="33855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076C021-072A-0769-BE1E-FB3B216DD811}"/>
              </a:ext>
            </a:extLst>
          </p:cNvPr>
          <p:cNvSpPr/>
          <p:nvPr/>
        </p:nvSpPr>
        <p:spPr>
          <a:xfrm>
            <a:off x="5723028" y="2583864"/>
            <a:ext cx="442961" cy="442961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7B231FC-01F5-ACCB-A3A1-01623BA2F500}"/>
              </a:ext>
            </a:extLst>
          </p:cNvPr>
          <p:cNvSpPr/>
          <p:nvPr/>
        </p:nvSpPr>
        <p:spPr>
          <a:xfrm>
            <a:off x="6826396" y="2583864"/>
            <a:ext cx="442961" cy="442961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4BDD05-1327-73AA-C677-791DCB99557C}"/>
              </a:ext>
            </a:extLst>
          </p:cNvPr>
          <p:cNvSpPr/>
          <p:nvPr/>
        </p:nvSpPr>
        <p:spPr>
          <a:xfrm>
            <a:off x="7929764" y="2583864"/>
            <a:ext cx="442961" cy="442961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201BCEE-ED65-4E0F-FEF7-3A6F317BF131}"/>
              </a:ext>
            </a:extLst>
          </p:cNvPr>
          <p:cNvSpPr/>
          <p:nvPr/>
        </p:nvSpPr>
        <p:spPr>
          <a:xfrm>
            <a:off x="9033132" y="2583864"/>
            <a:ext cx="442961" cy="442961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5C2EAB2-F477-4AEB-7FF8-4F5045278DAF}"/>
              </a:ext>
            </a:extLst>
          </p:cNvPr>
          <p:cNvSpPr/>
          <p:nvPr/>
        </p:nvSpPr>
        <p:spPr>
          <a:xfrm>
            <a:off x="9977857" y="2641690"/>
            <a:ext cx="327309" cy="327309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9F2B781-B59D-28DE-905C-41B248A6963E}"/>
              </a:ext>
            </a:extLst>
          </p:cNvPr>
          <p:cNvSpPr/>
          <p:nvPr/>
        </p:nvSpPr>
        <p:spPr>
          <a:xfrm>
            <a:off x="10534012" y="2636067"/>
            <a:ext cx="338554" cy="33855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09D743A-8978-824E-2310-0EEE346E83B5}"/>
              </a:ext>
            </a:extLst>
          </p:cNvPr>
          <p:cNvSpPr/>
          <p:nvPr/>
        </p:nvSpPr>
        <p:spPr>
          <a:xfrm>
            <a:off x="11324718" y="1527377"/>
            <a:ext cx="327309" cy="327309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889BA08-311C-12A0-7771-1627832CEF16}"/>
              </a:ext>
            </a:extLst>
          </p:cNvPr>
          <p:cNvSpPr/>
          <p:nvPr/>
        </p:nvSpPr>
        <p:spPr>
          <a:xfrm>
            <a:off x="11324718" y="2209179"/>
            <a:ext cx="327309" cy="327309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29DBF64-850C-D0CD-8BC1-8F55F9DFAE8A}"/>
              </a:ext>
            </a:extLst>
          </p:cNvPr>
          <p:cNvSpPr/>
          <p:nvPr/>
        </p:nvSpPr>
        <p:spPr>
          <a:xfrm>
            <a:off x="11324718" y="2890981"/>
            <a:ext cx="327309" cy="327309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4FC0A91-A62C-5A6F-6300-6D36604F225D}"/>
              </a:ext>
            </a:extLst>
          </p:cNvPr>
          <p:cNvSpPr/>
          <p:nvPr/>
        </p:nvSpPr>
        <p:spPr>
          <a:xfrm>
            <a:off x="11324718" y="3572783"/>
            <a:ext cx="327309" cy="327309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0AA502-5C94-762B-EC94-9CF2A26E3835}"/>
              </a:ext>
            </a:extLst>
          </p:cNvPr>
          <p:cNvSpPr txBox="1"/>
          <p:nvPr/>
        </p:nvSpPr>
        <p:spPr>
          <a:xfrm>
            <a:off x="11237842" y="1893433"/>
            <a:ext cx="501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74AB15-653B-91E6-0464-DEE807518D91}"/>
              </a:ext>
            </a:extLst>
          </p:cNvPr>
          <p:cNvSpPr txBox="1"/>
          <p:nvPr/>
        </p:nvSpPr>
        <p:spPr>
          <a:xfrm>
            <a:off x="11237842" y="2575235"/>
            <a:ext cx="501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10216F-6E6E-BD75-4754-3DBE18575A8A}"/>
              </a:ext>
            </a:extLst>
          </p:cNvPr>
          <p:cNvSpPr txBox="1"/>
          <p:nvPr/>
        </p:nvSpPr>
        <p:spPr>
          <a:xfrm>
            <a:off x="11237842" y="3257037"/>
            <a:ext cx="501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LC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ED272C-FCC8-77FF-3606-E9F9246DA475}"/>
              </a:ext>
            </a:extLst>
          </p:cNvPr>
          <p:cNvSpPr txBox="1"/>
          <p:nvPr/>
        </p:nvSpPr>
        <p:spPr>
          <a:xfrm>
            <a:off x="11237842" y="3938840"/>
            <a:ext cx="501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2B9019-189C-10A8-7C3F-F65775FF4BE0}"/>
              </a:ext>
            </a:extLst>
          </p:cNvPr>
          <p:cNvSpPr txBox="1"/>
          <p:nvPr/>
        </p:nvSpPr>
        <p:spPr>
          <a:xfrm>
            <a:off x="10419439" y="3182242"/>
            <a:ext cx="580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MLP Head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A564CF-4CBE-E868-4725-ADE546688475}"/>
              </a:ext>
            </a:extLst>
          </p:cNvPr>
          <p:cNvSpPr txBox="1"/>
          <p:nvPr/>
        </p:nvSpPr>
        <p:spPr>
          <a:xfrm>
            <a:off x="9749010" y="3182242"/>
            <a:ext cx="785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Global Pooling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E2F46-03AC-0812-CC51-A6AA79D5A283}"/>
              </a:ext>
            </a:extLst>
          </p:cNvPr>
          <p:cNvSpPr txBox="1"/>
          <p:nvPr/>
        </p:nvSpPr>
        <p:spPr>
          <a:xfrm>
            <a:off x="8645642" y="3182242"/>
            <a:ext cx="1217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bg1"/>
                </a:solidFill>
              </a:rPr>
              <a:t>HeteroConv</a:t>
            </a:r>
            <a:r>
              <a:rPr lang="en-US" sz="1200" b="1" dirty="0">
                <a:solidFill>
                  <a:schemeClr val="bg1"/>
                </a:solidFill>
              </a:rPr>
              <a:t> 3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(SAGE)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42DC88-D416-EA93-430E-D34BDE1147ED}"/>
              </a:ext>
            </a:extLst>
          </p:cNvPr>
          <p:cNvSpPr txBox="1"/>
          <p:nvPr/>
        </p:nvSpPr>
        <p:spPr>
          <a:xfrm>
            <a:off x="7542274" y="3182242"/>
            <a:ext cx="1217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bg1"/>
                </a:solidFill>
              </a:rPr>
              <a:t>HeteroConv</a:t>
            </a:r>
            <a:r>
              <a:rPr lang="en-US" sz="1200" b="1" dirty="0">
                <a:solidFill>
                  <a:schemeClr val="bg1"/>
                </a:solidFill>
              </a:rPr>
              <a:t> 2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(SAGE)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EA67A9-7639-733C-3376-78721FD8E909}"/>
              </a:ext>
            </a:extLst>
          </p:cNvPr>
          <p:cNvSpPr txBox="1"/>
          <p:nvPr/>
        </p:nvSpPr>
        <p:spPr>
          <a:xfrm>
            <a:off x="6438906" y="3182242"/>
            <a:ext cx="1217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bg1"/>
                </a:solidFill>
              </a:rPr>
              <a:t>HeteroConv</a:t>
            </a:r>
            <a:r>
              <a:rPr lang="en-US" sz="1200" b="1" dirty="0">
                <a:solidFill>
                  <a:schemeClr val="bg1"/>
                </a:solidFill>
              </a:rPr>
              <a:t> 1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(SAGE)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2E7D29-282A-0978-3283-2F4BB89089A1}"/>
              </a:ext>
            </a:extLst>
          </p:cNvPr>
          <p:cNvSpPr txBox="1"/>
          <p:nvPr/>
        </p:nvSpPr>
        <p:spPr>
          <a:xfrm>
            <a:off x="5335538" y="3182242"/>
            <a:ext cx="1217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Embeddings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(64d)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3DE570-4C1E-585C-4D0C-ACD468C0D9EE}"/>
              </a:ext>
            </a:extLst>
          </p:cNvPr>
          <p:cNvSpPr txBox="1"/>
          <p:nvPr/>
        </p:nvSpPr>
        <p:spPr>
          <a:xfrm>
            <a:off x="4232170" y="3182242"/>
            <a:ext cx="1217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Input Features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(30 vars)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26E5ECF-8CA4-D4A0-B962-EDB51A82E8AF}"/>
              </a:ext>
            </a:extLst>
          </p:cNvPr>
          <p:cNvCxnSpPr>
            <a:cxnSpLocks/>
            <a:stCxn id="19" idx="2"/>
            <a:endCxn id="15" idx="3"/>
          </p:cNvCxnSpPr>
          <p:nvPr/>
        </p:nvCxnSpPr>
        <p:spPr>
          <a:xfrm flipH="1" flipV="1">
            <a:off x="5010417" y="2805344"/>
            <a:ext cx="712611" cy="1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AD2AD9C-7D7A-D247-CAB5-C4DD1F6AFBB0}"/>
              </a:ext>
            </a:extLst>
          </p:cNvPr>
          <p:cNvCxnSpPr>
            <a:cxnSpLocks/>
            <a:stCxn id="21" idx="2"/>
            <a:endCxn id="19" idx="6"/>
          </p:cNvCxnSpPr>
          <p:nvPr/>
        </p:nvCxnSpPr>
        <p:spPr>
          <a:xfrm flipH="1">
            <a:off x="6165989" y="2805345"/>
            <a:ext cx="66040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4273BFF-1779-CCBF-92A4-213EE450A466}"/>
              </a:ext>
            </a:extLst>
          </p:cNvPr>
          <p:cNvCxnSpPr>
            <a:cxnSpLocks/>
            <a:stCxn id="22" idx="2"/>
            <a:endCxn id="21" idx="6"/>
          </p:cNvCxnSpPr>
          <p:nvPr/>
        </p:nvCxnSpPr>
        <p:spPr>
          <a:xfrm flipH="1">
            <a:off x="7269357" y="2805345"/>
            <a:ext cx="66040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C72EDE4-3D1E-D839-B84C-6CBEB37979EE}"/>
              </a:ext>
            </a:extLst>
          </p:cNvPr>
          <p:cNvCxnSpPr>
            <a:cxnSpLocks/>
            <a:stCxn id="23" idx="2"/>
            <a:endCxn id="22" idx="6"/>
          </p:cNvCxnSpPr>
          <p:nvPr/>
        </p:nvCxnSpPr>
        <p:spPr>
          <a:xfrm flipH="1">
            <a:off x="8372725" y="2805345"/>
            <a:ext cx="66040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343EDA3-7166-D68C-10BD-58EB00F632C9}"/>
              </a:ext>
            </a:extLst>
          </p:cNvPr>
          <p:cNvCxnSpPr>
            <a:cxnSpLocks/>
            <a:stCxn id="24" idx="2"/>
            <a:endCxn id="23" idx="6"/>
          </p:cNvCxnSpPr>
          <p:nvPr/>
        </p:nvCxnSpPr>
        <p:spPr>
          <a:xfrm flipH="1">
            <a:off x="9476093" y="2805345"/>
            <a:ext cx="50176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A2F6E78-BDA5-E717-201E-CFF036F68649}"/>
              </a:ext>
            </a:extLst>
          </p:cNvPr>
          <p:cNvCxnSpPr>
            <a:cxnSpLocks/>
            <a:stCxn id="29" idx="1"/>
            <a:endCxn id="24" idx="6"/>
          </p:cNvCxnSpPr>
          <p:nvPr/>
        </p:nvCxnSpPr>
        <p:spPr>
          <a:xfrm flipH="1">
            <a:off x="10305166" y="2805344"/>
            <a:ext cx="228846" cy="1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1405C78-43D4-468F-FF55-7C38E18812B7}"/>
              </a:ext>
            </a:extLst>
          </p:cNvPr>
          <p:cNvCxnSpPr>
            <a:cxnSpLocks/>
            <a:stCxn id="32" idx="2"/>
            <a:endCxn id="29" idx="3"/>
          </p:cNvCxnSpPr>
          <p:nvPr/>
        </p:nvCxnSpPr>
        <p:spPr>
          <a:xfrm flipH="1">
            <a:off x="10872566" y="1691032"/>
            <a:ext cx="452152" cy="111431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7C151A9-B440-92A6-1B01-640FA4048E25}"/>
              </a:ext>
            </a:extLst>
          </p:cNvPr>
          <p:cNvCxnSpPr>
            <a:cxnSpLocks/>
            <a:stCxn id="33" idx="2"/>
            <a:endCxn id="29" idx="3"/>
          </p:cNvCxnSpPr>
          <p:nvPr/>
        </p:nvCxnSpPr>
        <p:spPr>
          <a:xfrm flipH="1">
            <a:off x="10872566" y="2372834"/>
            <a:ext cx="452152" cy="43251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67E1A7C-4C9C-CA10-E6F2-E77E1DD3C4E9}"/>
              </a:ext>
            </a:extLst>
          </p:cNvPr>
          <p:cNvCxnSpPr>
            <a:cxnSpLocks/>
            <a:stCxn id="34" idx="2"/>
            <a:endCxn id="29" idx="3"/>
          </p:cNvCxnSpPr>
          <p:nvPr/>
        </p:nvCxnSpPr>
        <p:spPr>
          <a:xfrm flipH="1" flipV="1">
            <a:off x="10872566" y="2805344"/>
            <a:ext cx="452152" cy="24929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FB8BE6F-6DB6-7F8F-E0CC-680330BB788D}"/>
              </a:ext>
            </a:extLst>
          </p:cNvPr>
          <p:cNvCxnSpPr>
            <a:cxnSpLocks/>
            <a:stCxn id="35" idx="2"/>
            <a:endCxn id="29" idx="3"/>
          </p:cNvCxnSpPr>
          <p:nvPr/>
        </p:nvCxnSpPr>
        <p:spPr>
          <a:xfrm flipH="1" flipV="1">
            <a:off x="10872566" y="2805344"/>
            <a:ext cx="452152" cy="931094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CF2B5B3-6807-089A-20D0-A6D8A35FF59E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8151245" y="2260484"/>
            <a:ext cx="0" cy="32338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003BCFC-A700-D7EA-E388-8FFC52E183C7}"/>
              </a:ext>
            </a:extLst>
          </p:cNvPr>
          <p:cNvCxnSpPr>
            <a:cxnSpLocks/>
          </p:cNvCxnSpPr>
          <p:nvPr/>
        </p:nvCxnSpPr>
        <p:spPr>
          <a:xfrm>
            <a:off x="7047876" y="2260484"/>
            <a:ext cx="0" cy="32338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ABE2ADC3-F3FD-6351-7934-CC32F04B4718}"/>
              </a:ext>
            </a:extLst>
          </p:cNvPr>
          <p:cNvSpPr/>
          <p:nvPr/>
        </p:nvSpPr>
        <p:spPr>
          <a:xfrm rot="2700000">
            <a:off x="6934835" y="2016152"/>
            <a:ext cx="226083" cy="226083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4CE35690-BD8F-716B-177C-38B742149F5F}"/>
              </a:ext>
            </a:extLst>
          </p:cNvPr>
          <p:cNvSpPr/>
          <p:nvPr/>
        </p:nvSpPr>
        <p:spPr>
          <a:xfrm rot="2700000">
            <a:off x="8038203" y="2016441"/>
            <a:ext cx="226083" cy="226083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98A3B29-82A6-EF59-6FFC-1DE8A02FE4E0}"/>
              </a:ext>
            </a:extLst>
          </p:cNvPr>
          <p:cNvSpPr txBox="1"/>
          <p:nvPr/>
        </p:nvSpPr>
        <p:spPr>
          <a:xfrm>
            <a:off x="8001629" y="2189781"/>
            <a:ext cx="1217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Norm + Drop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53E6689-F79B-51BA-FF30-832F894468B2}"/>
              </a:ext>
            </a:extLst>
          </p:cNvPr>
          <p:cNvSpPr txBox="1"/>
          <p:nvPr/>
        </p:nvSpPr>
        <p:spPr>
          <a:xfrm>
            <a:off x="6915783" y="2189781"/>
            <a:ext cx="1217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Norm + Drop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2576D1C2-213B-CB14-2C20-3CFCA2F448B6}"/>
              </a:ext>
            </a:extLst>
          </p:cNvPr>
          <p:cNvGrpSpPr/>
          <p:nvPr/>
        </p:nvGrpSpPr>
        <p:grpSpPr>
          <a:xfrm>
            <a:off x="4238108" y="4374113"/>
            <a:ext cx="3786448" cy="1952844"/>
            <a:chOff x="4238108" y="4374113"/>
            <a:chExt cx="3786448" cy="1952844"/>
          </a:xfrm>
        </p:grpSpPr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F81C499E-5775-6D56-86C0-755E05099F55}"/>
                </a:ext>
              </a:extLst>
            </p:cNvPr>
            <p:cNvSpPr/>
            <p:nvPr/>
          </p:nvSpPr>
          <p:spPr>
            <a:xfrm>
              <a:off x="4238108" y="4374113"/>
              <a:ext cx="2621854" cy="1795190"/>
            </a:xfrm>
            <a:prstGeom prst="roundRect">
              <a:avLst>
                <a:gd name="adj" fmla="val 6964"/>
              </a:avLst>
            </a:prstGeom>
            <a:solidFill>
              <a:srgbClr val="0DB8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A08EF5BF-4AAD-4DD4-B8FA-DF2B4F6D8F4D}"/>
                </a:ext>
              </a:extLst>
            </p:cNvPr>
            <p:cNvSpPr/>
            <p:nvPr/>
          </p:nvSpPr>
          <p:spPr>
            <a:xfrm>
              <a:off x="4346395" y="4374113"/>
              <a:ext cx="3583370" cy="1795191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051B7A1-C97F-67B9-B185-CD60E02F8845}"/>
                </a:ext>
              </a:extLst>
            </p:cNvPr>
            <p:cNvSpPr txBox="1"/>
            <p:nvPr/>
          </p:nvSpPr>
          <p:spPr>
            <a:xfrm>
              <a:off x="4387465" y="4397976"/>
              <a:ext cx="2678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>
                  <a:solidFill>
                    <a:srgbClr val="029567"/>
                  </a:solidFill>
                </a:rPr>
                <a:t>Pontos Fortes (Vantagens)</a:t>
              </a:r>
              <a:endParaRPr lang="en-US" sz="1600" b="1" dirty="0">
                <a:solidFill>
                  <a:srgbClr val="029567"/>
                </a:solidFill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375CD51-6F9C-75EA-9996-AE6513EBE20F}"/>
                </a:ext>
              </a:extLst>
            </p:cNvPr>
            <p:cNvSpPr txBox="1"/>
            <p:nvPr/>
          </p:nvSpPr>
          <p:spPr>
            <a:xfrm>
              <a:off x="4346395" y="4711130"/>
              <a:ext cx="3678161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b="1" dirty="0" err="1">
                  <a:solidFill>
                    <a:schemeClr val="bg1">
                      <a:lumMod val="50000"/>
                    </a:schemeClr>
                  </a:solidFill>
                </a:rPr>
                <a:t>Multirrelacional</a:t>
              </a:r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: </a:t>
              </a:r>
              <a:r>
                <a:rPr lang="pt-BR" sz="1100" dirty="0">
                  <a:solidFill>
                    <a:schemeClr val="bg1">
                      <a:lumMod val="50000"/>
                    </a:schemeClr>
                  </a:solidFill>
                </a:rPr>
                <a:t>Aprender simultaneamente com atributos de renda, escola e vizinhança (k-NN)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Espaço Semântico:</a:t>
              </a:r>
              <a:r>
                <a:rPr lang="pt-BR" sz="1100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pt-BR" sz="1100" dirty="0" err="1">
                  <a:solidFill>
                    <a:schemeClr val="bg1">
                      <a:lumMod val="50000"/>
                    </a:schemeClr>
                  </a:solidFill>
                </a:rPr>
                <a:t>Embeddings</a:t>
              </a:r>
              <a:r>
                <a:rPr lang="pt-BR" sz="1100" dirty="0">
                  <a:solidFill>
                    <a:schemeClr val="bg1">
                      <a:lumMod val="50000"/>
                    </a:schemeClr>
                  </a:solidFill>
                </a:rPr>
                <a:t> ricos que agrupam alunos similares automaticamente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Generalização:</a:t>
              </a:r>
              <a:r>
                <a:rPr lang="pt-BR" sz="1100" dirty="0">
                  <a:solidFill>
                    <a:schemeClr val="bg1">
                      <a:lumMod val="50000"/>
                    </a:schemeClr>
                  </a:solidFill>
                </a:rPr>
                <a:t> Menor </a:t>
              </a:r>
              <a:r>
                <a:rPr lang="pt-BR" sz="1100" dirty="0" err="1">
                  <a:solidFill>
                    <a:schemeClr val="bg1">
                      <a:lumMod val="50000"/>
                    </a:schemeClr>
                  </a:solidFill>
                </a:rPr>
                <a:t>overfitting</a:t>
              </a:r>
              <a:r>
                <a:rPr lang="pt-BR" sz="1100" dirty="0">
                  <a:solidFill>
                    <a:schemeClr val="bg1">
                      <a:lumMod val="50000"/>
                    </a:schemeClr>
                  </a:solidFill>
                </a:rPr>
                <a:t> graças ao </a:t>
              </a:r>
              <a:r>
                <a:rPr lang="pt-BR" sz="1100" dirty="0" err="1">
                  <a:solidFill>
                    <a:schemeClr val="bg1">
                      <a:lumMod val="50000"/>
                    </a:schemeClr>
                  </a:solidFill>
                </a:rPr>
                <a:t>Dropout</a:t>
              </a:r>
              <a:r>
                <a:rPr lang="pt-BR" sz="1100" dirty="0">
                  <a:solidFill>
                    <a:schemeClr val="bg1">
                      <a:lumMod val="50000"/>
                    </a:schemeClr>
                  </a:solidFill>
                </a:rPr>
                <a:t> alto e </a:t>
              </a:r>
              <a:r>
                <a:rPr lang="pt-BR" sz="1100" dirty="0" err="1">
                  <a:solidFill>
                    <a:schemeClr val="bg1">
                      <a:lumMod val="50000"/>
                    </a:schemeClr>
                  </a:solidFill>
                </a:rPr>
                <a:t>LayerNorm</a:t>
              </a:r>
              <a:r>
                <a:rPr lang="pt-BR" sz="1100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2BD8FE8-ECC5-EADA-3BDB-3B77F48D714C}"/>
              </a:ext>
            </a:extLst>
          </p:cNvPr>
          <p:cNvGrpSpPr/>
          <p:nvPr/>
        </p:nvGrpSpPr>
        <p:grpSpPr>
          <a:xfrm>
            <a:off x="8158243" y="4374329"/>
            <a:ext cx="3786448" cy="1795191"/>
            <a:chOff x="4238108" y="4374113"/>
            <a:chExt cx="3786448" cy="1795191"/>
          </a:xfrm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846FE573-4A79-597F-A116-AC688589733C}"/>
                </a:ext>
              </a:extLst>
            </p:cNvPr>
            <p:cNvSpPr/>
            <p:nvPr/>
          </p:nvSpPr>
          <p:spPr>
            <a:xfrm>
              <a:off x="4238108" y="4374113"/>
              <a:ext cx="2621854" cy="1795190"/>
            </a:xfrm>
            <a:prstGeom prst="roundRect">
              <a:avLst>
                <a:gd name="adj" fmla="val 6964"/>
              </a:avLst>
            </a:prstGeom>
            <a:solidFill>
              <a:srgbClr val="F59E0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7A77E9F2-AF2B-D4EF-3346-198A76E22BB7}"/>
                </a:ext>
              </a:extLst>
            </p:cNvPr>
            <p:cNvSpPr/>
            <p:nvPr/>
          </p:nvSpPr>
          <p:spPr>
            <a:xfrm>
              <a:off x="4346395" y="4374113"/>
              <a:ext cx="3583370" cy="1795191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38E9BA9-E7FB-DECD-ACC1-CEA253844CF9}"/>
                </a:ext>
              </a:extLst>
            </p:cNvPr>
            <p:cNvSpPr txBox="1"/>
            <p:nvPr/>
          </p:nvSpPr>
          <p:spPr>
            <a:xfrm>
              <a:off x="4387465" y="4397976"/>
              <a:ext cx="26786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>
                  <a:solidFill>
                    <a:srgbClr val="F59E0B"/>
                  </a:solidFill>
                </a:rPr>
                <a:t>Desafios &amp; Limitações</a:t>
              </a:r>
              <a:endParaRPr lang="en-US" sz="1600" b="1" dirty="0">
                <a:solidFill>
                  <a:srgbClr val="F59E0B"/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1B48BD17-62EA-1340-B38D-D5BA849FCB1E}"/>
                </a:ext>
              </a:extLst>
            </p:cNvPr>
            <p:cNvSpPr txBox="1"/>
            <p:nvPr/>
          </p:nvSpPr>
          <p:spPr>
            <a:xfrm>
              <a:off x="4346395" y="4711130"/>
              <a:ext cx="367816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Complexidade: </a:t>
              </a:r>
              <a:r>
                <a:rPr lang="pt-BR" sz="1100" dirty="0">
                  <a:solidFill>
                    <a:schemeClr val="bg1">
                      <a:lumMod val="50000"/>
                    </a:schemeClr>
                  </a:solidFill>
                </a:rPr>
                <a:t>Custo computacional O(N+E) significativamente maior que </a:t>
              </a:r>
              <a:r>
                <a:rPr lang="pt-BR" sz="1100" dirty="0" err="1">
                  <a:solidFill>
                    <a:schemeClr val="bg1">
                      <a:lumMod val="50000"/>
                    </a:schemeClr>
                  </a:solidFill>
                </a:rPr>
                <a:t>XGBoost</a:t>
              </a:r>
              <a:endParaRPr lang="pt-B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Latência:</a:t>
              </a:r>
              <a:r>
                <a:rPr lang="pt-BR" sz="1100" dirty="0">
                  <a:solidFill>
                    <a:schemeClr val="bg1">
                      <a:lumMod val="50000"/>
                    </a:schemeClr>
                  </a:solidFill>
                </a:rPr>
                <a:t> Tempo de inferência requer carregamento do </a:t>
              </a:r>
              <a:r>
                <a:rPr lang="pt-BR" sz="1100" dirty="0" err="1">
                  <a:solidFill>
                    <a:schemeClr val="bg1">
                      <a:lumMod val="50000"/>
                    </a:schemeClr>
                  </a:solidFill>
                </a:rPr>
                <a:t>subgrafo</a:t>
              </a:r>
              <a:r>
                <a:rPr lang="pt-BR" sz="1100" dirty="0">
                  <a:solidFill>
                    <a:schemeClr val="bg1">
                      <a:lumMod val="50000"/>
                    </a:schemeClr>
                  </a:solidFill>
                </a:rPr>
                <a:t> local.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sz="1100" b="1" dirty="0" err="1">
                  <a:solidFill>
                    <a:schemeClr val="bg1">
                      <a:lumMod val="50000"/>
                    </a:schemeClr>
                  </a:solidFill>
                </a:rPr>
                <a:t>Interpretabilidade</a:t>
              </a:r>
              <a:r>
                <a:rPr lang="pt-BR" sz="1100" b="1" dirty="0">
                  <a:solidFill>
                    <a:schemeClr val="bg1">
                      <a:lumMod val="50000"/>
                    </a:schemeClr>
                  </a:solidFill>
                </a:rPr>
                <a:t>: </a:t>
              </a:r>
              <a:r>
                <a:rPr lang="pt-BR" sz="1100" dirty="0">
                  <a:solidFill>
                    <a:schemeClr val="bg1">
                      <a:lumMod val="50000"/>
                    </a:schemeClr>
                  </a:solidFill>
                </a:rPr>
                <a:t>Exige </a:t>
              </a:r>
              <a:r>
                <a:rPr lang="pt-BR" sz="1100" dirty="0" err="1">
                  <a:solidFill>
                    <a:schemeClr val="bg1">
                      <a:lumMod val="50000"/>
                    </a:schemeClr>
                  </a:solidFill>
                </a:rPr>
                <a:t>GNNExplainer</a:t>
              </a:r>
              <a:r>
                <a:rPr lang="pt-BR" sz="1100" dirty="0">
                  <a:solidFill>
                    <a:schemeClr val="bg1">
                      <a:lumMod val="50000"/>
                    </a:schemeClr>
                  </a:solidFill>
                </a:rPr>
                <a:t> para insights.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B6BAA88D-F9E4-C08E-9C47-AF622921949A}"/>
              </a:ext>
            </a:extLst>
          </p:cNvPr>
          <p:cNvSpPr/>
          <p:nvPr/>
        </p:nvSpPr>
        <p:spPr>
          <a:xfrm flipH="1">
            <a:off x="342891" y="1399287"/>
            <a:ext cx="3589320" cy="4758610"/>
          </a:xfrm>
          <a:prstGeom prst="roundRect">
            <a:avLst>
              <a:gd name="adj" fmla="val 6964"/>
            </a:avLst>
          </a:prstGeom>
          <a:noFill/>
          <a:ln>
            <a:solidFill>
              <a:srgbClr val="E4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EFEDB96-955E-A331-C12B-08F6C69E9921}"/>
              </a:ext>
            </a:extLst>
          </p:cNvPr>
          <p:cNvSpPr txBox="1"/>
          <p:nvPr/>
        </p:nvSpPr>
        <p:spPr>
          <a:xfrm>
            <a:off x="696322" y="1466977"/>
            <a:ext cx="2882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600" dirty="0" err="1"/>
              <a:t>Parâmetros</a:t>
            </a:r>
            <a:r>
              <a:rPr lang="en-US" sz="1600" dirty="0"/>
              <a:t> &amp; </a:t>
            </a:r>
            <a:r>
              <a:rPr lang="en-US" sz="1600" dirty="0" err="1"/>
              <a:t>Configurações</a:t>
            </a:r>
            <a:endParaRPr lang="en-US" sz="16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314F328-A508-8344-2B30-455E185BDB56}"/>
              </a:ext>
            </a:extLst>
          </p:cNvPr>
          <p:cNvSpPr txBox="1"/>
          <p:nvPr/>
        </p:nvSpPr>
        <p:spPr>
          <a:xfrm>
            <a:off x="469505" y="1862655"/>
            <a:ext cx="2882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ARQUITETURA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3121826-2EFC-ED87-EE2D-CDECAA5EA804}"/>
              </a:ext>
            </a:extLst>
          </p:cNvPr>
          <p:cNvSpPr txBox="1"/>
          <p:nvPr/>
        </p:nvSpPr>
        <p:spPr>
          <a:xfrm>
            <a:off x="444952" y="3538915"/>
            <a:ext cx="2882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TREINAMENTO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E52EF6D-4A21-94BF-6D27-9A28C2DDFF11}"/>
              </a:ext>
            </a:extLst>
          </p:cNvPr>
          <p:cNvGrpSpPr/>
          <p:nvPr/>
        </p:nvGrpSpPr>
        <p:grpSpPr>
          <a:xfrm>
            <a:off x="498870" y="2285033"/>
            <a:ext cx="3265407" cy="264288"/>
            <a:chOff x="498870" y="2285033"/>
            <a:chExt cx="3265407" cy="264288"/>
          </a:xfrm>
        </p:grpSpPr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9BF6850C-F3E0-5AF2-165F-D951B2777FB4}"/>
                </a:ext>
              </a:extLst>
            </p:cNvPr>
            <p:cNvSpPr/>
            <p:nvPr/>
          </p:nvSpPr>
          <p:spPr>
            <a:xfrm>
              <a:off x="498870" y="2285033"/>
              <a:ext cx="3265407" cy="264288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03E5133-8679-3ACF-902D-BF38D74D9F12}"/>
                </a:ext>
              </a:extLst>
            </p:cNvPr>
            <p:cNvSpPr txBox="1"/>
            <p:nvPr/>
          </p:nvSpPr>
          <p:spPr>
            <a:xfrm>
              <a:off x="576274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000" b="1" dirty="0">
                  <a:solidFill>
                    <a:schemeClr val="bg1">
                      <a:lumMod val="65000"/>
                    </a:schemeClr>
                  </a:solidFill>
                </a:rPr>
                <a:t>CAMADAS (LAYERS)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AFB8C1FB-3E63-0A17-6BEA-945A89F73949}"/>
                </a:ext>
              </a:extLst>
            </p:cNvPr>
            <p:cNvSpPr txBox="1"/>
            <p:nvPr/>
          </p:nvSpPr>
          <p:spPr>
            <a:xfrm>
              <a:off x="2218140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r"/>
              <a:r>
                <a:rPr lang="pt-BR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3X </a:t>
              </a:r>
              <a:r>
                <a:rPr lang="pt-BR" sz="10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HeteroConv</a:t>
              </a:r>
              <a:endParaRPr lang="pt-BR" sz="10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725F9C3-6478-E60B-4CEA-A240018B2DB5}"/>
              </a:ext>
            </a:extLst>
          </p:cNvPr>
          <p:cNvGrpSpPr/>
          <p:nvPr/>
        </p:nvGrpSpPr>
        <p:grpSpPr>
          <a:xfrm>
            <a:off x="498870" y="2691277"/>
            <a:ext cx="3265407" cy="264288"/>
            <a:chOff x="498870" y="2285033"/>
            <a:chExt cx="3265407" cy="264288"/>
          </a:xfrm>
        </p:grpSpPr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FEF1C487-98DD-F1BF-542C-50038BEEB705}"/>
                </a:ext>
              </a:extLst>
            </p:cNvPr>
            <p:cNvSpPr/>
            <p:nvPr/>
          </p:nvSpPr>
          <p:spPr>
            <a:xfrm>
              <a:off x="498870" y="2285033"/>
              <a:ext cx="3265407" cy="264288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9186DDDE-0512-EDD1-E368-661804D44788}"/>
                </a:ext>
              </a:extLst>
            </p:cNvPr>
            <p:cNvSpPr txBox="1"/>
            <p:nvPr/>
          </p:nvSpPr>
          <p:spPr>
            <a:xfrm>
              <a:off x="576274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000" b="1" dirty="0">
                  <a:solidFill>
                    <a:schemeClr val="bg1">
                      <a:lumMod val="65000"/>
                    </a:schemeClr>
                  </a:solidFill>
                </a:rPr>
                <a:t>EMBEDDINGS DIM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CE46863-EFA0-FEAA-C5F7-D5B8895D1E6C}"/>
                </a:ext>
              </a:extLst>
            </p:cNvPr>
            <p:cNvSpPr txBox="1"/>
            <p:nvPr/>
          </p:nvSpPr>
          <p:spPr>
            <a:xfrm>
              <a:off x="2218140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r"/>
              <a:r>
                <a:rPr lang="pt-BR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64 </a:t>
              </a:r>
              <a:r>
                <a:rPr lang="pt-BR" sz="10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dim</a:t>
              </a:r>
              <a:endParaRPr lang="pt-BR" sz="10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DACF5C64-C4D4-DEF4-AC25-342E68A923CB}"/>
              </a:ext>
            </a:extLst>
          </p:cNvPr>
          <p:cNvGrpSpPr/>
          <p:nvPr/>
        </p:nvGrpSpPr>
        <p:grpSpPr>
          <a:xfrm>
            <a:off x="498870" y="3086146"/>
            <a:ext cx="3265407" cy="264288"/>
            <a:chOff x="498870" y="2285033"/>
            <a:chExt cx="3265407" cy="264288"/>
          </a:xfrm>
        </p:grpSpPr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18D4AFD7-F026-75F5-9574-4E76036781A0}"/>
                </a:ext>
              </a:extLst>
            </p:cNvPr>
            <p:cNvSpPr/>
            <p:nvPr/>
          </p:nvSpPr>
          <p:spPr>
            <a:xfrm>
              <a:off x="498870" y="2285033"/>
              <a:ext cx="3265407" cy="264288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1E279F63-6855-AA5C-1725-4ADD218AD486}"/>
                </a:ext>
              </a:extLst>
            </p:cNvPr>
            <p:cNvSpPr txBox="1"/>
            <p:nvPr/>
          </p:nvSpPr>
          <p:spPr>
            <a:xfrm>
              <a:off x="576274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000" b="1" dirty="0">
                  <a:solidFill>
                    <a:schemeClr val="bg1">
                      <a:lumMod val="65000"/>
                    </a:schemeClr>
                  </a:solidFill>
                </a:rPr>
                <a:t>OPERATOR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44C0F1D-08EE-5B80-C08F-3C3FF4983A9E}"/>
                </a:ext>
              </a:extLst>
            </p:cNvPr>
            <p:cNvSpPr txBox="1"/>
            <p:nvPr/>
          </p:nvSpPr>
          <p:spPr>
            <a:xfrm>
              <a:off x="2218140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r"/>
              <a:r>
                <a:rPr lang="pt-BR" sz="10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SAGEConv</a:t>
              </a:r>
              <a:r>
                <a:rPr lang="pt-BR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(</a:t>
              </a:r>
              <a:r>
                <a:rPr lang="pt-BR" sz="10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Meaen</a:t>
              </a:r>
              <a:r>
                <a:rPr lang="pt-BR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E989C4A-399C-C366-22DE-414AB131858B}"/>
              </a:ext>
            </a:extLst>
          </p:cNvPr>
          <p:cNvGrpSpPr/>
          <p:nvPr/>
        </p:nvGrpSpPr>
        <p:grpSpPr>
          <a:xfrm>
            <a:off x="498870" y="3878803"/>
            <a:ext cx="3265407" cy="264288"/>
            <a:chOff x="498870" y="2285033"/>
            <a:chExt cx="3265407" cy="264288"/>
          </a:xfrm>
        </p:grpSpPr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C1F2AE54-F36B-8E24-F752-1AC02A4271CF}"/>
                </a:ext>
              </a:extLst>
            </p:cNvPr>
            <p:cNvSpPr/>
            <p:nvPr/>
          </p:nvSpPr>
          <p:spPr>
            <a:xfrm>
              <a:off x="498870" y="2285033"/>
              <a:ext cx="3265407" cy="264288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AB292546-573C-B326-B4FF-5B575548C2EE}"/>
                </a:ext>
              </a:extLst>
            </p:cNvPr>
            <p:cNvSpPr txBox="1"/>
            <p:nvPr/>
          </p:nvSpPr>
          <p:spPr>
            <a:xfrm>
              <a:off x="576274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000" b="1" dirty="0">
                  <a:solidFill>
                    <a:schemeClr val="bg1">
                      <a:lumMod val="65000"/>
                    </a:schemeClr>
                  </a:solidFill>
                </a:rPr>
                <a:t>LOSS FUNCTION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7AAEBE9-1E17-5A9A-2B60-CA7BBF64000B}"/>
                </a:ext>
              </a:extLst>
            </p:cNvPr>
            <p:cNvSpPr txBox="1"/>
            <p:nvPr/>
          </p:nvSpPr>
          <p:spPr>
            <a:xfrm>
              <a:off x="2218140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r"/>
              <a:r>
                <a:rPr lang="pt-BR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MSE </a:t>
              </a:r>
              <a:r>
                <a:rPr lang="pt-BR" sz="10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Loss</a:t>
              </a:r>
              <a:endParaRPr lang="pt-BR" sz="10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0F98620-4AB8-9F0C-7885-9F84B2A28CB6}"/>
              </a:ext>
            </a:extLst>
          </p:cNvPr>
          <p:cNvGrpSpPr/>
          <p:nvPr/>
        </p:nvGrpSpPr>
        <p:grpSpPr>
          <a:xfrm>
            <a:off x="498870" y="4285047"/>
            <a:ext cx="3265407" cy="264288"/>
            <a:chOff x="498870" y="2285033"/>
            <a:chExt cx="3265407" cy="264288"/>
          </a:xfrm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65F64FBB-7C20-8661-F9C7-610697EF57BE}"/>
                </a:ext>
              </a:extLst>
            </p:cNvPr>
            <p:cNvSpPr/>
            <p:nvPr/>
          </p:nvSpPr>
          <p:spPr>
            <a:xfrm>
              <a:off x="498870" y="2285033"/>
              <a:ext cx="3265407" cy="264288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3514CC9-3C5C-3657-2DB1-4A6E7D277004}"/>
                </a:ext>
              </a:extLst>
            </p:cNvPr>
            <p:cNvSpPr txBox="1"/>
            <p:nvPr/>
          </p:nvSpPr>
          <p:spPr>
            <a:xfrm>
              <a:off x="576274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000" b="1" dirty="0">
                  <a:solidFill>
                    <a:schemeClr val="bg1">
                      <a:lumMod val="65000"/>
                    </a:schemeClr>
                  </a:solidFill>
                </a:rPr>
                <a:t>OPTIMIZER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D01991C9-3792-D0BB-BB1B-BA874EE4ACF0}"/>
                </a:ext>
              </a:extLst>
            </p:cNvPr>
            <p:cNvSpPr txBox="1"/>
            <p:nvPr/>
          </p:nvSpPr>
          <p:spPr>
            <a:xfrm>
              <a:off x="2218140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r"/>
              <a:r>
                <a:rPr lang="pt-BR" sz="10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AdamW</a:t>
              </a:r>
              <a:r>
                <a:rPr lang="pt-BR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(</a:t>
              </a:r>
              <a:r>
                <a:rPr lang="pt-BR" sz="10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lr</a:t>
              </a:r>
              <a:r>
                <a:rPr lang="pt-BR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=1e-3)</a:t>
              </a: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A3047064-337E-0DE9-0C6A-2EEFFE4E1F94}"/>
              </a:ext>
            </a:extLst>
          </p:cNvPr>
          <p:cNvGrpSpPr/>
          <p:nvPr/>
        </p:nvGrpSpPr>
        <p:grpSpPr>
          <a:xfrm>
            <a:off x="498870" y="4679916"/>
            <a:ext cx="3265407" cy="264288"/>
            <a:chOff x="498870" y="2285033"/>
            <a:chExt cx="3265407" cy="264288"/>
          </a:xfrm>
        </p:grpSpPr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E62D6410-D483-4329-DCE3-CE5EFA30023F}"/>
                </a:ext>
              </a:extLst>
            </p:cNvPr>
            <p:cNvSpPr/>
            <p:nvPr/>
          </p:nvSpPr>
          <p:spPr>
            <a:xfrm>
              <a:off x="498870" y="2285033"/>
              <a:ext cx="3265407" cy="264288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3637109A-1D7D-3712-E718-68A9767D8437}"/>
                </a:ext>
              </a:extLst>
            </p:cNvPr>
            <p:cNvSpPr txBox="1"/>
            <p:nvPr/>
          </p:nvSpPr>
          <p:spPr>
            <a:xfrm>
              <a:off x="576274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000" b="1" dirty="0">
                  <a:solidFill>
                    <a:schemeClr val="bg1">
                      <a:lumMod val="65000"/>
                    </a:schemeClr>
                  </a:solidFill>
                </a:rPr>
                <a:t>SCHEDUÇER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A8DC21FE-0848-1B72-55E9-48EADB4DE2F2}"/>
                </a:ext>
              </a:extLst>
            </p:cNvPr>
            <p:cNvSpPr txBox="1"/>
            <p:nvPr/>
          </p:nvSpPr>
          <p:spPr>
            <a:xfrm>
              <a:off x="2218140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r"/>
              <a:r>
                <a:rPr lang="pt-BR" sz="10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Cosine</a:t>
              </a:r>
              <a:r>
                <a:rPr lang="pt-BR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pt-BR" sz="10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Annealing</a:t>
              </a:r>
              <a:endParaRPr lang="pt-BR" sz="10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EB1E3597-2ABC-4711-6DDE-AACA5332F0B4}"/>
              </a:ext>
            </a:extLst>
          </p:cNvPr>
          <p:cNvSpPr txBox="1"/>
          <p:nvPr/>
        </p:nvSpPr>
        <p:spPr>
          <a:xfrm>
            <a:off x="450929" y="5040619"/>
            <a:ext cx="2882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REGULARIZAÇÃO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CD9058E0-70DC-B4A7-B8E4-4F0609D5F976}"/>
              </a:ext>
            </a:extLst>
          </p:cNvPr>
          <p:cNvGrpSpPr/>
          <p:nvPr/>
        </p:nvGrpSpPr>
        <p:grpSpPr>
          <a:xfrm>
            <a:off x="498870" y="5380507"/>
            <a:ext cx="3265407" cy="264288"/>
            <a:chOff x="498870" y="2285033"/>
            <a:chExt cx="3265407" cy="264288"/>
          </a:xfrm>
        </p:grpSpPr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DBAAD320-289C-0EE5-7D08-A2B60AB12AE1}"/>
                </a:ext>
              </a:extLst>
            </p:cNvPr>
            <p:cNvSpPr/>
            <p:nvPr/>
          </p:nvSpPr>
          <p:spPr>
            <a:xfrm>
              <a:off x="498870" y="2285033"/>
              <a:ext cx="3265407" cy="264288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7B698A8F-3C0F-CECE-06E8-318FBD5AFA2E}"/>
                </a:ext>
              </a:extLst>
            </p:cNvPr>
            <p:cNvSpPr txBox="1"/>
            <p:nvPr/>
          </p:nvSpPr>
          <p:spPr>
            <a:xfrm>
              <a:off x="576274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000" b="1" dirty="0">
                  <a:solidFill>
                    <a:schemeClr val="bg1">
                      <a:lumMod val="65000"/>
                    </a:schemeClr>
                  </a:solidFill>
                </a:rPr>
                <a:t>DROPOUT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0A4196B0-C57A-4185-A70C-C016F59A96F4}"/>
                </a:ext>
              </a:extLst>
            </p:cNvPr>
            <p:cNvSpPr txBox="1"/>
            <p:nvPr/>
          </p:nvSpPr>
          <p:spPr>
            <a:xfrm>
              <a:off x="2218140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r"/>
              <a:r>
                <a:rPr lang="pt-BR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 = 0.4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1C070546-CBDF-84FD-4A28-CB932B5F0739}"/>
              </a:ext>
            </a:extLst>
          </p:cNvPr>
          <p:cNvGrpSpPr/>
          <p:nvPr/>
        </p:nvGrpSpPr>
        <p:grpSpPr>
          <a:xfrm>
            <a:off x="498870" y="5786751"/>
            <a:ext cx="3265407" cy="264288"/>
            <a:chOff x="498870" y="2285033"/>
            <a:chExt cx="3265407" cy="264288"/>
          </a:xfrm>
        </p:grpSpPr>
        <p:sp>
          <p:nvSpPr>
            <p:cNvPr id="190" name="Rectangle: Rounded Corners 189">
              <a:extLst>
                <a:ext uri="{FF2B5EF4-FFF2-40B4-BE49-F238E27FC236}">
                  <a16:creationId xmlns:a16="http://schemas.microsoft.com/office/drawing/2014/main" id="{7F972E37-545E-01BA-D047-4A5C69B14BBB}"/>
                </a:ext>
              </a:extLst>
            </p:cNvPr>
            <p:cNvSpPr/>
            <p:nvPr/>
          </p:nvSpPr>
          <p:spPr>
            <a:xfrm>
              <a:off x="498870" y="2285033"/>
              <a:ext cx="3265407" cy="264288"/>
            </a:xfrm>
            <a:prstGeom prst="roundRect">
              <a:avLst>
                <a:gd name="adj" fmla="val 6964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19D0C582-F1BA-8352-726C-F01DB8AB3693}"/>
                </a:ext>
              </a:extLst>
            </p:cNvPr>
            <p:cNvSpPr txBox="1"/>
            <p:nvPr/>
          </p:nvSpPr>
          <p:spPr>
            <a:xfrm>
              <a:off x="576274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000" b="1" dirty="0">
                  <a:solidFill>
                    <a:schemeClr val="bg1">
                      <a:lumMod val="65000"/>
                    </a:schemeClr>
                  </a:solidFill>
                </a:rPr>
                <a:t>NORMALIZATION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5A6E9FC5-4D17-88FE-CC01-EE33A31D865D}"/>
                </a:ext>
              </a:extLst>
            </p:cNvPr>
            <p:cNvSpPr txBox="1"/>
            <p:nvPr/>
          </p:nvSpPr>
          <p:spPr>
            <a:xfrm>
              <a:off x="2218140" y="2294067"/>
              <a:ext cx="143667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r"/>
              <a:r>
                <a:rPr lang="pt-BR" sz="10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LayerNorm</a:t>
              </a:r>
              <a:endParaRPr lang="pt-BR" sz="10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F6EE29B-7E57-E3C5-B40A-FA02B6BE0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22" y="1485837"/>
            <a:ext cx="342948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5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052AA-2810-8065-0F77-C20AB186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9CCAAFF9-864F-D741-C0C7-64BBC8556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667" y="3164780"/>
            <a:ext cx="6118225" cy="2996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1BD00BA7-26D9-E08B-CA99-C3A518C15D1F}"/>
              </a:ext>
            </a:extLst>
          </p:cNvPr>
          <p:cNvSpPr/>
          <p:nvPr/>
        </p:nvSpPr>
        <p:spPr>
          <a:xfrm flipH="1">
            <a:off x="8085220" y="3043778"/>
            <a:ext cx="3770892" cy="1482501"/>
          </a:xfrm>
          <a:prstGeom prst="roundRect">
            <a:avLst>
              <a:gd name="adj" fmla="val 6964"/>
            </a:avLst>
          </a:prstGeom>
          <a:solidFill>
            <a:srgbClr val="2121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43B401-EB38-86D2-E9FD-0FEC7B17BA1E}"/>
              </a:ext>
            </a:extLst>
          </p:cNvPr>
          <p:cNvSpPr txBox="1"/>
          <p:nvPr/>
        </p:nvSpPr>
        <p:spPr>
          <a:xfrm>
            <a:off x="342899" y="502920"/>
            <a:ext cx="9580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Resultados </a:t>
            </a:r>
            <a:r>
              <a:rPr lang="pt-BR" sz="4400" b="1" dirty="0">
                <a:solidFill>
                  <a:srgbClr val="059669"/>
                </a:solidFill>
              </a:rPr>
              <a:t>&amp; Impacto</a:t>
            </a:r>
            <a:endParaRPr lang="en-US" sz="4400" b="1" dirty="0">
              <a:solidFill>
                <a:srgbClr val="059669"/>
              </a:solidFill>
            </a:endParaRPr>
          </a:p>
        </p:txBody>
      </p: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0526E617-E690-B8E0-4342-F062BCAA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10</a:t>
            </a:fld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6B3CDAB-D8CD-D382-BAA9-C3017C9A6A8D}"/>
              </a:ext>
            </a:extLst>
          </p:cNvPr>
          <p:cNvCxnSpPr>
            <a:cxnSpLocks/>
          </p:cNvCxnSpPr>
          <p:nvPr/>
        </p:nvCxnSpPr>
        <p:spPr>
          <a:xfrm>
            <a:off x="285082" y="6356350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0A2E9E00-5DEB-017D-21D4-14631948AA27}"/>
              </a:ext>
            </a:extLst>
          </p:cNvPr>
          <p:cNvGrpSpPr/>
          <p:nvPr/>
        </p:nvGrpSpPr>
        <p:grpSpPr>
          <a:xfrm>
            <a:off x="342900" y="319474"/>
            <a:ext cx="4883618" cy="261610"/>
            <a:chOff x="342900" y="319474"/>
            <a:chExt cx="4883618" cy="261610"/>
          </a:xfrm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14E60260-03B0-67D4-C335-A96D851EDC41}"/>
                </a:ext>
              </a:extLst>
            </p:cNvPr>
            <p:cNvSpPr/>
            <p:nvPr/>
          </p:nvSpPr>
          <p:spPr>
            <a:xfrm>
              <a:off x="389467" y="319474"/>
              <a:ext cx="1676821" cy="261610"/>
            </a:xfrm>
            <a:prstGeom prst="roundRect">
              <a:avLst>
                <a:gd name="adj" fmla="val 49435"/>
              </a:avLst>
            </a:prstGeom>
            <a:solidFill>
              <a:srgbClr val="D1FA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B7E3F57-C4E6-13C8-A600-6082F78A5B0B}"/>
                </a:ext>
              </a:extLst>
            </p:cNvPr>
            <p:cNvSpPr txBox="1"/>
            <p:nvPr/>
          </p:nvSpPr>
          <p:spPr>
            <a:xfrm>
              <a:off x="342900" y="319474"/>
              <a:ext cx="17699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pPr algn="ctr"/>
              <a:r>
                <a:rPr lang="pt-BR" sz="1100" b="1" dirty="0">
                  <a:solidFill>
                    <a:srgbClr val="059669"/>
                  </a:solidFill>
                </a:rPr>
                <a:t>AVALIAÇÃO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F95D53C-85B6-29EB-7568-4DDECAA0C8D6}"/>
                </a:ext>
              </a:extLst>
            </p:cNvPr>
            <p:cNvSpPr txBox="1"/>
            <p:nvPr/>
          </p:nvSpPr>
          <p:spPr>
            <a:xfrm>
              <a:off x="2071368" y="319474"/>
              <a:ext cx="31551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|   MÉTRICAS DE PERFORMANCE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27F18F7-EE59-ADBF-FA32-5596EEEA09B1}"/>
              </a:ext>
            </a:extLst>
          </p:cNvPr>
          <p:cNvCxnSpPr>
            <a:cxnSpLocks/>
          </p:cNvCxnSpPr>
          <p:nvPr/>
        </p:nvCxnSpPr>
        <p:spPr>
          <a:xfrm>
            <a:off x="335882" y="1280146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9BEAB33-9846-4EA8-EC78-98A01CACF9FC}"/>
              </a:ext>
            </a:extLst>
          </p:cNvPr>
          <p:cNvSpPr/>
          <p:nvPr/>
        </p:nvSpPr>
        <p:spPr>
          <a:xfrm flipH="1">
            <a:off x="354831" y="3042631"/>
            <a:ext cx="7503897" cy="3157033"/>
          </a:xfrm>
          <a:prstGeom prst="roundRect">
            <a:avLst>
              <a:gd name="adj" fmla="val 6964"/>
            </a:avLst>
          </a:prstGeom>
          <a:noFill/>
          <a:ln>
            <a:solidFill>
              <a:srgbClr val="E4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3FBADDE-320D-5EA2-73AC-C84ACF28155B}"/>
              </a:ext>
            </a:extLst>
          </p:cNvPr>
          <p:cNvGrpSpPr/>
          <p:nvPr/>
        </p:nvGrpSpPr>
        <p:grpSpPr>
          <a:xfrm>
            <a:off x="335881" y="1455808"/>
            <a:ext cx="3501593" cy="1411164"/>
            <a:chOff x="335881" y="1455808"/>
            <a:chExt cx="3501593" cy="141116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F1D212D-442C-12A0-2C1E-0553B169AA01}"/>
                </a:ext>
              </a:extLst>
            </p:cNvPr>
            <p:cNvSpPr/>
            <p:nvPr/>
          </p:nvSpPr>
          <p:spPr>
            <a:xfrm flipH="1">
              <a:off x="335881" y="1455808"/>
              <a:ext cx="3501593" cy="1411164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9F46622-ED1B-95FC-94FA-9124A1BFEDF3}"/>
                </a:ext>
              </a:extLst>
            </p:cNvPr>
            <p:cNvGrpSpPr/>
            <p:nvPr/>
          </p:nvGrpSpPr>
          <p:grpSpPr>
            <a:xfrm>
              <a:off x="425371" y="1573555"/>
              <a:ext cx="3273093" cy="1136733"/>
              <a:chOff x="425371" y="1573555"/>
              <a:chExt cx="3273093" cy="1136733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52B26B-E2DB-2B6E-6309-536DDEB98170}"/>
                  </a:ext>
                </a:extLst>
              </p:cNvPr>
              <p:cNvSpPr txBox="1"/>
              <p:nvPr/>
            </p:nvSpPr>
            <p:spPr>
              <a:xfrm>
                <a:off x="474892" y="1573555"/>
                <a:ext cx="3223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r>
                  <a:rPr lang="en-US" sz="1800" dirty="0"/>
                  <a:t>R² SCORE (GLOBAL)</a:t>
                </a: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C52354D3-E283-A1AB-F5B5-5A10EDBF2555}"/>
                  </a:ext>
                </a:extLst>
              </p:cNvPr>
              <p:cNvGrpSpPr/>
              <p:nvPr/>
            </p:nvGrpSpPr>
            <p:grpSpPr>
              <a:xfrm>
                <a:off x="425371" y="1920729"/>
                <a:ext cx="2808896" cy="789559"/>
                <a:chOff x="425371" y="1920729"/>
                <a:chExt cx="2808896" cy="789559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F480C1D-DF16-66BD-895B-3A2E3A89A725}"/>
                    </a:ext>
                  </a:extLst>
                </p:cNvPr>
                <p:cNvSpPr txBox="1"/>
                <p:nvPr/>
              </p:nvSpPr>
              <p:spPr>
                <a:xfrm>
                  <a:off x="425371" y="2402511"/>
                  <a:ext cx="280889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en-US" sz="14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Melhor</a:t>
                  </a:r>
                  <a:r>
                    <a:rPr lang="en-US" sz="14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 performance: </a:t>
                  </a:r>
                  <a:r>
                    <a:rPr lang="en-US" sz="1400" dirty="0">
                      <a:solidFill>
                        <a:srgbClr val="6181F5"/>
                      </a:solidFill>
                    </a:rPr>
                    <a:t>CN (0.78)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4C45AB9-2379-1505-028E-9AC3454E9B0A}"/>
                    </a:ext>
                  </a:extLst>
                </p:cNvPr>
                <p:cNvSpPr txBox="1"/>
                <p:nvPr/>
              </p:nvSpPr>
              <p:spPr>
                <a:xfrm>
                  <a:off x="474892" y="1920729"/>
                  <a:ext cx="205664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en-US" sz="3200" dirty="0">
                      <a:solidFill>
                        <a:srgbClr val="4F46E5"/>
                      </a:solidFill>
                    </a:rPr>
                    <a:t>0.72-0.78</a:t>
                  </a:r>
                </a:p>
              </p:txBody>
            </p:sp>
          </p:grpSp>
        </p:grp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529FD937-9C99-AC82-BB9B-B49588523BC9}"/>
              </a:ext>
            </a:extLst>
          </p:cNvPr>
          <p:cNvSpPr txBox="1"/>
          <p:nvPr/>
        </p:nvSpPr>
        <p:spPr>
          <a:xfrm>
            <a:off x="8169300" y="3391536"/>
            <a:ext cx="363601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>
                <a:solidFill>
                  <a:schemeClr val="bg1"/>
                </a:solidFill>
              </a:rPr>
              <a:t>“O modelo se mostrou capaz de aprender </a:t>
            </a:r>
            <a:r>
              <a:rPr lang="pt-BR" sz="1100" b="1" i="1" u="sng" dirty="0">
                <a:solidFill>
                  <a:schemeClr val="bg1"/>
                </a:solidFill>
              </a:rPr>
              <a:t>padrões socioeducacionais complexos</a:t>
            </a:r>
            <a:r>
              <a:rPr lang="pt-BR" sz="1100" i="1" dirty="0">
                <a:solidFill>
                  <a:schemeClr val="bg1"/>
                </a:solidFill>
              </a:rPr>
              <a:t> que baselines tradicionais (como </a:t>
            </a:r>
            <a:r>
              <a:rPr lang="pt-BR" sz="1100" i="1" dirty="0" err="1">
                <a:solidFill>
                  <a:schemeClr val="bg1"/>
                </a:solidFill>
              </a:rPr>
              <a:t>XGBoost</a:t>
            </a:r>
            <a:r>
              <a:rPr lang="pt-BR" sz="1100" i="1" dirty="0">
                <a:solidFill>
                  <a:schemeClr val="bg1"/>
                </a:solidFill>
              </a:rPr>
              <a:t>) não capturam.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F19DBDB-A608-DD4D-C8AE-C18786D206BA}"/>
              </a:ext>
            </a:extLst>
          </p:cNvPr>
          <p:cNvSpPr txBox="1"/>
          <p:nvPr/>
        </p:nvSpPr>
        <p:spPr>
          <a:xfrm>
            <a:off x="8169301" y="3083792"/>
            <a:ext cx="2705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Interpretação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5406DE6-4A0E-7B40-8DAF-03A294E4AF0E}"/>
              </a:ext>
            </a:extLst>
          </p:cNvPr>
          <p:cNvSpPr txBox="1"/>
          <p:nvPr/>
        </p:nvSpPr>
        <p:spPr>
          <a:xfrm>
            <a:off x="8169300" y="4003261"/>
            <a:ext cx="363601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A estrutura de grafo permitiu inferir notas baseadas na </a:t>
            </a:r>
            <a:r>
              <a:rPr lang="pt-BR" sz="1100" b="1" dirty="0">
                <a:solidFill>
                  <a:schemeClr val="bg1"/>
                </a:solidFill>
              </a:rPr>
              <a:t>vizinhança escolar</a:t>
            </a:r>
            <a:r>
              <a:rPr lang="pt-BR" sz="1100" dirty="0">
                <a:solidFill>
                  <a:schemeClr val="bg1"/>
                </a:solidFill>
              </a:rPr>
              <a:t> do aluno.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4B904E-8BA7-98E0-E224-9DEE8901C395}"/>
              </a:ext>
            </a:extLst>
          </p:cNvPr>
          <p:cNvGrpSpPr/>
          <p:nvPr/>
        </p:nvGrpSpPr>
        <p:grpSpPr>
          <a:xfrm>
            <a:off x="8354520" y="1455807"/>
            <a:ext cx="3501593" cy="1411164"/>
            <a:chOff x="335881" y="1455808"/>
            <a:chExt cx="3501593" cy="141116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65D662E-D191-50C0-C04B-4AC57382C753}"/>
                </a:ext>
              </a:extLst>
            </p:cNvPr>
            <p:cNvSpPr/>
            <p:nvPr/>
          </p:nvSpPr>
          <p:spPr>
            <a:xfrm flipH="1">
              <a:off x="335881" y="1455808"/>
              <a:ext cx="3501593" cy="1411164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9126CE4-6B59-34D1-2BFD-8BFD4D2D2BB3}"/>
                </a:ext>
              </a:extLst>
            </p:cNvPr>
            <p:cNvGrpSpPr/>
            <p:nvPr/>
          </p:nvGrpSpPr>
          <p:grpSpPr>
            <a:xfrm>
              <a:off x="425371" y="1573555"/>
              <a:ext cx="3273093" cy="1136733"/>
              <a:chOff x="425371" y="1573555"/>
              <a:chExt cx="3273093" cy="1136733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0C769C-FC1C-BDBA-2D49-F98874923902}"/>
                  </a:ext>
                </a:extLst>
              </p:cNvPr>
              <p:cNvSpPr txBox="1"/>
              <p:nvPr/>
            </p:nvSpPr>
            <p:spPr>
              <a:xfrm>
                <a:off x="474892" y="1573555"/>
                <a:ext cx="3223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r>
                  <a:rPr lang="en-US" sz="1800" dirty="0"/>
                  <a:t>RMSE (</a:t>
                </a:r>
                <a:r>
                  <a:rPr lang="en-US" sz="1800" dirty="0" err="1"/>
                  <a:t>Matemática</a:t>
                </a:r>
                <a:r>
                  <a:rPr lang="en-US" sz="1800" dirty="0"/>
                  <a:t>)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E3DFBF3-AF6C-41F1-411F-27745BAD7614}"/>
                  </a:ext>
                </a:extLst>
              </p:cNvPr>
              <p:cNvGrpSpPr/>
              <p:nvPr/>
            </p:nvGrpSpPr>
            <p:grpSpPr>
              <a:xfrm>
                <a:off x="425371" y="1920729"/>
                <a:ext cx="2808896" cy="789559"/>
                <a:chOff x="425371" y="1920729"/>
                <a:chExt cx="2808896" cy="789559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19D13E3-DA99-207C-458C-7C11143DBD80}"/>
                    </a:ext>
                  </a:extLst>
                </p:cNvPr>
                <p:cNvSpPr txBox="1"/>
                <p:nvPr/>
              </p:nvSpPr>
              <p:spPr>
                <a:xfrm>
                  <a:off x="425371" y="2402511"/>
                  <a:ext cx="280889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en-US" sz="14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Maior </a:t>
                  </a:r>
                  <a:r>
                    <a:rPr lang="en-US" sz="14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ganho</a:t>
                  </a:r>
                  <a:r>
                    <a:rPr lang="en-US" sz="14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 de </a:t>
                  </a:r>
                  <a:r>
                    <a:rPr lang="en-US" sz="14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precisão</a:t>
                  </a:r>
                  <a:endParaRPr lang="en-US" sz="1400" b="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DF62D3F-FFD9-FFEB-CDE7-F1FB0C3582B5}"/>
                    </a:ext>
                  </a:extLst>
                </p:cNvPr>
                <p:cNvSpPr txBox="1"/>
                <p:nvPr/>
              </p:nvSpPr>
              <p:spPr>
                <a:xfrm>
                  <a:off x="474892" y="1920729"/>
                  <a:ext cx="205664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en-US" sz="3200" dirty="0">
                      <a:solidFill>
                        <a:srgbClr val="DB297D"/>
                      </a:solidFill>
                    </a:rPr>
                    <a:t>Min</a:t>
                  </a:r>
                </a:p>
              </p:txBody>
            </p:sp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DB6E7A2-70A3-463A-31A0-D6AA441C2DDA}"/>
              </a:ext>
            </a:extLst>
          </p:cNvPr>
          <p:cNvGrpSpPr/>
          <p:nvPr/>
        </p:nvGrpSpPr>
        <p:grpSpPr>
          <a:xfrm>
            <a:off x="4345203" y="1455807"/>
            <a:ext cx="3501593" cy="1411164"/>
            <a:chOff x="335881" y="1455808"/>
            <a:chExt cx="3501593" cy="141116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14FCEDE-BE72-9AB4-3ACE-0E683C507768}"/>
                </a:ext>
              </a:extLst>
            </p:cNvPr>
            <p:cNvSpPr/>
            <p:nvPr/>
          </p:nvSpPr>
          <p:spPr>
            <a:xfrm flipH="1">
              <a:off x="335881" y="1455808"/>
              <a:ext cx="3501593" cy="1411164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D319738-26E4-7212-9138-19CBA47C24F9}"/>
                </a:ext>
              </a:extLst>
            </p:cNvPr>
            <p:cNvGrpSpPr/>
            <p:nvPr/>
          </p:nvGrpSpPr>
          <p:grpSpPr>
            <a:xfrm>
              <a:off x="425371" y="1573555"/>
              <a:ext cx="3273093" cy="1136733"/>
              <a:chOff x="425371" y="1573555"/>
              <a:chExt cx="3273093" cy="1136733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088363B-64A1-5059-735D-AF8DF8F66F0E}"/>
                  </a:ext>
                </a:extLst>
              </p:cNvPr>
              <p:cNvSpPr txBox="1"/>
              <p:nvPr/>
            </p:nvSpPr>
            <p:spPr>
              <a:xfrm>
                <a:off x="474892" y="1573555"/>
                <a:ext cx="32235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r>
                  <a:rPr lang="en-US" sz="1800" dirty="0"/>
                  <a:t>MAE (ERRO MÉDIO)</a:t>
                </a: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35433E9-B739-97B6-3793-0B7B8081AED2}"/>
                  </a:ext>
                </a:extLst>
              </p:cNvPr>
              <p:cNvGrpSpPr/>
              <p:nvPr/>
            </p:nvGrpSpPr>
            <p:grpSpPr>
              <a:xfrm>
                <a:off x="425371" y="1920729"/>
                <a:ext cx="2808896" cy="789559"/>
                <a:chOff x="425371" y="1920729"/>
                <a:chExt cx="2808896" cy="789559"/>
              </a:xfrm>
            </p:grpSpPr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31F2490-C39B-4B68-03E9-1AB3AB5C7E43}"/>
                    </a:ext>
                  </a:extLst>
                </p:cNvPr>
                <p:cNvSpPr txBox="1"/>
                <p:nvPr/>
              </p:nvSpPr>
              <p:spPr>
                <a:xfrm>
                  <a:off x="425371" y="2402511"/>
                  <a:ext cx="280889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en-US" sz="14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Comparado</a:t>
                  </a:r>
                  <a:r>
                    <a:rPr lang="en-US" sz="14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 </a:t>
                  </a:r>
                  <a:r>
                    <a:rPr lang="en-US" sz="14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ao</a:t>
                  </a:r>
                  <a:r>
                    <a:rPr lang="en-US" sz="1400" b="0" dirty="0">
                      <a:solidFill>
                        <a:schemeClr val="bg1">
                          <a:lumMod val="50000"/>
                        </a:schemeClr>
                      </a:solidFill>
                    </a:rPr>
                    <a:t> baseline </a:t>
                  </a:r>
                  <a:r>
                    <a:rPr lang="en-US" sz="1400" b="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XGBoost</a:t>
                  </a:r>
                  <a:endParaRPr lang="en-US" sz="1400" b="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2DDE9A0-B7A0-A58D-C586-DE90899ED653}"/>
                    </a:ext>
                  </a:extLst>
                </p:cNvPr>
                <p:cNvSpPr txBox="1"/>
                <p:nvPr/>
              </p:nvSpPr>
              <p:spPr>
                <a:xfrm>
                  <a:off x="474892" y="1920729"/>
                  <a:ext cx="205664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>
                    <a:defRPr sz="2000" b="1"/>
                  </a:lvl1pPr>
                </a:lstStyle>
                <a:p>
                  <a:r>
                    <a:rPr lang="en-US" sz="3200" dirty="0"/>
                    <a:t>-12%</a:t>
                  </a:r>
                </a:p>
              </p:txBody>
            </p:sp>
          </p:grpSp>
        </p:grpSp>
      </p:grp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4936736-B8AE-B406-17DA-A715980AFC52}"/>
              </a:ext>
            </a:extLst>
          </p:cNvPr>
          <p:cNvSpPr/>
          <p:nvPr/>
        </p:nvSpPr>
        <p:spPr>
          <a:xfrm flipH="1">
            <a:off x="8085215" y="4630602"/>
            <a:ext cx="3770893" cy="1569061"/>
          </a:xfrm>
          <a:prstGeom prst="roundRect">
            <a:avLst>
              <a:gd name="adj" fmla="val 6964"/>
            </a:avLst>
          </a:prstGeom>
          <a:noFill/>
          <a:ln>
            <a:solidFill>
              <a:srgbClr val="E4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2CEC5B-DE14-4BD1-F033-1E455B31E0DF}"/>
              </a:ext>
            </a:extLst>
          </p:cNvPr>
          <p:cNvSpPr txBox="1"/>
          <p:nvPr/>
        </p:nvSpPr>
        <p:spPr>
          <a:xfrm>
            <a:off x="8085215" y="4664746"/>
            <a:ext cx="2705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>
                    <a:lumMod val="75000"/>
                  </a:schemeClr>
                </a:solidFill>
              </a:rPr>
              <a:t>GANHOS ESPECÍFICOS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E1E7EEC-EA09-CDF7-16FA-01D70AB14A84}"/>
              </a:ext>
            </a:extLst>
          </p:cNvPr>
          <p:cNvGrpSpPr/>
          <p:nvPr/>
        </p:nvGrpSpPr>
        <p:grpSpPr>
          <a:xfrm>
            <a:off x="8183030" y="4970826"/>
            <a:ext cx="3547803" cy="261610"/>
            <a:chOff x="8169300" y="5027976"/>
            <a:chExt cx="3547803" cy="26161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2809BAE-73CE-475F-0F0C-2E68DBC7E3D1}"/>
                </a:ext>
              </a:extLst>
            </p:cNvPr>
            <p:cNvSpPr txBox="1"/>
            <p:nvPr/>
          </p:nvSpPr>
          <p:spPr>
            <a:xfrm>
              <a:off x="8169300" y="5027976"/>
              <a:ext cx="27051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/>
                <a:t>Ciências</a:t>
              </a:r>
              <a:r>
                <a:rPr lang="en-US" sz="1100" dirty="0"/>
                <a:t> da </a:t>
              </a:r>
              <a:r>
                <a:rPr lang="en-US" sz="1100" dirty="0" err="1"/>
                <a:t>Natureza</a:t>
              </a:r>
              <a:endParaRPr lang="en-US" sz="11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89F1598-3164-7069-0290-0DF8C3B6B458}"/>
                </a:ext>
              </a:extLst>
            </p:cNvPr>
            <p:cNvSpPr txBox="1"/>
            <p:nvPr/>
          </p:nvSpPr>
          <p:spPr>
            <a:xfrm>
              <a:off x="9012003" y="5027976"/>
              <a:ext cx="27051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b="1" dirty="0">
                  <a:solidFill>
                    <a:srgbClr val="059669"/>
                  </a:solidFill>
                </a:rPr>
                <a:t>+20% R²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F82FF13-060E-B7AD-CAD0-E9903B3FA8D6}"/>
              </a:ext>
            </a:extLst>
          </p:cNvPr>
          <p:cNvGrpSpPr/>
          <p:nvPr/>
        </p:nvGrpSpPr>
        <p:grpSpPr>
          <a:xfrm>
            <a:off x="8183030" y="5240986"/>
            <a:ext cx="3547803" cy="261610"/>
            <a:chOff x="8169300" y="5027976"/>
            <a:chExt cx="3547803" cy="26161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19966A4-00D1-F3FE-3139-7010CDE7B0EF}"/>
                </a:ext>
              </a:extLst>
            </p:cNvPr>
            <p:cNvSpPr txBox="1"/>
            <p:nvPr/>
          </p:nvSpPr>
          <p:spPr>
            <a:xfrm>
              <a:off x="8169300" y="5027976"/>
              <a:ext cx="27051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/>
                <a:t>Matemática</a:t>
              </a:r>
              <a:endParaRPr lang="en-US" sz="11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DA88CF-626F-337A-487D-FF0506F76C87}"/>
                </a:ext>
              </a:extLst>
            </p:cNvPr>
            <p:cNvSpPr txBox="1"/>
            <p:nvPr/>
          </p:nvSpPr>
          <p:spPr>
            <a:xfrm>
              <a:off x="9012003" y="5027976"/>
              <a:ext cx="27051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b="1" dirty="0">
                  <a:solidFill>
                    <a:srgbClr val="059669"/>
                  </a:solidFill>
                </a:rPr>
                <a:t>+13% R²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27EF06-BDF8-D4EC-CA6B-B9C570C66013}"/>
              </a:ext>
            </a:extLst>
          </p:cNvPr>
          <p:cNvGrpSpPr/>
          <p:nvPr/>
        </p:nvGrpSpPr>
        <p:grpSpPr>
          <a:xfrm>
            <a:off x="8183030" y="5511146"/>
            <a:ext cx="3547803" cy="430887"/>
            <a:chOff x="8169300" y="5027976"/>
            <a:chExt cx="3547803" cy="430887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482267E-912F-E32C-53D4-54F25DBD8B89}"/>
                </a:ext>
              </a:extLst>
            </p:cNvPr>
            <p:cNvSpPr txBox="1"/>
            <p:nvPr/>
          </p:nvSpPr>
          <p:spPr>
            <a:xfrm>
              <a:off x="8169300" y="5027976"/>
              <a:ext cx="27051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/>
                <a:t>Ciências</a:t>
              </a:r>
              <a:r>
                <a:rPr lang="en-US" sz="1100" dirty="0"/>
                <a:t> </a:t>
              </a:r>
              <a:r>
                <a:rPr lang="en-US" sz="1100" dirty="0" err="1"/>
                <a:t>Humanas</a:t>
              </a:r>
              <a:endParaRPr lang="en-US" sz="1100" dirty="0"/>
            </a:p>
            <a:p>
              <a:endParaRPr lang="en-US" sz="11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43458CE-FB56-D9C8-89BD-88EDF6C10046}"/>
                </a:ext>
              </a:extLst>
            </p:cNvPr>
            <p:cNvSpPr txBox="1"/>
            <p:nvPr/>
          </p:nvSpPr>
          <p:spPr>
            <a:xfrm>
              <a:off x="9012003" y="5027976"/>
              <a:ext cx="27051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b="1" dirty="0">
                  <a:solidFill>
                    <a:srgbClr val="059669"/>
                  </a:solidFill>
                </a:rPr>
                <a:t>+12% R²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F582EC5-E430-FE67-F51B-2F4ECC016080}"/>
              </a:ext>
            </a:extLst>
          </p:cNvPr>
          <p:cNvGrpSpPr/>
          <p:nvPr/>
        </p:nvGrpSpPr>
        <p:grpSpPr>
          <a:xfrm>
            <a:off x="8183030" y="5781306"/>
            <a:ext cx="3547803" cy="261610"/>
            <a:chOff x="8169300" y="5027976"/>
            <a:chExt cx="3547803" cy="26161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4B853D5-D2E1-9398-6045-ED316631F32D}"/>
                </a:ext>
              </a:extLst>
            </p:cNvPr>
            <p:cNvSpPr txBox="1"/>
            <p:nvPr/>
          </p:nvSpPr>
          <p:spPr>
            <a:xfrm>
              <a:off x="8169300" y="5027976"/>
              <a:ext cx="27051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/>
                <a:t>Linguagens</a:t>
              </a:r>
              <a:r>
                <a:rPr lang="en-US" sz="1100" dirty="0"/>
                <a:t> e Código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FD42CBF-38A8-5213-69AB-094F68E3BA61}"/>
                </a:ext>
              </a:extLst>
            </p:cNvPr>
            <p:cNvSpPr txBox="1"/>
            <p:nvPr/>
          </p:nvSpPr>
          <p:spPr>
            <a:xfrm>
              <a:off x="9012003" y="5027976"/>
              <a:ext cx="27051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b="1" dirty="0">
                  <a:solidFill>
                    <a:srgbClr val="059669"/>
                  </a:solidFill>
                </a:rPr>
                <a:t>+16% R²</a:t>
              </a:r>
            </a:p>
          </p:txBody>
        </p:sp>
      </p:grpSp>
      <p:sp>
        <p:nvSpPr>
          <p:cNvPr id="12" name="Arrow: Up 11">
            <a:extLst>
              <a:ext uri="{FF2B5EF4-FFF2-40B4-BE49-F238E27FC236}">
                <a16:creationId xmlns:a16="http://schemas.microsoft.com/office/drawing/2014/main" id="{C449DB08-24AC-3DFE-CE74-43023864D1B6}"/>
              </a:ext>
            </a:extLst>
          </p:cNvPr>
          <p:cNvSpPr/>
          <p:nvPr/>
        </p:nvSpPr>
        <p:spPr>
          <a:xfrm>
            <a:off x="2328333" y="2200581"/>
            <a:ext cx="125307" cy="154606"/>
          </a:xfrm>
          <a:prstGeom prst="upArrow">
            <a:avLst/>
          </a:prstGeom>
          <a:solidFill>
            <a:srgbClr val="059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1FD50878-6B25-EBD6-6870-16D7B79069DF}"/>
              </a:ext>
            </a:extLst>
          </p:cNvPr>
          <p:cNvSpPr/>
          <p:nvPr/>
        </p:nvSpPr>
        <p:spPr>
          <a:xfrm flipV="1">
            <a:off x="5512534" y="2200581"/>
            <a:ext cx="125307" cy="154606"/>
          </a:xfrm>
          <a:prstGeom prst="upArrow">
            <a:avLst/>
          </a:prstGeom>
          <a:solidFill>
            <a:srgbClr val="DB29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182C7DD-7356-65A6-7BDA-88336BA68063}"/>
              </a:ext>
            </a:extLst>
          </p:cNvPr>
          <p:cNvSpPr txBox="1"/>
          <p:nvPr/>
        </p:nvSpPr>
        <p:spPr>
          <a:xfrm>
            <a:off x="1604704" y="3132613"/>
            <a:ext cx="4440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600" dirty="0" err="1"/>
              <a:t>Comparativo</a:t>
            </a:r>
            <a:r>
              <a:rPr lang="en-US" sz="1600" dirty="0"/>
              <a:t>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Área</a:t>
            </a:r>
            <a:r>
              <a:rPr lang="en-US" sz="1600" dirty="0"/>
              <a:t> de </a:t>
            </a:r>
            <a:r>
              <a:rPr lang="en-US" sz="1600" dirty="0" err="1"/>
              <a:t>Conhecimento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66C0F7-89BD-D85F-4882-FABA6D66CDA6}"/>
              </a:ext>
            </a:extLst>
          </p:cNvPr>
          <p:cNvSpPr txBox="1"/>
          <p:nvPr/>
        </p:nvSpPr>
        <p:spPr>
          <a:xfrm>
            <a:off x="2430052" y="2136172"/>
            <a:ext cx="853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US" sz="1400" dirty="0">
                <a:solidFill>
                  <a:srgbClr val="029567"/>
                </a:solidFill>
              </a:rPr>
              <a:t>4p.p.</a:t>
            </a:r>
          </a:p>
        </p:txBody>
      </p:sp>
    </p:spTree>
    <p:extLst>
      <p:ext uri="{BB962C8B-B14F-4D97-AF65-F5344CB8AC3E}">
        <p14:creationId xmlns:p14="http://schemas.microsoft.com/office/powerpoint/2010/main" val="1168052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11C8-94D5-8355-DE2C-17BE38D1F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146DCE-BA2B-0DA7-8F16-5688F7F6127C}"/>
              </a:ext>
            </a:extLst>
          </p:cNvPr>
          <p:cNvSpPr txBox="1"/>
          <p:nvPr/>
        </p:nvSpPr>
        <p:spPr>
          <a:xfrm>
            <a:off x="342899" y="502920"/>
            <a:ext cx="9580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Considerações </a:t>
            </a:r>
            <a:r>
              <a:rPr lang="pt-BR" sz="4400" b="1" dirty="0">
                <a:solidFill>
                  <a:srgbClr val="1D4ED8"/>
                </a:solidFill>
              </a:rPr>
              <a:t>Finais</a:t>
            </a:r>
            <a:endParaRPr lang="en-US" sz="4400" b="1" dirty="0">
              <a:solidFill>
                <a:srgbClr val="1D4ED8"/>
              </a:solidFill>
            </a:endParaRPr>
          </a:p>
        </p:txBody>
      </p: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05D6F1AA-031C-8A54-49EA-C1262E49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11</a:t>
            </a:fld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97F8503-D928-070D-E271-780D92A4E40B}"/>
              </a:ext>
            </a:extLst>
          </p:cNvPr>
          <p:cNvCxnSpPr>
            <a:cxnSpLocks/>
          </p:cNvCxnSpPr>
          <p:nvPr/>
        </p:nvCxnSpPr>
        <p:spPr>
          <a:xfrm>
            <a:off x="285082" y="5235796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2B5C685-AC9D-EA74-4E0C-91ACCA2C2044}"/>
              </a:ext>
            </a:extLst>
          </p:cNvPr>
          <p:cNvGrpSpPr/>
          <p:nvPr/>
        </p:nvGrpSpPr>
        <p:grpSpPr>
          <a:xfrm>
            <a:off x="342900" y="319474"/>
            <a:ext cx="4883618" cy="261610"/>
            <a:chOff x="342900" y="319474"/>
            <a:chExt cx="4883618" cy="261610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76B7DA1C-4600-5D7A-91EC-11E114E2E281}"/>
                </a:ext>
              </a:extLst>
            </p:cNvPr>
            <p:cNvGrpSpPr/>
            <p:nvPr/>
          </p:nvGrpSpPr>
          <p:grpSpPr>
            <a:xfrm>
              <a:off x="342900" y="319474"/>
              <a:ext cx="1769954" cy="261610"/>
              <a:chOff x="342900" y="319474"/>
              <a:chExt cx="1769954" cy="261610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E074ADF7-D4AC-7DEA-B170-EFECFC8B098F}"/>
                  </a:ext>
                </a:extLst>
              </p:cNvPr>
              <p:cNvSpPr/>
              <p:nvPr/>
            </p:nvSpPr>
            <p:spPr>
              <a:xfrm>
                <a:off x="389467" y="319474"/>
                <a:ext cx="1676821" cy="261610"/>
              </a:xfrm>
              <a:prstGeom prst="roundRect">
                <a:avLst>
                  <a:gd name="adj" fmla="val 49435"/>
                </a:avLst>
              </a:prstGeom>
              <a:solidFill>
                <a:srgbClr val="E0E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7B49A9D-3693-4A7A-4D36-D5158B5D8ADB}"/>
                  </a:ext>
                </a:extLst>
              </p:cNvPr>
              <p:cNvSpPr txBox="1"/>
              <p:nvPr/>
            </p:nvSpPr>
            <p:spPr>
              <a:xfrm>
                <a:off x="342900" y="319474"/>
                <a:ext cx="17699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ctr"/>
                <a:r>
                  <a:rPr lang="pt-BR" sz="1100" b="1" dirty="0">
                    <a:solidFill>
                      <a:srgbClr val="1D4ED8"/>
                    </a:solidFill>
                  </a:rPr>
                  <a:t>CONCLUSÃO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2F51BE2-E6B6-6372-4E81-F011A0C3FC52}"/>
                </a:ext>
              </a:extLst>
            </p:cNvPr>
            <p:cNvSpPr txBox="1"/>
            <p:nvPr/>
          </p:nvSpPr>
          <p:spPr>
            <a:xfrm>
              <a:off x="2071368" y="319474"/>
              <a:ext cx="31551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    WRAP-UP DO PROJETO</a:t>
              </a:r>
            </a:p>
          </p:txBody>
        </p:sp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A51557E6-7258-597B-C9C4-600CA667239F}"/>
              </a:ext>
            </a:extLst>
          </p:cNvPr>
          <p:cNvGrpSpPr/>
          <p:nvPr/>
        </p:nvGrpSpPr>
        <p:grpSpPr>
          <a:xfrm>
            <a:off x="8185094" y="2138143"/>
            <a:ext cx="3679118" cy="1092345"/>
            <a:chOff x="8040120" y="2748480"/>
            <a:chExt cx="3884160" cy="1092345"/>
          </a:xfrm>
        </p:grpSpPr>
        <p:sp>
          <p:nvSpPr>
            <p:cNvPr id="63" name="Rectangle: Rounded Corners 76">
              <a:extLst>
                <a:ext uri="{FF2B5EF4-FFF2-40B4-BE49-F238E27FC236}">
                  <a16:creationId xmlns:a16="http://schemas.microsoft.com/office/drawing/2014/main" id="{2D8D2DC6-B17C-BD11-4294-A1D4BCC0B8E1}"/>
                </a:ext>
              </a:extLst>
            </p:cNvPr>
            <p:cNvSpPr/>
            <p:nvPr/>
          </p:nvSpPr>
          <p:spPr>
            <a:xfrm flipH="1">
              <a:off x="8040120" y="2748480"/>
              <a:ext cx="3884160" cy="1092345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TextBox 81">
              <a:extLst>
                <a:ext uri="{FF2B5EF4-FFF2-40B4-BE49-F238E27FC236}">
                  <a16:creationId xmlns:a16="http://schemas.microsoft.com/office/drawing/2014/main" id="{20146767-BF0C-A301-B1B0-90CC0A77D395}"/>
                </a:ext>
              </a:extLst>
            </p:cNvPr>
            <p:cNvSpPr txBox="1"/>
            <p:nvPr/>
          </p:nvSpPr>
          <p:spPr>
            <a:xfrm>
              <a:off x="8204572" y="2855967"/>
              <a:ext cx="30012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pt-BR" sz="1800" dirty="0">
                  <a:solidFill>
                    <a:srgbClr val="8253C2"/>
                  </a:solidFill>
                </a:rPr>
                <a:t>RIGOR + CLAREZA</a:t>
              </a:r>
              <a:endParaRPr lang="en-US" sz="1800" dirty="0">
                <a:solidFill>
                  <a:srgbClr val="8253C2"/>
                </a:solidFill>
              </a:endParaRPr>
            </a:p>
          </p:txBody>
        </p:sp>
        <p:sp>
          <p:nvSpPr>
            <p:cNvPr id="67" name="TextBox 82">
              <a:extLst>
                <a:ext uri="{FF2B5EF4-FFF2-40B4-BE49-F238E27FC236}">
                  <a16:creationId xmlns:a16="http://schemas.microsoft.com/office/drawing/2014/main" id="{2C9B0AEC-09DC-C83B-AEE2-1191832FD874}"/>
                </a:ext>
              </a:extLst>
            </p:cNvPr>
            <p:cNvSpPr txBox="1"/>
            <p:nvPr/>
          </p:nvSpPr>
          <p:spPr>
            <a:xfrm>
              <a:off x="8204572" y="3208543"/>
              <a:ext cx="36195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0"/>
              </a:lvl1pPr>
            </a:lstStyle>
            <a:p>
              <a:r>
                <a:rPr lang="pt-BR" dirty="0"/>
                <a:t>Equilíbrio entre profundidade técnica (</a:t>
              </a:r>
              <a:r>
                <a:rPr lang="pt-BR" dirty="0" err="1"/>
                <a:t>PyTorch</a:t>
              </a:r>
              <a:r>
                <a:rPr lang="pt-BR" dirty="0"/>
                <a:t> </a:t>
              </a:r>
              <a:r>
                <a:rPr lang="pt-BR" dirty="0" err="1"/>
                <a:t>Geometric</a:t>
              </a:r>
              <a:r>
                <a:rPr lang="pt-BR" dirty="0"/>
                <a:t>) e didática para não-técnicos.</a:t>
              </a:r>
              <a:endParaRPr lang="en-US" dirty="0"/>
            </a:p>
          </p:txBody>
        </p:sp>
      </p:grpSp>
      <p:grpSp>
        <p:nvGrpSpPr>
          <p:cNvPr id="94" name="Agrupar 93">
            <a:extLst>
              <a:ext uri="{FF2B5EF4-FFF2-40B4-BE49-F238E27FC236}">
                <a16:creationId xmlns:a16="http://schemas.microsoft.com/office/drawing/2014/main" id="{1931B040-EA69-EF9E-4FF3-07BEA9E88E06}"/>
              </a:ext>
            </a:extLst>
          </p:cNvPr>
          <p:cNvGrpSpPr/>
          <p:nvPr/>
        </p:nvGrpSpPr>
        <p:grpSpPr>
          <a:xfrm>
            <a:off x="8185094" y="3406859"/>
            <a:ext cx="3679118" cy="1106394"/>
            <a:chOff x="8040120" y="2748480"/>
            <a:chExt cx="3884160" cy="1106394"/>
          </a:xfrm>
        </p:grpSpPr>
        <p:sp>
          <p:nvSpPr>
            <p:cNvPr id="95" name="Rectangle: Rounded Corners 76">
              <a:extLst>
                <a:ext uri="{FF2B5EF4-FFF2-40B4-BE49-F238E27FC236}">
                  <a16:creationId xmlns:a16="http://schemas.microsoft.com/office/drawing/2014/main" id="{56992791-9F4F-B4F8-9D21-E8611DE70E1D}"/>
                </a:ext>
              </a:extLst>
            </p:cNvPr>
            <p:cNvSpPr/>
            <p:nvPr/>
          </p:nvSpPr>
          <p:spPr>
            <a:xfrm flipH="1">
              <a:off x="8040120" y="2748480"/>
              <a:ext cx="3884160" cy="1092345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TextBox 81">
              <a:extLst>
                <a:ext uri="{FF2B5EF4-FFF2-40B4-BE49-F238E27FC236}">
                  <a16:creationId xmlns:a16="http://schemas.microsoft.com/office/drawing/2014/main" id="{8B952AC2-E73C-FF4C-F3F0-D31421F2D9ED}"/>
                </a:ext>
              </a:extLst>
            </p:cNvPr>
            <p:cNvSpPr txBox="1"/>
            <p:nvPr/>
          </p:nvSpPr>
          <p:spPr>
            <a:xfrm>
              <a:off x="8204572" y="2855967"/>
              <a:ext cx="30012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pt-BR" sz="1800" dirty="0">
                  <a:solidFill>
                    <a:srgbClr val="8253C2"/>
                  </a:solidFill>
                </a:rPr>
                <a:t>PROBLEMA REAL</a:t>
              </a:r>
              <a:endParaRPr lang="en-US" sz="1800" dirty="0">
                <a:solidFill>
                  <a:srgbClr val="8253C2"/>
                </a:solidFill>
              </a:endParaRPr>
            </a:p>
          </p:txBody>
        </p:sp>
        <p:sp>
          <p:nvSpPr>
            <p:cNvPr id="98" name="TextBox 82">
              <a:extLst>
                <a:ext uri="{FF2B5EF4-FFF2-40B4-BE49-F238E27FC236}">
                  <a16:creationId xmlns:a16="http://schemas.microsoft.com/office/drawing/2014/main" id="{06BEA202-1167-1FB1-50B3-31F83F315C59}"/>
                </a:ext>
              </a:extLst>
            </p:cNvPr>
            <p:cNvSpPr txBox="1"/>
            <p:nvPr/>
          </p:nvSpPr>
          <p:spPr>
            <a:xfrm>
              <a:off x="8204572" y="3208543"/>
              <a:ext cx="36195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0"/>
              </a:lvl1pPr>
            </a:lstStyle>
            <a:p>
              <a:r>
                <a:rPr lang="pt-BR" dirty="0"/>
                <a:t>Solução aplicada a uma dor latente de 5,5 milhões de pessoas, não apenas um exercício teórico.</a:t>
              </a:r>
              <a:endParaRPr lang="en-US" dirty="0"/>
            </a:p>
          </p:txBody>
        </p: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B8EA5ADB-A362-898E-392D-F6FB9A103B5A}"/>
              </a:ext>
            </a:extLst>
          </p:cNvPr>
          <p:cNvGrpSpPr/>
          <p:nvPr/>
        </p:nvGrpSpPr>
        <p:grpSpPr>
          <a:xfrm>
            <a:off x="8185094" y="4689624"/>
            <a:ext cx="3679118" cy="1092345"/>
            <a:chOff x="8040120" y="2748480"/>
            <a:chExt cx="3884160" cy="1092345"/>
          </a:xfrm>
        </p:grpSpPr>
        <p:sp>
          <p:nvSpPr>
            <p:cNvPr id="100" name="Rectangle: Rounded Corners 76">
              <a:extLst>
                <a:ext uri="{FF2B5EF4-FFF2-40B4-BE49-F238E27FC236}">
                  <a16:creationId xmlns:a16="http://schemas.microsoft.com/office/drawing/2014/main" id="{23F0452D-560B-8F9B-FD30-AF63ECC4748D}"/>
                </a:ext>
              </a:extLst>
            </p:cNvPr>
            <p:cNvSpPr/>
            <p:nvPr/>
          </p:nvSpPr>
          <p:spPr>
            <a:xfrm flipH="1">
              <a:off x="8040120" y="2748480"/>
              <a:ext cx="3884160" cy="1092345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TextBox 81">
              <a:extLst>
                <a:ext uri="{FF2B5EF4-FFF2-40B4-BE49-F238E27FC236}">
                  <a16:creationId xmlns:a16="http://schemas.microsoft.com/office/drawing/2014/main" id="{05A921D7-25C8-3FEA-8B46-15F5F24A054D}"/>
                </a:ext>
              </a:extLst>
            </p:cNvPr>
            <p:cNvSpPr txBox="1"/>
            <p:nvPr/>
          </p:nvSpPr>
          <p:spPr>
            <a:xfrm>
              <a:off x="8204572" y="2855967"/>
              <a:ext cx="30012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pt-BR" sz="1800" dirty="0">
                  <a:solidFill>
                    <a:srgbClr val="8253C2"/>
                  </a:solidFill>
                </a:rPr>
                <a:t>ESCALABILIDADE</a:t>
              </a:r>
              <a:endParaRPr lang="en-US" sz="1800" dirty="0">
                <a:solidFill>
                  <a:srgbClr val="8253C2"/>
                </a:solidFill>
              </a:endParaRPr>
            </a:p>
          </p:txBody>
        </p:sp>
        <p:sp>
          <p:nvSpPr>
            <p:cNvPr id="106" name="TextBox 82">
              <a:extLst>
                <a:ext uri="{FF2B5EF4-FFF2-40B4-BE49-F238E27FC236}">
                  <a16:creationId xmlns:a16="http://schemas.microsoft.com/office/drawing/2014/main" id="{6565FCAB-2C73-AFB3-E2EB-6C942516910E}"/>
                </a:ext>
              </a:extLst>
            </p:cNvPr>
            <p:cNvSpPr txBox="1"/>
            <p:nvPr/>
          </p:nvSpPr>
          <p:spPr>
            <a:xfrm>
              <a:off x="8204572" y="3208543"/>
              <a:ext cx="36195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0"/>
              </a:lvl1pPr>
            </a:lstStyle>
            <a:p>
              <a:r>
                <a:rPr lang="pt-BR" dirty="0"/>
                <a:t>Arquitetura pronta para ser expandida para cloud (AWS/Azure) e atender todo o Brasil.</a:t>
              </a:r>
              <a:endParaRPr lang="en-US" dirty="0"/>
            </a:p>
          </p:txBody>
        </p:sp>
      </p:grpSp>
      <p:sp>
        <p:nvSpPr>
          <p:cNvPr id="6" name="TextBox 82">
            <a:extLst>
              <a:ext uri="{FF2B5EF4-FFF2-40B4-BE49-F238E27FC236}">
                <a16:creationId xmlns:a16="http://schemas.microsoft.com/office/drawing/2014/main" id="{B65A37AF-5360-7137-7C53-59604EE72343}"/>
              </a:ext>
            </a:extLst>
          </p:cNvPr>
          <p:cNvSpPr txBox="1"/>
          <p:nvPr/>
        </p:nvSpPr>
        <p:spPr>
          <a:xfrm>
            <a:off x="4389298" y="3672812"/>
            <a:ext cx="3428514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/>
            </a:lvl1pPr>
          </a:lstStyle>
          <a:p>
            <a:endParaRPr lang="en-US" dirty="0"/>
          </a:p>
        </p:txBody>
      </p:sp>
      <p:grpSp>
        <p:nvGrpSpPr>
          <p:cNvPr id="7" name="Agrupar 92">
            <a:extLst>
              <a:ext uri="{FF2B5EF4-FFF2-40B4-BE49-F238E27FC236}">
                <a16:creationId xmlns:a16="http://schemas.microsoft.com/office/drawing/2014/main" id="{C559A09A-5ADD-B9EB-DE64-5FE23CEAC07B}"/>
              </a:ext>
            </a:extLst>
          </p:cNvPr>
          <p:cNvGrpSpPr/>
          <p:nvPr/>
        </p:nvGrpSpPr>
        <p:grpSpPr>
          <a:xfrm>
            <a:off x="339390" y="2150830"/>
            <a:ext cx="3679118" cy="1092345"/>
            <a:chOff x="8040120" y="2748480"/>
            <a:chExt cx="3884160" cy="1092345"/>
          </a:xfrm>
        </p:grpSpPr>
        <p:sp>
          <p:nvSpPr>
            <p:cNvPr id="8" name="Rectangle: Rounded Corners 76">
              <a:extLst>
                <a:ext uri="{FF2B5EF4-FFF2-40B4-BE49-F238E27FC236}">
                  <a16:creationId xmlns:a16="http://schemas.microsoft.com/office/drawing/2014/main" id="{0E1E57C9-E15C-3A6E-AE9B-9BFFDB6F5D70}"/>
                </a:ext>
              </a:extLst>
            </p:cNvPr>
            <p:cNvSpPr/>
            <p:nvPr/>
          </p:nvSpPr>
          <p:spPr>
            <a:xfrm flipH="1">
              <a:off x="8040120" y="2748480"/>
              <a:ext cx="3884160" cy="1092345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1">
              <a:extLst>
                <a:ext uri="{FF2B5EF4-FFF2-40B4-BE49-F238E27FC236}">
                  <a16:creationId xmlns:a16="http://schemas.microsoft.com/office/drawing/2014/main" id="{A9660957-78D0-A500-E871-CC0DECCB3C1F}"/>
                </a:ext>
              </a:extLst>
            </p:cNvPr>
            <p:cNvSpPr txBox="1"/>
            <p:nvPr/>
          </p:nvSpPr>
          <p:spPr>
            <a:xfrm>
              <a:off x="8204571" y="2855967"/>
              <a:ext cx="34248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pt-BR" sz="1800" dirty="0" err="1">
                  <a:solidFill>
                    <a:srgbClr val="1ABC85"/>
                  </a:solidFill>
                </a:rPr>
                <a:t>GNNs</a:t>
              </a:r>
              <a:r>
                <a:rPr lang="pt-BR" sz="1800" dirty="0">
                  <a:solidFill>
                    <a:srgbClr val="1ABC85"/>
                  </a:solidFill>
                </a:rPr>
                <a:t> Capturam a Realidade</a:t>
              </a:r>
              <a:endParaRPr lang="en-US" sz="1800" dirty="0">
                <a:solidFill>
                  <a:srgbClr val="1ABC85"/>
                </a:solidFill>
              </a:endParaRPr>
            </a:p>
          </p:txBody>
        </p:sp>
        <p:sp>
          <p:nvSpPr>
            <p:cNvPr id="10" name="TextBox 82">
              <a:extLst>
                <a:ext uri="{FF2B5EF4-FFF2-40B4-BE49-F238E27FC236}">
                  <a16:creationId xmlns:a16="http://schemas.microsoft.com/office/drawing/2014/main" id="{A1596B83-2549-8BA3-3AFA-15A39E88031E}"/>
                </a:ext>
              </a:extLst>
            </p:cNvPr>
            <p:cNvSpPr txBox="1"/>
            <p:nvPr/>
          </p:nvSpPr>
          <p:spPr>
            <a:xfrm>
              <a:off x="8204572" y="3208543"/>
              <a:ext cx="36195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0"/>
              </a:lvl1pPr>
            </a:lstStyle>
            <a:p>
              <a:r>
                <a:rPr lang="pt-BR" dirty="0"/>
                <a:t>A estrutura de grafo modelou com sucesso as conexões sociais invisíveis entre estudantes.</a:t>
              </a:r>
              <a:endParaRPr lang="en-US" dirty="0"/>
            </a:p>
          </p:txBody>
        </p:sp>
      </p:grpSp>
      <p:grpSp>
        <p:nvGrpSpPr>
          <p:cNvPr id="11" name="Agrupar 92">
            <a:extLst>
              <a:ext uri="{FF2B5EF4-FFF2-40B4-BE49-F238E27FC236}">
                <a16:creationId xmlns:a16="http://schemas.microsoft.com/office/drawing/2014/main" id="{FAC19B50-AC3D-8E21-2199-FEFB3CFB37F8}"/>
              </a:ext>
            </a:extLst>
          </p:cNvPr>
          <p:cNvGrpSpPr/>
          <p:nvPr/>
        </p:nvGrpSpPr>
        <p:grpSpPr>
          <a:xfrm>
            <a:off x="339390" y="3420227"/>
            <a:ext cx="3679118" cy="1092345"/>
            <a:chOff x="8040120" y="2748480"/>
            <a:chExt cx="3884160" cy="1092345"/>
          </a:xfrm>
        </p:grpSpPr>
        <p:sp>
          <p:nvSpPr>
            <p:cNvPr id="12" name="Rectangle: Rounded Corners 76">
              <a:extLst>
                <a:ext uri="{FF2B5EF4-FFF2-40B4-BE49-F238E27FC236}">
                  <a16:creationId xmlns:a16="http://schemas.microsoft.com/office/drawing/2014/main" id="{079957A2-DD1D-80AE-16E9-7FB0E44C58A6}"/>
                </a:ext>
              </a:extLst>
            </p:cNvPr>
            <p:cNvSpPr/>
            <p:nvPr/>
          </p:nvSpPr>
          <p:spPr>
            <a:xfrm flipH="1">
              <a:off x="8040120" y="2748480"/>
              <a:ext cx="3884160" cy="1092345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81">
              <a:extLst>
                <a:ext uri="{FF2B5EF4-FFF2-40B4-BE49-F238E27FC236}">
                  <a16:creationId xmlns:a16="http://schemas.microsoft.com/office/drawing/2014/main" id="{6F380FBD-1869-68E6-D98F-891E0C2E8E50}"/>
                </a:ext>
              </a:extLst>
            </p:cNvPr>
            <p:cNvSpPr txBox="1"/>
            <p:nvPr/>
          </p:nvSpPr>
          <p:spPr>
            <a:xfrm>
              <a:off x="8204571" y="2855967"/>
              <a:ext cx="34248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pt-BR" sz="1800" dirty="0">
                  <a:solidFill>
                    <a:srgbClr val="1ABC85"/>
                  </a:solidFill>
                </a:rPr>
                <a:t>Pipeline </a:t>
              </a:r>
              <a:r>
                <a:rPr lang="pt-BR" sz="1800" dirty="0" err="1">
                  <a:solidFill>
                    <a:srgbClr val="1ABC85"/>
                  </a:solidFill>
                </a:rPr>
                <a:t>End-to-end</a:t>
              </a:r>
              <a:endParaRPr lang="en-US" sz="1800" dirty="0">
                <a:solidFill>
                  <a:srgbClr val="1ABC85"/>
                </a:solidFill>
              </a:endParaRPr>
            </a:p>
          </p:txBody>
        </p:sp>
        <p:sp>
          <p:nvSpPr>
            <p:cNvPr id="14" name="TextBox 82">
              <a:extLst>
                <a:ext uri="{FF2B5EF4-FFF2-40B4-BE49-F238E27FC236}">
                  <a16:creationId xmlns:a16="http://schemas.microsoft.com/office/drawing/2014/main" id="{953719B9-48B5-F7A7-7764-3A7A4FCD0840}"/>
                </a:ext>
              </a:extLst>
            </p:cNvPr>
            <p:cNvSpPr txBox="1"/>
            <p:nvPr/>
          </p:nvSpPr>
          <p:spPr>
            <a:xfrm>
              <a:off x="8204572" y="3208543"/>
              <a:ext cx="36195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0"/>
              </a:lvl1pPr>
            </a:lstStyle>
            <a:p>
              <a:r>
                <a:rPr lang="pt-BR" dirty="0"/>
                <a:t>Ciclo completo validado da ingestão dos dados brutos até a predição do modelo final</a:t>
              </a:r>
              <a:endParaRPr lang="en-US" dirty="0"/>
            </a:p>
          </p:txBody>
        </p:sp>
      </p:grpSp>
      <p:grpSp>
        <p:nvGrpSpPr>
          <p:cNvPr id="15" name="Agrupar 92">
            <a:extLst>
              <a:ext uri="{FF2B5EF4-FFF2-40B4-BE49-F238E27FC236}">
                <a16:creationId xmlns:a16="http://schemas.microsoft.com/office/drawing/2014/main" id="{2F463027-9AA4-02E9-DFC3-62EF8ED9D28A}"/>
              </a:ext>
            </a:extLst>
          </p:cNvPr>
          <p:cNvGrpSpPr/>
          <p:nvPr/>
        </p:nvGrpSpPr>
        <p:grpSpPr>
          <a:xfrm>
            <a:off x="339390" y="4689624"/>
            <a:ext cx="3679118" cy="1092345"/>
            <a:chOff x="8040120" y="2748480"/>
            <a:chExt cx="3884160" cy="1092345"/>
          </a:xfrm>
        </p:grpSpPr>
        <p:sp>
          <p:nvSpPr>
            <p:cNvPr id="16" name="Rectangle: Rounded Corners 76">
              <a:extLst>
                <a:ext uri="{FF2B5EF4-FFF2-40B4-BE49-F238E27FC236}">
                  <a16:creationId xmlns:a16="http://schemas.microsoft.com/office/drawing/2014/main" id="{8E979784-FC8E-560B-A6B4-1875B11A59C4}"/>
                </a:ext>
              </a:extLst>
            </p:cNvPr>
            <p:cNvSpPr/>
            <p:nvPr/>
          </p:nvSpPr>
          <p:spPr>
            <a:xfrm flipH="1">
              <a:off x="8040120" y="2748480"/>
              <a:ext cx="3884160" cy="1092345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81">
              <a:extLst>
                <a:ext uri="{FF2B5EF4-FFF2-40B4-BE49-F238E27FC236}">
                  <a16:creationId xmlns:a16="http://schemas.microsoft.com/office/drawing/2014/main" id="{FE802B6E-EFF1-094C-E612-5564644D23CF}"/>
                </a:ext>
              </a:extLst>
            </p:cNvPr>
            <p:cNvSpPr txBox="1"/>
            <p:nvPr/>
          </p:nvSpPr>
          <p:spPr>
            <a:xfrm>
              <a:off x="8204571" y="2855967"/>
              <a:ext cx="34248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pt-BR" sz="1800" dirty="0">
                  <a:solidFill>
                    <a:srgbClr val="1ABC85"/>
                  </a:solidFill>
                </a:rPr>
                <a:t>Superioridade Comprada</a:t>
              </a:r>
              <a:endParaRPr lang="en-US" sz="1800" dirty="0">
                <a:solidFill>
                  <a:srgbClr val="1ABC85"/>
                </a:solidFill>
              </a:endParaRPr>
            </a:p>
          </p:txBody>
        </p:sp>
        <p:sp>
          <p:nvSpPr>
            <p:cNvPr id="18" name="TextBox 82">
              <a:extLst>
                <a:ext uri="{FF2B5EF4-FFF2-40B4-BE49-F238E27FC236}">
                  <a16:creationId xmlns:a16="http://schemas.microsoft.com/office/drawing/2014/main" id="{B5385221-EAD3-6267-228C-89C43382FF71}"/>
                </a:ext>
              </a:extLst>
            </p:cNvPr>
            <p:cNvSpPr txBox="1"/>
            <p:nvPr/>
          </p:nvSpPr>
          <p:spPr>
            <a:xfrm>
              <a:off x="8204572" y="3208543"/>
              <a:ext cx="36195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0"/>
              </a:lvl1pPr>
            </a:lstStyle>
            <a:p>
              <a:r>
                <a:rPr lang="pt-BR" dirty="0"/>
                <a:t>Superou baselines robustos (</a:t>
              </a:r>
              <a:r>
                <a:rPr lang="pt-BR" dirty="0" err="1"/>
                <a:t>XGBoost</a:t>
              </a:r>
              <a:r>
                <a:rPr lang="pt-BR" dirty="0"/>
                <a:t>) em todas as métricas de avaliação</a:t>
              </a:r>
              <a:endParaRPr lang="en-US" dirty="0"/>
            </a:p>
          </p:txBody>
        </p:sp>
      </p:grpSp>
      <p:grpSp>
        <p:nvGrpSpPr>
          <p:cNvPr id="29" name="Agrupar 92">
            <a:extLst>
              <a:ext uri="{FF2B5EF4-FFF2-40B4-BE49-F238E27FC236}">
                <a16:creationId xmlns:a16="http://schemas.microsoft.com/office/drawing/2014/main" id="{9495931E-5E18-CF75-4A2E-304E3AAAA265}"/>
              </a:ext>
            </a:extLst>
          </p:cNvPr>
          <p:cNvGrpSpPr/>
          <p:nvPr/>
        </p:nvGrpSpPr>
        <p:grpSpPr>
          <a:xfrm>
            <a:off x="4263996" y="2150830"/>
            <a:ext cx="3679118" cy="1092345"/>
            <a:chOff x="8040120" y="2748480"/>
            <a:chExt cx="3884160" cy="1092345"/>
          </a:xfrm>
        </p:grpSpPr>
        <p:sp>
          <p:nvSpPr>
            <p:cNvPr id="30" name="Rectangle: Rounded Corners 76">
              <a:extLst>
                <a:ext uri="{FF2B5EF4-FFF2-40B4-BE49-F238E27FC236}">
                  <a16:creationId xmlns:a16="http://schemas.microsoft.com/office/drawing/2014/main" id="{5FC0CEFF-3CDE-4999-5756-44CB95692B7A}"/>
                </a:ext>
              </a:extLst>
            </p:cNvPr>
            <p:cNvSpPr/>
            <p:nvPr/>
          </p:nvSpPr>
          <p:spPr>
            <a:xfrm flipH="1">
              <a:off x="8040120" y="2748480"/>
              <a:ext cx="3884160" cy="1092345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TextBox 81">
              <a:extLst>
                <a:ext uri="{FF2B5EF4-FFF2-40B4-BE49-F238E27FC236}">
                  <a16:creationId xmlns:a16="http://schemas.microsoft.com/office/drawing/2014/main" id="{F00ABEC6-5252-1D74-CE11-680F2407BA30}"/>
                </a:ext>
              </a:extLst>
            </p:cNvPr>
            <p:cNvSpPr txBox="1"/>
            <p:nvPr/>
          </p:nvSpPr>
          <p:spPr>
            <a:xfrm>
              <a:off x="8204571" y="2855967"/>
              <a:ext cx="34248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pt-BR" sz="1800" dirty="0">
                  <a:solidFill>
                    <a:srgbClr val="1D4ED8"/>
                  </a:solidFill>
                </a:rPr>
                <a:t>Resolução de Problemas</a:t>
              </a:r>
              <a:endParaRPr lang="en-US" sz="1800" dirty="0">
                <a:solidFill>
                  <a:srgbClr val="1D4ED8"/>
                </a:solidFill>
              </a:endParaRPr>
            </a:p>
          </p:txBody>
        </p:sp>
        <p:sp>
          <p:nvSpPr>
            <p:cNvPr id="32" name="TextBox 82">
              <a:extLst>
                <a:ext uri="{FF2B5EF4-FFF2-40B4-BE49-F238E27FC236}">
                  <a16:creationId xmlns:a16="http://schemas.microsoft.com/office/drawing/2014/main" id="{5772F5FB-87F8-D142-AAE0-94513AAE4BCD}"/>
                </a:ext>
              </a:extLst>
            </p:cNvPr>
            <p:cNvSpPr txBox="1"/>
            <p:nvPr/>
          </p:nvSpPr>
          <p:spPr>
            <a:xfrm>
              <a:off x="8204572" y="3208543"/>
              <a:ext cx="36195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0"/>
              </a:lvl1pPr>
            </a:lstStyle>
            <a:p>
              <a:r>
                <a:rPr lang="pt-BR" dirty="0"/>
                <a:t>Identificar obstáculos e desenvolver soluções criativas e eficazes com agilidade</a:t>
              </a:r>
              <a:endParaRPr lang="en-US" dirty="0"/>
            </a:p>
          </p:txBody>
        </p:sp>
      </p:grpSp>
      <p:grpSp>
        <p:nvGrpSpPr>
          <p:cNvPr id="33" name="Agrupar 92">
            <a:extLst>
              <a:ext uri="{FF2B5EF4-FFF2-40B4-BE49-F238E27FC236}">
                <a16:creationId xmlns:a16="http://schemas.microsoft.com/office/drawing/2014/main" id="{3935A11C-9944-897C-1427-2571CC90CFF1}"/>
              </a:ext>
            </a:extLst>
          </p:cNvPr>
          <p:cNvGrpSpPr/>
          <p:nvPr/>
        </p:nvGrpSpPr>
        <p:grpSpPr>
          <a:xfrm>
            <a:off x="4263996" y="3420227"/>
            <a:ext cx="3679118" cy="1092345"/>
            <a:chOff x="8040120" y="2748480"/>
            <a:chExt cx="3884160" cy="1092345"/>
          </a:xfrm>
        </p:grpSpPr>
        <p:sp>
          <p:nvSpPr>
            <p:cNvPr id="34" name="Rectangle: Rounded Corners 76">
              <a:extLst>
                <a:ext uri="{FF2B5EF4-FFF2-40B4-BE49-F238E27FC236}">
                  <a16:creationId xmlns:a16="http://schemas.microsoft.com/office/drawing/2014/main" id="{2482AA30-987D-0F22-28E1-4A21FBB3618F}"/>
                </a:ext>
              </a:extLst>
            </p:cNvPr>
            <p:cNvSpPr/>
            <p:nvPr/>
          </p:nvSpPr>
          <p:spPr>
            <a:xfrm flipH="1">
              <a:off x="8040120" y="2748480"/>
              <a:ext cx="3884160" cy="1092345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81">
              <a:extLst>
                <a:ext uri="{FF2B5EF4-FFF2-40B4-BE49-F238E27FC236}">
                  <a16:creationId xmlns:a16="http://schemas.microsoft.com/office/drawing/2014/main" id="{AC1D370C-65C1-0263-1EBC-2C69C15A7850}"/>
                </a:ext>
              </a:extLst>
            </p:cNvPr>
            <p:cNvSpPr txBox="1"/>
            <p:nvPr/>
          </p:nvSpPr>
          <p:spPr>
            <a:xfrm>
              <a:off x="8204571" y="2855967"/>
              <a:ext cx="34248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pt-BR" sz="1800" dirty="0">
                  <a:solidFill>
                    <a:srgbClr val="1D4ED8"/>
                  </a:solidFill>
                </a:rPr>
                <a:t>Adaptabilidade</a:t>
              </a:r>
              <a:endParaRPr lang="en-US" sz="1800" dirty="0">
                <a:solidFill>
                  <a:srgbClr val="1D4ED8"/>
                </a:solidFill>
              </a:endParaRPr>
            </a:p>
          </p:txBody>
        </p:sp>
        <p:sp>
          <p:nvSpPr>
            <p:cNvPr id="36" name="TextBox 82">
              <a:extLst>
                <a:ext uri="{FF2B5EF4-FFF2-40B4-BE49-F238E27FC236}">
                  <a16:creationId xmlns:a16="http://schemas.microsoft.com/office/drawing/2014/main" id="{C650902E-5310-4A1F-EAFF-EB747D268465}"/>
                </a:ext>
              </a:extLst>
            </p:cNvPr>
            <p:cNvSpPr txBox="1"/>
            <p:nvPr/>
          </p:nvSpPr>
          <p:spPr>
            <a:xfrm>
              <a:off x="8204572" y="3208543"/>
              <a:ext cx="36195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0"/>
              </a:lvl1pPr>
            </a:lstStyle>
            <a:p>
              <a:r>
                <a:rPr lang="pt-BR" dirty="0"/>
                <a:t>Mudança de estratégia (Tabular para Grafo) após falha dos baselines iniciais</a:t>
              </a:r>
              <a:endParaRPr lang="en-US" dirty="0"/>
            </a:p>
          </p:txBody>
        </p:sp>
      </p:grpSp>
      <p:grpSp>
        <p:nvGrpSpPr>
          <p:cNvPr id="37" name="Agrupar 92">
            <a:extLst>
              <a:ext uri="{FF2B5EF4-FFF2-40B4-BE49-F238E27FC236}">
                <a16:creationId xmlns:a16="http://schemas.microsoft.com/office/drawing/2014/main" id="{2AD4DE16-C38A-36BF-6319-B7646E472E39}"/>
              </a:ext>
            </a:extLst>
          </p:cNvPr>
          <p:cNvGrpSpPr/>
          <p:nvPr/>
        </p:nvGrpSpPr>
        <p:grpSpPr>
          <a:xfrm>
            <a:off x="4263996" y="4689624"/>
            <a:ext cx="3679118" cy="1092345"/>
            <a:chOff x="8040120" y="2748480"/>
            <a:chExt cx="3884160" cy="1092345"/>
          </a:xfrm>
        </p:grpSpPr>
        <p:sp>
          <p:nvSpPr>
            <p:cNvPr id="38" name="Rectangle: Rounded Corners 76">
              <a:extLst>
                <a:ext uri="{FF2B5EF4-FFF2-40B4-BE49-F238E27FC236}">
                  <a16:creationId xmlns:a16="http://schemas.microsoft.com/office/drawing/2014/main" id="{EA424D47-ACDF-5943-9DD7-13309B73D6E2}"/>
                </a:ext>
              </a:extLst>
            </p:cNvPr>
            <p:cNvSpPr/>
            <p:nvPr/>
          </p:nvSpPr>
          <p:spPr>
            <a:xfrm flipH="1">
              <a:off x="8040120" y="2748480"/>
              <a:ext cx="3884160" cy="1092345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81">
              <a:extLst>
                <a:ext uri="{FF2B5EF4-FFF2-40B4-BE49-F238E27FC236}">
                  <a16:creationId xmlns:a16="http://schemas.microsoft.com/office/drawing/2014/main" id="{9861AD61-0344-A200-F499-C1AFD3AA67BF}"/>
                </a:ext>
              </a:extLst>
            </p:cNvPr>
            <p:cNvSpPr txBox="1"/>
            <p:nvPr/>
          </p:nvSpPr>
          <p:spPr>
            <a:xfrm>
              <a:off x="8204571" y="2855967"/>
              <a:ext cx="34248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/>
              </a:lvl1pPr>
            </a:lstStyle>
            <a:p>
              <a:r>
                <a:rPr lang="pt-BR" sz="1800" dirty="0">
                  <a:solidFill>
                    <a:srgbClr val="1D4ED8"/>
                  </a:solidFill>
                </a:rPr>
                <a:t>Gestão do Tempo</a:t>
              </a:r>
              <a:endParaRPr lang="en-US" sz="1800" dirty="0">
                <a:solidFill>
                  <a:srgbClr val="1D4ED8"/>
                </a:solidFill>
              </a:endParaRPr>
            </a:p>
          </p:txBody>
        </p:sp>
        <p:sp>
          <p:nvSpPr>
            <p:cNvPr id="40" name="TextBox 82">
              <a:extLst>
                <a:ext uri="{FF2B5EF4-FFF2-40B4-BE49-F238E27FC236}">
                  <a16:creationId xmlns:a16="http://schemas.microsoft.com/office/drawing/2014/main" id="{5DDC7C3E-ABE7-78CA-E0AE-4A08825E8EC6}"/>
                </a:ext>
              </a:extLst>
            </p:cNvPr>
            <p:cNvSpPr txBox="1"/>
            <p:nvPr/>
          </p:nvSpPr>
          <p:spPr>
            <a:xfrm>
              <a:off x="8204572" y="3208543"/>
              <a:ext cx="36195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0"/>
              </a:lvl1pPr>
            </a:lstStyle>
            <a:p>
              <a:r>
                <a:rPr lang="pt-BR" dirty="0"/>
                <a:t>Priorização de entregas (MVP) e foco nas features de maior impacto.</a:t>
              </a:r>
              <a:endParaRPr lang="en-US" dirty="0"/>
            </a:p>
          </p:txBody>
        </p:sp>
      </p:grpSp>
      <p:sp>
        <p:nvSpPr>
          <p:cNvPr id="41" name="TextBox 81">
            <a:extLst>
              <a:ext uri="{FF2B5EF4-FFF2-40B4-BE49-F238E27FC236}">
                <a16:creationId xmlns:a16="http://schemas.microsoft.com/office/drawing/2014/main" id="{2D6A2A72-E0F8-BD09-AE14-9B1B7EB743E5}"/>
              </a:ext>
            </a:extLst>
          </p:cNvPr>
          <p:cNvSpPr txBox="1"/>
          <p:nvPr/>
        </p:nvSpPr>
        <p:spPr>
          <a:xfrm>
            <a:off x="556899" y="1385824"/>
            <a:ext cx="3244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algn="ctr"/>
            <a:r>
              <a:rPr lang="pt-BR" dirty="0">
                <a:solidFill>
                  <a:srgbClr val="1ABC85"/>
                </a:solidFill>
              </a:rPr>
              <a:t>Conclusões Técnicas</a:t>
            </a:r>
            <a:endParaRPr lang="en-US" dirty="0">
              <a:solidFill>
                <a:srgbClr val="1ABC85"/>
              </a:solidFill>
            </a:endParaRPr>
          </a:p>
        </p:txBody>
      </p:sp>
      <p:sp>
        <p:nvSpPr>
          <p:cNvPr id="42" name="TextBox 81">
            <a:extLst>
              <a:ext uri="{FF2B5EF4-FFF2-40B4-BE49-F238E27FC236}">
                <a16:creationId xmlns:a16="http://schemas.microsoft.com/office/drawing/2014/main" id="{68DB3654-6938-68CE-49CB-A9455DE1D4A2}"/>
              </a:ext>
            </a:extLst>
          </p:cNvPr>
          <p:cNvSpPr txBox="1"/>
          <p:nvPr/>
        </p:nvSpPr>
        <p:spPr>
          <a:xfrm>
            <a:off x="4481505" y="1385824"/>
            <a:ext cx="3244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algn="ctr"/>
            <a:r>
              <a:rPr lang="pt-BR" dirty="0">
                <a:solidFill>
                  <a:srgbClr val="1D4ED8"/>
                </a:solidFill>
              </a:rPr>
              <a:t>Competências</a:t>
            </a:r>
            <a:endParaRPr lang="en-US" dirty="0">
              <a:solidFill>
                <a:srgbClr val="1D4ED8"/>
              </a:solidFill>
            </a:endParaRPr>
          </a:p>
        </p:txBody>
      </p:sp>
      <p:sp>
        <p:nvSpPr>
          <p:cNvPr id="43" name="TextBox 81">
            <a:extLst>
              <a:ext uri="{FF2B5EF4-FFF2-40B4-BE49-F238E27FC236}">
                <a16:creationId xmlns:a16="http://schemas.microsoft.com/office/drawing/2014/main" id="{FA3EF0E4-5A89-4947-6A2B-8306341F1860}"/>
              </a:ext>
            </a:extLst>
          </p:cNvPr>
          <p:cNvSpPr txBox="1"/>
          <p:nvPr/>
        </p:nvSpPr>
        <p:spPr>
          <a:xfrm>
            <a:off x="8402603" y="1385824"/>
            <a:ext cx="3244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algn="ctr"/>
            <a:r>
              <a:rPr lang="pt-BR" dirty="0"/>
              <a:t>Diferenciais</a:t>
            </a:r>
            <a:endParaRPr lang="en-US" dirty="0"/>
          </a:p>
        </p:txBody>
      </p:sp>
      <p:sp>
        <p:nvSpPr>
          <p:cNvPr id="44" name="TextBox 82">
            <a:extLst>
              <a:ext uri="{FF2B5EF4-FFF2-40B4-BE49-F238E27FC236}">
                <a16:creationId xmlns:a16="http://schemas.microsoft.com/office/drawing/2014/main" id="{2AF1754D-FF5A-F228-3236-71F916745604}"/>
              </a:ext>
            </a:extLst>
          </p:cNvPr>
          <p:cNvSpPr txBox="1"/>
          <p:nvPr/>
        </p:nvSpPr>
        <p:spPr>
          <a:xfrm>
            <a:off x="464692" y="1653028"/>
            <a:ext cx="3428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/>
            </a:lvl1pPr>
          </a:lstStyle>
          <a:p>
            <a:pPr algn="ctr"/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Validação da Hipótese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TextBox 82">
            <a:extLst>
              <a:ext uri="{FF2B5EF4-FFF2-40B4-BE49-F238E27FC236}">
                <a16:creationId xmlns:a16="http://schemas.microsoft.com/office/drawing/2014/main" id="{3A85BEC7-5C71-9C8C-70F4-2FC26F89886F}"/>
              </a:ext>
            </a:extLst>
          </p:cNvPr>
          <p:cNvSpPr txBox="1"/>
          <p:nvPr/>
        </p:nvSpPr>
        <p:spPr>
          <a:xfrm>
            <a:off x="4389298" y="1653028"/>
            <a:ext cx="3428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/>
            </a:lvl1pPr>
          </a:lstStyle>
          <a:p>
            <a:pPr algn="ctr"/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Soft Skills Aplicadas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6" name="TextBox 82">
            <a:extLst>
              <a:ext uri="{FF2B5EF4-FFF2-40B4-BE49-F238E27FC236}">
                <a16:creationId xmlns:a16="http://schemas.microsoft.com/office/drawing/2014/main" id="{FA02C479-CC76-76E9-CD74-CF9EBC01B13F}"/>
              </a:ext>
            </a:extLst>
          </p:cNvPr>
          <p:cNvSpPr txBox="1"/>
          <p:nvPr/>
        </p:nvSpPr>
        <p:spPr>
          <a:xfrm>
            <a:off x="8310396" y="1653028"/>
            <a:ext cx="3428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/>
            </a:lvl1pPr>
          </a:lstStyle>
          <a:p>
            <a:pPr algn="ctr"/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Valor Agregado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4E7D4FE-2D5A-CACD-3085-84213CDED1F4}"/>
              </a:ext>
            </a:extLst>
          </p:cNvPr>
          <p:cNvCxnSpPr>
            <a:cxnSpLocks/>
          </p:cNvCxnSpPr>
          <p:nvPr/>
        </p:nvCxnSpPr>
        <p:spPr>
          <a:xfrm>
            <a:off x="335882" y="1280146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67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F8C86-367E-29BD-F93C-BE6F50626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A0534B-ECBB-8231-FE41-4C75B252F518}"/>
              </a:ext>
            </a:extLst>
          </p:cNvPr>
          <p:cNvSpPr txBox="1"/>
          <p:nvPr/>
        </p:nvSpPr>
        <p:spPr>
          <a:xfrm>
            <a:off x="342899" y="502920"/>
            <a:ext cx="9580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Próximos Passos </a:t>
            </a:r>
            <a:r>
              <a:rPr lang="pt-BR" sz="4400" b="1" dirty="0">
                <a:solidFill>
                  <a:srgbClr val="4F46E5"/>
                </a:solidFill>
              </a:rPr>
              <a:t>&amp; Evolução</a:t>
            </a:r>
            <a:endParaRPr lang="en-US" sz="4400" b="1" dirty="0">
              <a:solidFill>
                <a:srgbClr val="4F46E5"/>
              </a:solidFill>
            </a:endParaRPr>
          </a:p>
        </p:txBody>
      </p:sp>
      <p:sp>
        <p:nvSpPr>
          <p:cNvPr id="80" name="Slide Number Placeholder 79">
            <a:extLst>
              <a:ext uri="{FF2B5EF4-FFF2-40B4-BE49-F238E27FC236}">
                <a16:creationId xmlns:a16="http://schemas.microsoft.com/office/drawing/2014/main" id="{EAE2C6D8-877B-1011-8940-35DE6DBF2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0DE2E-459D-4A41-9AAF-76131AD49374}" type="slidenum">
              <a:rPr lang="en-US" smtClean="0"/>
              <a:t>12</a:t>
            </a:fld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4948B31-1261-DF9E-0D27-C5F0452349C9}"/>
              </a:ext>
            </a:extLst>
          </p:cNvPr>
          <p:cNvCxnSpPr>
            <a:cxnSpLocks/>
          </p:cNvCxnSpPr>
          <p:nvPr/>
        </p:nvCxnSpPr>
        <p:spPr>
          <a:xfrm>
            <a:off x="285082" y="6356350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562852A-E09D-705F-6C0D-757D931759EE}"/>
              </a:ext>
            </a:extLst>
          </p:cNvPr>
          <p:cNvGrpSpPr/>
          <p:nvPr/>
        </p:nvGrpSpPr>
        <p:grpSpPr>
          <a:xfrm>
            <a:off x="342900" y="319474"/>
            <a:ext cx="4883618" cy="261610"/>
            <a:chOff x="342900" y="319474"/>
            <a:chExt cx="4883618" cy="261610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6BFCADB4-F631-67AC-2D63-0FB043E6A92D}"/>
                </a:ext>
              </a:extLst>
            </p:cNvPr>
            <p:cNvGrpSpPr/>
            <p:nvPr/>
          </p:nvGrpSpPr>
          <p:grpSpPr>
            <a:xfrm>
              <a:off x="342900" y="319474"/>
              <a:ext cx="1769954" cy="261610"/>
              <a:chOff x="342900" y="319474"/>
              <a:chExt cx="1769954" cy="261610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AB4442C9-0F48-6406-D226-3D79B05EE0A4}"/>
                  </a:ext>
                </a:extLst>
              </p:cNvPr>
              <p:cNvSpPr/>
              <p:nvPr/>
            </p:nvSpPr>
            <p:spPr>
              <a:xfrm>
                <a:off x="389467" y="319474"/>
                <a:ext cx="1676821" cy="261610"/>
              </a:xfrm>
              <a:prstGeom prst="roundRect">
                <a:avLst>
                  <a:gd name="adj" fmla="val 49435"/>
                </a:avLst>
              </a:prstGeom>
              <a:solidFill>
                <a:srgbClr val="E0E7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4D1FA91-DD51-4791-0124-DE95C90537FC}"/>
                  </a:ext>
                </a:extLst>
              </p:cNvPr>
              <p:cNvSpPr txBox="1"/>
              <p:nvPr/>
            </p:nvSpPr>
            <p:spPr>
              <a:xfrm>
                <a:off x="342900" y="319474"/>
                <a:ext cx="17699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pPr algn="ctr"/>
                <a:r>
                  <a:rPr lang="pt-BR" sz="1100" b="1" dirty="0">
                    <a:solidFill>
                      <a:srgbClr val="5A3C9D"/>
                    </a:solidFill>
                  </a:rPr>
                  <a:t>ROADMAP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1453207-3F5D-9980-5A79-0E9DB531E395}"/>
                </a:ext>
              </a:extLst>
            </p:cNvPr>
            <p:cNvSpPr txBox="1"/>
            <p:nvPr/>
          </p:nvSpPr>
          <p:spPr>
            <a:xfrm>
              <a:off x="2071368" y="319474"/>
              <a:ext cx="31551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/>
              </a:lvl1pPr>
            </a:lstStyle>
            <a:p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|   FUTURO DO PROJETO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E515AA5-3024-CF41-805D-65DC1A977FA7}"/>
              </a:ext>
            </a:extLst>
          </p:cNvPr>
          <p:cNvCxnSpPr>
            <a:cxnSpLocks/>
          </p:cNvCxnSpPr>
          <p:nvPr/>
        </p:nvCxnSpPr>
        <p:spPr>
          <a:xfrm>
            <a:off x="335882" y="1280146"/>
            <a:ext cx="1152023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A4DD7AD-E8C8-5430-740D-D11DECFCF334}"/>
              </a:ext>
            </a:extLst>
          </p:cNvPr>
          <p:cNvGrpSpPr/>
          <p:nvPr/>
        </p:nvGrpSpPr>
        <p:grpSpPr>
          <a:xfrm>
            <a:off x="335880" y="1397312"/>
            <a:ext cx="3501593" cy="1625287"/>
            <a:chOff x="335880" y="1582060"/>
            <a:chExt cx="3501593" cy="171993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8DE5631-C99C-E30B-D787-011D4CF6A680}"/>
                </a:ext>
              </a:extLst>
            </p:cNvPr>
            <p:cNvSpPr/>
            <p:nvPr/>
          </p:nvSpPr>
          <p:spPr>
            <a:xfrm flipH="1">
              <a:off x="335880" y="1582060"/>
              <a:ext cx="3501593" cy="1719939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FBD533B-98B5-AF1B-E90B-D2E2B934491F}"/>
                </a:ext>
              </a:extLst>
            </p:cNvPr>
            <p:cNvGrpSpPr/>
            <p:nvPr/>
          </p:nvGrpSpPr>
          <p:grpSpPr>
            <a:xfrm>
              <a:off x="484134" y="1582061"/>
              <a:ext cx="3332907" cy="1676781"/>
              <a:chOff x="484134" y="1563223"/>
              <a:chExt cx="3434609" cy="1324242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BAF7FD6-E751-2508-15D7-4F59D057B044}"/>
                  </a:ext>
                </a:extLst>
              </p:cNvPr>
              <p:cNvSpPr txBox="1"/>
              <p:nvPr/>
            </p:nvSpPr>
            <p:spPr>
              <a:xfrm>
                <a:off x="3323230" y="1563223"/>
                <a:ext cx="5955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pPr algn="ctr"/>
                <a:r>
                  <a:rPr lang="en-US" sz="2400" dirty="0">
                    <a:solidFill>
                      <a:schemeClr val="bg1">
                        <a:lumMod val="85000"/>
                      </a:schemeClr>
                    </a:solidFill>
                  </a:rPr>
                  <a:t>01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033978-BCE4-BCD2-8D97-D67F63E41A41}"/>
                  </a:ext>
                </a:extLst>
              </p:cNvPr>
              <p:cNvSpPr txBox="1"/>
              <p:nvPr/>
            </p:nvSpPr>
            <p:spPr>
              <a:xfrm>
                <a:off x="484134" y="1851057"/>
                <a:ext cx="2788231" cy="291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r>
                  <a:rPr lang="pt-BR" sz="1800" dirty="0"/>
                  <a:t>E</a:t>
                </a:r>
                <a:r>
                  <a:rPr lang="en-US" sz="1800" dirty="0"/>
                  <a:t>scala </a:t>
                </a:r>
                <a:r>
                  <a:rPr lang="en-US" sz="1800" dirty="0" err="1"/>
                  <a:t>Massiva</a:t>
                </a:r>
                <a:endParaRPr lang="en-US" sz="18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70611E-9122-6D17-7305-F7FB6FC2B00C}"/>
                  </a:ext>
                </a:extLst>
              </p:cNvPr>
              <p:cNvSpPr txBox="1"/>
              <p:nvPr/>
            </p:nvSpPr>
            <p:spPr>
              <a:xfrm>
                <a:off x="484134" y="2347297"/>
                <a:ext cx="3362652" cy="540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r>
                  <a:rPr lang="pt-BR" sz="1200" b="0" dirty="0"/>
                  <a:t>Expandir o treinamento para a base completa do ENEM (5M+ registros) usando computação distribuída (Spark/</a:t>
                </a:r>
                <a:r>
                  <a:rPr lang="pt-BR" sz="1200" b="0" dirty="0" err="1"/>
                  <a:t>Dask</a:t>
                </a:r>
                <a:r>
                  <a:rPr lang="pt-BR" sz="1200" b="0" dirty="0"/>
                  <a:t>).</a:t>
                </a:r>
                <a:endParaRPr lang="en-US" sz="800" b="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C6CEEAA-2C1A-7110-A944-DDBBCAA65C05}"/>
              </a:ext>
            </a:extLst>
          </p:cNvPr>
          <p:cNvSpPr txBox="1"/>
          <p:nvPr/>
        </p:nvSpPr>
        <p:spPr>
          <a:xfrm>
            <a:off x="484134" y="2085066"/>
            <a:ext cx="2705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DADOS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F3B0F88-5834-AB31-41B8-3C60CEE1B857}"/>
              </a:ext>
            </a:extLst>
          </p:cNvPr>
          <p:cNvGrpSpPr/>
          <p:nvPr/>
        </p:nvGrpSpPr>
        <p:grpSpPr>
          <a:xfrm>
            <a:off x="4342288" y="1397312"/>
            <a:ext cx="3501593" cy="1625287"/>
            <a:chOff x="335880" y="1582060"/>
            <a:chExt cx="3501593" cy="1719939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F53B7ACB-6D81-197B-DC2B-D20E37EEE864}"/>
                </a:ext>
              </a:extLst>
            </p:cNvPr>
            <p:cNvSpPr/>
            <p:nvPr/>
          </p:nvSpPr>
          <p:spPr>
            <a:xfrm flipH="1">
              <a:off x="335880" y="1582060"/>
              <a:ext cx="3501593" cy="1719939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675C462-F0AD-C388-C4F5-14CF412F14E0}"/>
                </a:ext>
              </a:extLst>
            </p:cNvPr>
            <p:cNvGrpSpPr/>
            <p:nvPr/>
          </p:nvGrpSpPr>
          <p:grpSpPr>
            <a:xfrm>
              <a:off x="484134" y="1582061"/>
              <a:ext cx="3332907" cy="1676781"/>
              <a:chOff x="484134" y="1563223"/>
              <a:chExt cx="3434609" cy="1324242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4A59B15-F9A3-E96A-520E-EEEACF2EFC5D}"/>
                  </a:ext>
                </a:extLst>
              </p:cNvPr>
              <p:cNvSpPr txBox="1"/>
              <p:nvPr/>
            </p:nvSpPr>
            <p:spPr>
              <a:xfrm>
                <a:off x="3323230" y="1563223"/>
                <a:ext cx="595513" cy="385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pPr algn="ctr"/>
                <a:r>
                  <a:rPr lang="en-US" sz="2400" dirty="0">
                    <a:solidFill>
                      <a:schemeClr val="bg1">
                        <a:lumMod val="85000"/>
                      </a:schemeClr>
                    </a:solidFill>
                  </a:rPr>
                  <a:t>02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B495557-E3F2-ED74-C6A4-0BA7A8D37972}"/>
                  </a:ext>
                </a:extLst>
              </p:cNvPr>
              <p:cNvSpPr txBox="1"/>
              <p:nvPr/>
            </p:nvSpPr>
            <p:spPr>
              <a:xfrm>
                <a:off x="484134" y="1851057"/>
                <a:ext cx="2788231" cy="308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r>
                  <a:rPr lang="pt-BR" sz="1800" dirty="0"/>
                  <a:t>Produto &amp; API</a:t>
                </a:r>
                <a:endParaRPr lang="en-US" sz="18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38C2901-512F-84D2-B837-8EF1963F06DA}"/>
                  </a:ext>
                </a:extLst>
              </p:cNvPr>
              <p:cNvSpPr txBox="1"/>
              <p:nvPr/>
            </p:nvSpPr>
            <p:spPr>
              <a:xfrm>
                <a:off x="484134" y="2347297"/>
                <a:ext cx="3362652" cy="1106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/>
                </a:lvl1pPr>
              </a:lstStyle>
              <a:p>
                <a:r>
                  <a:rPr lang="pt-BR" dirty="0"/>
                  <a:t>Desenvolver API REST com </a:t>
                </a:r>
                <a:r>
                  <a:rPr lang="pt-BR" dirty="0" err="1"/>
                  <a:t>FastAPI</a:t>
                </a:r>
                <a:r>
                  <a:rPr lang="pt-BR" dirty="0"/>
                  <a:t> e </a:t>
                </a:r>
                <a:r>
                  <a:rPr lang="pt-BR" dirty="0" err="1"/>
                  <a:t>containerização</a:t>
                </a:r>
                <a:r>
                  <a:rPr lang="pt-BR" dirty="0"/>
                  <a:t> Docker para integração com sistemas escolares.</a:t>
                </a:r>
                <a:endParaRPr lang="en-US" dirty="0"/>
              </a:p>
            </p:txBody>
          </p:sp>
        </p:grp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D895329-3335-14CD-E14B-1C5E06F73D6E}"/>
              </a:ext>
            </a:extLst>
          </p:cNvPr>
          <p:cNvSpPr txBox="1"/>
          <p:nvPr/>
        </p:nvSpPr>
        <p:spPr>
          <a:xfrm>
            <a:off x="4490542" y="2085066"/>
            <a:ext cx="2705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DEPLOY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CE23BB4-25EB-46B5-C5CA-5410B94F1599}"/>
              </a:ext>
            </a:extLst>
          </p:cNvPr>
          <p:cNvGrpSpPr/>
          <p:nvPr/>
        </p:nvGrpSpPr>
        <p:grpSpPr>
          <a:xfrm>
            <a:off x="8348696" y="1397312"/>
            <a:ext cx="3501593" cy="1625287"/>
            <a:chOff x="335880" y="1582060"/>
            <a:chExt cx="3501593" cy="1719939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CBAB6CE6-990E-4098-840B-73810AB18469}"/>
                </a:ext>
              </a:extLst>
            </p:cNvPr>
            <p:cNvSpPr/>
            <p:nvPr/>
          </p:nvSpPr>
          <p:spPr>
            <a:xfrm flipH="1">
              <a:off x="335880" y="1582060"/>
              <a:ext cx="3501593" cy="1719939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304E7A3-55CC-5EAE-02CA-54D446DE3971}"/>
                </a:ext>
              </a:extLst>
            </p:cNvPr>
            <p:cNvGrpSpPr/>
            <p:nvPr/>
          </p:nvGrpSpPr>
          <p:grpSpPr>
            <a:xfrm>
              <a:off x="484134" y="1582061"/>
              <a:ext cx="3332907" cy="1676781"/>
              <a:chOff x="484134" y="1563223"/>
              <a:chExt cx="3434609" cy="1324242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095F2B7-164A-CA7D-653B-1D64F7E0DAA6}"/>
                  </a:ext>
                </a:extLst>
              </p:cNvPr>
              <p:cNvSpPr txBox="1"/>
              <p:nvPr/>
            </p:nvSpPr>
            <p:spPr>
              <a:xfrm>
                <a:off x="3323230" y="1563223"/>
                <a:ext cx="595513" cy="385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pPr algn="ctr"/>
                <a:r>
                  <a:rPr lang="en-US" sz="2400" dirty="0">
                    <a:solidFill>
                      <a:schemeClr val="bg1">
                        <a:lumMod val="85000"/>
                      </a:schemeClr>
                    </a:solidFill>
                  </a:rPr>
                  <a:t>03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E675EF6-E0EA-5FEA-B347-1D75DDFA5260}"/>
                  </a:ext>
                </a:extLst>
              </p:cNvPr>
              <p:cNvSpPr txBox="1"/>
              <p:nvPr/>
            </p:nvSpPr>
            <p:spPr>
              <a:xfrm>
                <a:off x="484134" y="1851057"/>
                <a:ext cx="2788231" cy="308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r>
                  <a:rPr lang="pt-BR" sz="1800" dirty="0" err="1"/>
                  <a:t>Explainable</a:t>
                </a:r>
                <a:r>
                  <a:rPr lang="pt-BR" sz="1800" dirty="0"/>
                  <a:t> AI (XAI)</a:t>
                </a:r>
                <a:endParaRPr lang="en-US" sz="1800" dirty="0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F5986B9-B461-5AAD-E28E-396F7154C7BF}"/>
                  </a:ext>
                </a:extLst>
              </p:cNvPr>
              <p:cNvSpPr txBox="1"/>
              <p:nvPr/>
            </p:nvSpPr>
            <p:spPr>
              <a:xfrm>
                <a:off x="484134" y="2347297"/>
                <a:ext cx="3362652" cy="1106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/>
                </a:lvl1pPr>
              </a:lstStyle>
              <a:p>
                <a:r>
                  <a:rPr lang="pt-BR" dirty="0"/>
                  <a:t>Implementar </a:t>
                </a:r>
                <a:r>
                  <a:rPr lang="pt-BR" dirty="0" err="1"/>
                  <a:t>GNNExplainer</a:t>
                </a:r>
                <a:r>
                  <a:rPr lang="pt-BR" dirty="0"/>
                  <a:t> e SHAP para explicar o "porquê" de cada previsão para pedagogos.</a:t>
                </a:r>
                <a:endParaRPr lang="en-US" dirty="0"/>
              </a:p>
            </p:txBody>
          </p: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4CDC9E38-CBAB-BC8D-F393-1488171B0A19}"/>
              </a:ext>
            </a:extLst>
          </p:cNvPr>
          <p:cNvSpPr txBox="1"/>
          <p:nvPr/>
        </p:nvSpPr>
        <p:spPr>
          <a:xfrm>
            <a:off x="8496950" y="2085066"/>
            <a:ext cx="2705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CONFIANÇA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F3583F0-89B0-E877-2B93-11B260F5FD78}"/>
              </a:ext>
            </a:extLst>
          </p:cNvPr>
          <p:cNvGrpSpPr/>
          <p:nvPr/>
        </p:nvGrpSpPr>
        <p:grpSpPr>
          <a:xfrm>
            <a:off x="335880" y="3170684"/>
            <a:ext cx="3501593" cy="1625287"/>
            <a:chOff x="335880" y="1582060"/>
            <a:chExt cx="3501593" cy="1719939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A7EE451A-ABFD-2A0F-1BEA-B8707A0AFE43}"/>
                </a:ext>
              </a:extLst>
            </p:cNvPr>
            <p:cNvSpPr/>
            <p:nvPr/>
          </p:nvSpPr>
          <p:spPr>
            <a:xfrm flipH="1">
              <a:off x="335880" y="1582060"/>
              <a:ext cx="3501593" cy="1719939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B9141D17-BF43-33B6-636E-4E7C93B5AA99}"/>
                </a:ext>
              </a:extLst>
            </p:cNvPr>
            <p:cNvGrpSpPr/>
            <p:nvPr/>
          </p:nvGrpSpPr>
          <p:grpSpPr>
            <a:xfrm>
              <a:off x="484134" y="1582061"/>
              <a:ext cx="3332907" cy="1676780"/>
              <a:chOff x="484134" y="1563223"/>
              <a:chExt cx="3434609" cy="1324242"/>
            </a:xfrm>
          </p:grpSpPr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57C523E2-658E-D7E4-81F3-8F802F4398ED}"/>
                  </a:ext>
                </a:extLst>
              </p:cNvPr>
              <p:cNvSpPr txBox="1"/>
              <p:nvPr/>
            </p:nvSpPr>
            <p:spPr>
              <a:xfrm>
                <a:off x="3323230" y="1563223"/>
                <a:ext cx="595513" cy="385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pPr algn="ctr"/>
                <a:r>
                  <a:rPr lang="en-US" sz="2400" dirty="0">
                    <a:solidFill>
                      <a:schemeClr val="bg1">
                        <a:lumMod val="85000"/>
                      </a:schemeClr>
                    </a:solidFill>
                  </a:rPr>
                  <a:t>04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0D0DAA2-D8FB-E4FB-2EFE-F21702F754CA}"/>
                  </a:ext>
                </a:extLst>
              </p:cNvPr>
              <p:cNvSpPr txBox="1"/>
              <p:nvPr/>
            </p:nvSpPr>
            <p:spPr>
              <a:xfrm>
                <a:off x="484134" y="1851057"/>
                <a:ext cx="2788231" cy="308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r>
                  <a:rPr lang="pt-BR" sz="1800" dirty="0"/>
                  <a:t>Monitoramento</a:t>
                </a:r>
                <a:endParaRPr lang="en-US" sz="1800" dirty="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A4D6D54-A7C8-CA26-DFE6-F26877746606}"/>
                  </a:ext>
                </a:extLst>
              </p:cNvPr>
              <p:cNvSpPr txBox="1"/>
              <p:nvPr/>
            </p:nvSpPr>
            <p:spPr>
              <a:xfrm>
                <a:off x="484134" y="2347297"/>
                <a:ext cx="3362652" cy="1363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/>
                </a:lvl1pPr>
              </a:lstStyle>
              <a:p>
                <a:r>
                  <a:rPr lang="pt-BR" dirty="0"/>
                  <a:t>Sistema de detecção de data </a:t>
                </a:r>
                <a:r>
                  <a:rPr lang="pt-BR" dirty="0" err="1"/>
                  <a:t>drift</a:t>
                </a:r>
                <a:r>
                  <a:rPr lang="pt-BR" dirty="0"/>
                  <a:t> e retreinamento automático para manter a precisão ao longo dos anos.</a:t>
                </a:r>
                <a:endParaRPr lang="en-US" dirty="0"/>
              </a:p>
            </p:txBody>
          </p:sp>
        </p:grp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87E5278A-9F40-B8AA-B704-2B31170CDCC1}"/>
              </a:ext>
            </a:extLst>
          </p:cNvPr>
          <p:cNvSpPr txBox="1"/>
          <p:nvPr/>
        </p:nvSpPr>
        <p:spPr>
          <a:xfrm>
            <a:off x="484134" y="3858438"/>
            <a:ext cx="2705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MLOPS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2E8CA44-DE9A-70FC-A097-4DD8DD4C2CD8}"/>
              </a:ext>
            </a:extLst>
          </p:cNvPr>
          <p:cNvGrpSpPr/>
          <p:nvPr/>
        </p:nvGrpSpPr>
        <p:grpSpPr>
          <a:xfrm>
            <a:off x="4342288" y="3170684"/>
            <a:ext cx="3501593" cy="1625287"/>
            <a:chOff x="335880" y="1582060"/>
            <a:chExt cx="3501593" cy="1719939"/>
          </a:xfrm>
        </p:grpSpPr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2FEFF2A1-427C-1EC4-9C64-1DCEC194E283}"/>
                </a:ext>
              </a:extLst>
            </p:cNvPr>
            <p:cNvSpPr/>
            <p:nvPr/>
          </p:nvSpPr>
          <p:spPr>
            <a:xfrm flipH="1">
              <a:off x="335880" y="1582060"/>
              <a:ext cx="3501593" cy="1719939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F671C873-4F26-7B8B-D259-E5DE95851E09}"/>
                </a:ext>
              </a:extLst>
            </p:cNvPr>
            <p:cNvGrpSpPr/>
            <p:nvPr/>
          </p:nvGrpSpPr>
          <p:grpSpPr>
            <a:xfrm>
              <a:off x="484134" y="1582061"/>
              <a:ext cx="3332907" cy="1676781"/>
              <a:chOff x="484134" y="1563223"/>
              <a:chExt cx="3434609" cy="1324242"/>
            </a:xfrm>
          </p:grpSpPr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AE1876D9-91F3-66B5-69EA-A76C884D1D4A}"/>
                  </a:ext>
                </a:extLst>
              </p:cNvPr>
              <p:cNvSpPr txBox="1"/>
              <p:nvPr/>
            </p:nvSpPr>
            <p:spPr>
              <a:xfrm>
                <a:off x="3323230" y="1563223"/>
                <a:ext cx="595513" cy="385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pPr algn="ctr"/>
                <a:r>
                  <a:rPr lang="en-US" sz="2400" dirty="0">
                    <a:solidFill>
                      <a:schemeClr val="bg1">
                        <a:lumMod val="85000"/>
                      </a:schemeClr>
                    </a:solidFill>
                  </a:rPr>
                  <a:t>05</a:t>
                </a: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DE887A4-79E0-8FC1-8049-8107EEE5600D}"/>
                  </a:ext>
                </a:extLst>
              </p:cNvPr>
              <p:cNvSpPr txBox="1"/>
              <p:nvPr/>
            </p:nvSpPr>
            <p:spPr>
              <a:xfrm>
                <a:off x="484134" y="1851057"/>
                <a:ext cx="2788231" cy="308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r>
                  <a:rPr lang="pt-BR" sz="1800" dirty="0"/>
                  <a:t>Interface Visual</a:t>
                </a:r>
                <a:endParaRPr lang="en-US" sz="1800" dirty="0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85B54DE5-6CDC-DA14-4289-1BD2DA1AA7DA}"/>
                  </a:ext>
                </a:extLst>
              </p:cNvPr>
              <p:cNvSpPr txBox="1"/>
              <p:nvPr/>
            </p:nvSpPr>
            <p:spPr>
              <a:xfrm>
                <a:off x="484134" y="2347297"/>
                <a:ext cx="3362652" cy="540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/>
                </a:lvl1pPr>
              </a:lstStyle>
              <a:p>
                <a:r>
                  <a:rPr lang="pt-BR" dirty="0"/>
                  <a:t>Dashboard interativo para gestores e alunos visualizarem lacunas de aprendizado e potencial.</a:t>
                </a:r>
                <a:endParaRPr lang="en-US" dirty="0"/>
              </a:p>
            </p:txBody>
          </p:sp>
        </p:grp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753B7D6E-EB1A-A879-3EF7-55F7198E3FD9}"/>
              </a:ext>
            </a:extLst>
          </p:cNvPr>
          <p:cNvSpPr txBox="1"/>
          <p:nvPr/>
        </p:nvSpPr>
        <p:spPr>
          <a:xfrm>
            <a:off x="4490542" y="3858438"/>
            <a:ext cx="2705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UX/UI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012FCE7-84A9-C075-C667-381EBB354FF5}"/>
              </a:ext>
            </a:extLst>
          </p:cNvPr>
          <p:cNvGrpSpPr/>
          <p:nvPr/>
        </p:nvGrpSpPr>
        <p:grpSpPr>
          <a:xfrm>
            <a:off x="8348696" y="3170684"/>
            <a:ext cx="3501593" cy="1625287"/>
            <a:chOff x="335880" y="1582060"/>
            <a:chExt cx="3501593" cy="1719939"/>
          </a:xfrm>
        </p:grpSpPr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081B2AC2-8BA0-AFEA-D479-1392DED20193}"/>
                </a:ext>
              </a:extLst>
            </p:cNvPr>
            <p:cNvSpPr/>
            <p:nvPr/>
          </p:nvSpPr>
          <p:spPr>
            <a:xfrm flipH="1">
              <a:off x="335880" y="1582060"/>
              <a:ext cx="3501593" cy="1719939"/>
            </a:xfrm>
            <a:prstGeom prst="roundRect">
              <a:avLst>
                <a:gd name="adj" fmla="val 6964"/>
              </a:avLst>
            </a:prstGeom>
            <a:noFill/>
            <a:ln>
              <a:solidFill>
                <a:srgbClr val="E4E5E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CCBCA56C-1F37-B0CF-0A62-BACE6951C9A8}"/>
                </a:ext>
              </a:extLst>
            </p:cNvPr>
            <p:cNvGrpSpPr/>
            <p:nvPr/>
          </p:nvGrpSpPr>
          <p:grpSpPr>
            <a:xfrm>
              <a:off x="484134" y="1582061"/>
              <a:ext cx="3332907" cy="1676781"/>
              <a:chOff x="484134" y="1563223"/>
              <a:chExt cx="3434609" cy="1324242"/>
            </a:xfrm>
          </p:grpSpPr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7A40B0DD-D84B-DC1D-94B3-44F6BE0B0A92}"/>
                  </a:ext>
                </a:extLst>
              </p:cNvPr>
              <p:cNvSpPr txBox="1"/>
              <p:nvPr/>
            </p:nvSpPr>
            <p:spPr>
              <a:xfrm>
                <a:off x="3323230" y="1563223"/>
                <a:ext cx="595513" cy="385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pPr algn="ctr"/>
                <a:r>
                  <a:rPr lang="en-US" sz="2400" dirty="0">
                    <a:solidFill>
                      <a:schemeClr val="bg1">
                        <a:lumMod val="85000"/>
                      </a:schemeClr>
                    </a:solidFill>
                  </a:rPr>
                  <a:t>06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F775BEA-6427-D9F6-1364-144E7A037BFD}"/>
                  </a:ext>
                </a:extLst>
              </p:cNvPr>
              <p:cNvSpPr txBox="1"/>
              <p:nvPr/>
            </p:nvSpPr>
            <p:spPr>
              <a:xfrm>
                <a:off x="484134" y="1851057"/>
                <a:ext cx="2788231" cy="308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/>
                </a:lvl1pPr>
              </a:lstStyle>
              <a:p>
                <a:r>
                  <a:rPr lang="pt-BR" sz="1800" dirty="0"/>
                  <a:t>Modelo Híbrido</a:t>
                </a:r>
                <a:endParaRPr lang="en-US" sz="1800" dirty="0"/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E6EAB5D0-486C-CA40-891A-FF06FDB5B6B1}"/>
                  </a:ext>
                </a:extLst>
              </p:cNvPr>
              <p:cNvSpPr txBox="1"/>
              <p:nvPr/>
            </p:nvSpPr>
            <p:spPr>
              <a:xfrm>
                <a:off x="484134" y="2347297"/>
                <a:ext cx="3362652" cy="540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0"/>
                </a:lvl1pPr>
              </a:lstStyle>
              <a:p>
                <a:r>
                  <a:rPr lang="pt-BR" dirty="0" err="1"/>
                  <a:t>Stacking</a:t>
                </a:r>
                <a:r>
                  <a:rPr lang="pt-BR" dirty="0"/>
                  <a:t> de GNN (para </a:t>
                </a:r>
                <a:r>
                  <a:rPr lang="pt-BR" dirty="0" err="1"/>
                  <a:t>embeddings</a:t>
                </a:r>
                <a:r>
                  <a:rPr lang="pt-BR" dirty="0"/>
                  <a:t> relacionais) com </a:t>
                </a:r>
                <a:r>
                  <a:rPr lang="pt-BR" dirty="0" err="1"/>
                  <a:t>XGBoost</a:t>
                </a:r>
                <a:r>
                  <a:rPr lang="pt-BR" dirty="0"/>
                  <a:t> (para features tabulares) para maximizar performance.</a:t>
                </a:r>
                <a:endParaRPr lang="en-US" dirty="0"/>
              </a:p>
            </p:txBody>
          </p:sp>
        </p:grpSp>
      </p:grp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3ACC97A4-0729-45F4-5FBC-FB95E3E5DADA}"/>
              </a:ext>
            </a:extLst>
          </p:cNvPr>
          <p:cNvSpPr/>
          <p:nvPr/>
        </p:nvSpPr>
        <p:spPr>
          <a:xfrm flipH="1">
            <a:off x="342899" y="4944056"/>
            <a:ext cx="11513214" cy="1273863"/>
          </a:xfrm>
          <a:prstGeom prst="roundRect">
            <a:avLst>
              <a:gd name="adj" fmla="val 6964"/>
            </a:avLst>
          </a:prstGeom>
          <a:solidFill>
            <a:srgbClr val="1E3A8A"/>
          </a:solidFill>
          <a:ln>
            <a:noFill/>
          </a:ln>
          <a:effectLst>
            <a:outerShdw blurRad="63500" sx="101000" sy="101000" algn="c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C9236E7-2732-16D0-9D1A-F35A38D411AE}"/>
              </a:ext>
            </a:extLst>
          </p:cNvPr>
          <p:cNvSpPr txBox="1"/>
          <p:nvPr/>
        </p:nvSpPr>
        <p:spPr>
          <a:xfrm>
            <a:off x="1269997" y="5441341"/>
            <a:ext cx="9541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/>
            </a:lvl1pPr>
          </a:lstStyle>
          <a:p>
            <a:r>
              <a:rPr lang="pt-BR" sz="1800" b="1" dirty="0">
                <a:solidFill>
                  <a:schemeClr val="bg1"/>
                </a:solidFill>
              </a:rPr>
              <a:t>Esta solução pode transformar o acesso a </a:t>
            </a:r>
            <a:r>
              <a:rPr lang="pt-BR" sz="1800" b="1" u="sng" dirty="0">
                <a:solidFill>
                  <a:srgbClr val="C9E2FF"/>
                </a:solidFill>
              </a:rPr>
              <a:t>diagnósticos educacionais</a:t>
            </a:r>
            <a:r>
              <a:rPr lang="pt-BR" sz="1800" b="1" u="sng" dirty="0">
                <a:solidFill>
                  <a:schemeClr val="bg1"/>
                </a:solidFill>
              </a:rPr>
              <a:t>,</a:t>
            </a:r>
            <a:r>
              <a:rPr lang="pt-BR" sz="1800" b="1" dirty="0">
                <a:solidFill>
                  <a:schemeClr val="bg1"/>
                </a:solidFill>
              </a:rPr>
              <a:t> </a:t>
            </a:r>
            <a:r>
              <a:rPr lang="pt-BR" sz="1800" b="1" dirty="0" err="1">
                <a:solidFill>
                  <a:schemeClr val="bg1"/>
                </a:solidFill>
              </a:rPr>
              <a:t>oferencendo</a:t>
            </a:r>
            <a:r>
              <a:rPr lang="pt-BR" sz="1800" b="1" dirty="0">
                <a:solidFill>
                  <a:schemeClr val="bg1"/>
                </a:solidFill>
              </a:rPr>
              <a:t> previsões personalizadas rápidas e escaláveis em todo o Brasil.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AD85937-3E2A-304D-38DD-3BB3A6645CFA}"/>
              </a:ext>
            </a:extLst>
          </p:cNvPr>
          <p:cNvSpPr txBox="1"/>
          <p:nvPr/>
        </p:nvSpPr>
        <p:spPr>
          <a:xfrm>
            <a:off x="1269997" y="5046391"/>
            <a:ext cx="9541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0"/>
            </a:lvl1pPr>
          </a:lstStyle>
          <a:p>
            <a:r>
              <a:rPr lang="pt-BR" sz="2000" b="1" dirty="0">
                <a:solidFill>
                  <a:srgbClr val="C9E2FF"/>
                </a:solidFill>
              </a:rPr>
              <a:t>VISÃO DE FUTURO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F15B218D-0B04-8BFA-6B45-34B34672CF80}"/>
              </a:ext>
            </a:extLst>
          </p:cNvPr>
          <p:cNvGrpSpPr/>
          <p:nvPr/>
        </p:nvGrpSpPr>
        <p:grpSpPr>
          <a:xfrm>
            <a:off x="2649246" y="1450286"/>
            <a:ext cx="482645" cy="434778"/>
            <a:chOff x="7407989" y="1610141"/>
            <a:chExt cx="482645" cy="434778"/>
          </a:xfrm>
        </p:grpSpPr>
        <p:sp>
          <p:nvSpPr>
            <p:cNvPr id="6" name="Fluxograma: Conector 5">
              <a:extLst>
                <a:ext uri="{FF2B5EF4-FFF2-40B4-BE49-F238E27FC236}">
                  <a16:creationId xmlns:a16="http://schemas.microsoft.com/office/drawing/2014/main" id="{6CE7148D-1738-C75D-61AA-44337810509F}"/>
                </a:ext>
              </a:extLst>
            </p:cNvPr>
            <p:cNvSpPr/>
            <p:nvPr/>
          </p:nvSpPr>
          <p:spPr>
            <a:xfrm>
              <a:off x="7407989" y="1610141"/>
              <a:ext cx="482645" cy="434778"/>
            </a:xfrm>
            <a:prstGeom prst="flowChartConnector">
              <a:avLst/>
            </a:prstGeom>
            <a:solidFill>
              <a:srgbClr val="1D4ED8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85E2762D-D7DE-11A1-9E06-C21802038551}"/>
                </a:ext>
              </a:extLst>
            </p:cNvPr>
            <p:cNvSpPr/>
            <p:nvPr/>
          </p:nvSpPr>
          <p:spPr>
            <a:xfrm>
              <a:off x="7533714" y="1673182"/>
              <a:ext cx="231195" cy="308697"/>
            </a:xfrm>
            <a:custGeom>
              <a:avLst/>
              <a:gdLst>
                <a:gd name="connsiteX0" fmla="*/ 0 w 657602"/>
                <a:gd name="connsiteY0" fmla="*/ 133871 h 878046"/>
                <a:gd name="connsiteX1" fmla="*/ 43718 w 657602"/>
                <a:gd name="connsiteY1" fmla="*/ 64368 h 878046"/>
                <a:gd name="connsiteX2" fmla="*/ 328801 w 657602"/>
                <a:gd name="connsiteY2" fmla="*/ 0 h 878046"/>
                <a:gd name="connsiteX3" fmla="*/ 613884 w 657602"/>
                <a:gd name="connsiteY3" fmla="*/ 64368 h 878046"/>
                <a:gd name="connsiteX4" fmla="*/ 657602 w 657602"/>
                <a:gd name="connsiteY4" fmla="*/ 133871 h 878046"/>
                <a:gd name="connsiteX5" fmla="*/ 657602 w 657602"/>
                <a:gd name="connsiteY5" fmla="*/ 744176 h 878046"/>
                <a:gd name="connsiteX6" fmla="*/ 613884 w 657602"/>
                <a:gd name="connsiteY6" fmla="*/ 813679 h 878046"/>
                <a:gd name="connsiteX7" fmla="*/ 328801 w 657602"/>
                <a:gd name="connsiteY7" fmla="*/ 878047 h 878046"/>
                <a:gd name="connsiteX8" fmla="*/ 43718 w 657602"/>
                <a:gd name="connsiteY8" fmla="*/ 813679 h 878046"/>
                <a:gd name="connsiteX9" fmla="*/ 0 w 657602"/>
                <a:gd name="connsiteY9" fmla="*/ 744176 h 878046"/>
                <a:gd name="connsiteX10" fmla="*/ 44648 w 657602"/>
                <a:gd name="connsiteY10" fmla="*/ 204044 h 878046"/>
                <a:gd name="connsiteX11" fmla="*/ 44648 w 657602"/>
                <a:gd name="connsiteY11" fmla="*/ 260487 h 878046"/>
                <a:gd name="connsiteX12" fmla="*/ 54396 w 657602"/>
                <a:gd name="connsiteY12" fmla="*/ 280653 h 878046"/>
                <a:gd name="connsiteX13" fmla="*/ 91380 w 657602"/>
                <a:gd name="connsiteY13" fmla="*/ 306363 h 878046"/>
                <a:gd name="connsiteX14" fmla="*/ 328762 w 657602"/>
                <a:gd name="connsiteY14" fmla="*/ 349747 h 878046"/>
                <a:gd name="connsiteX15" fmla="*/ 566144 w 657602"/>
                <a:gd name="connsiteY15" fmla="*/ 306363 h 878046"/>
                <a:gd name="connsiteX16" fmla="*/ 603128 w 657602"/>
                <a:gd name="connsiteY16" fmla="*/ 280653 h 878046"/>
                <a:gd name="connsiteX17" fmla="*/ 612876 w 657602"/>
                <a:gd name="connsiteY17" fmla="*/ 260487 h 878046"/>
                <a:gd name="connsiteX18" fmla="*/ 612876 w 657602"/>
                <a:gd name="connsiteY18" fmla="*/ 204044 h 878046"/>
                <a:gd name="connsiteX19" fmla="*/ 328726 w 657602"/>
                <a:gd name="connsiteY19" fmla="*/ 267779 h 878046"/>
                <a:gd name="connsiteX20" fmla="*/ 44576 w 657602"/>
                <a:gd name="connsiteY20" fmla="*/ 204044 h 878046"/>
                <a:gd name="connsiteX21" fmla="*/ 612948 w 657602"/>
                <a:gd name="connsiteY21" fmla="*/ 463819 h 878046"/>
                <a:gd name="connsiteX22" fmla="*/ 612985 w 657602"/>
                <a:gd name="connsiteY22" fmla="*/ 407413 h 878046"/>
                <a:gd name="connsiteX23" fmla="*/ 328797 w 657602"/>
                <a:gd name="connsiteY23" fmla="*/ 471148 h 878046"/>
                <a:gd name="connsiteX24" fmla="*/ 44609 w 657602"/>
                <a:gd name="connsiteY24" fmla="*/ 407413 h 878046"/>
                <a:gd name="connsiteX25" fmla="*/ 44647 w 657602"/>
                <a:gd name="connsiteY25" fmla="*/ 463819 h 878046"/>
                <a:gd name="connsiteX26" fmla="*/ 54395 w 657602"/>
                <a:gd name="connsiteY26" fmla="*/ 483985 h 878046"/>
                <a:gd name="connsiteX27" fmla="*/ 91378 w 657602"/>
                <a:gd name="connsiteY27" fmla="*/ 509695 h 878046"/>
                <a:gd name="connsiteX28" fmla="*/ 328760 w 657602"/>
                <a:gd name="connsiteY28" fmla="*/ 553079 h 878046"/>
                <a:gd name="connsiteX29" fmla="*/ 566142 w 657602"/>
                <a:gd name="connsiteY29" fmla="*/ 509695 h 878046"/>
                <a:gd name="connsiteX30" fmla="*/ 603126 w 657602"/>
                <a:gd name="connsiteY30" fmla="*/ 483985 h 878046"/>
                <a:gd name="connsiteX31" fmla="*/ 612874 w 657602"/>
                <a:gd name="connsiteY31" fmla="*/ 463819 h 878046"/>
                <a:gd name="connsiteX32" fmla="*/ 612948 w 657602"/>
                <a:gd name="connsiteY32" fmla="*/ 667340 h 878046"/>
                <a:gd name="connsiteX33" fmla="*/ 612948 w 657602"/>
                <a:gd name="connsiteY33" fmla="*/ 610896 h 878046"/>
                <a:gd name="connsiteX34" fmla="*/ 328798 w 657602"/>
                <a:gd name="connsiteY34" fmla="*/ 674632 h 878046"/>
                <a:gd name="connsiteX35" fmla="*/ 44648 w 657602"/>
                <a:gd name="connsiteY35" fmla="*/ 610896 h 878046"/>
                <a:gd name="connsiteX36" fmla="*/ 44648 w 657602"/>
                <a:gd name="connsiteY36" fmla="*/ 667340 h 878046"/>
                <a:gd name="connsiteX37" fmla="*/ 54396 w 657602"/>
                <a:gd name="connsiteY37" fmla="*/ 687506 h 878046"/>
                <a:gd name="connsiteX38" fmla="*/ 91380 w 657602"/>
                <a:gd name="connsiteY38" fmla="*/ 713179 h 878046"/>
                <a:gd name="connsiteX39" fmla="*/ 328762 w 657602"/>
                <a:gd name="connsiteY39" fmla="*/ 756562 h 878046"/>
                <a:gd name="connsiteX40" fmla="*/ 566144 w 657602"/>
                <a:gd name="connsiteY40" fmla="*/ 713179 h 878046"/>
                <a:gd name="connsiteX41" fmla="*/ 603128 w 657602"/>
                <a:gd name="connsiteY41" fmla="*/ 687506 h 878046"/>
                <a:gd name="connsiteX42" fmla="*/ 612876 w 657602"/>
                <a:gd name="connsiteY42" fmla="*/ 667340 h 87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57602" h="878046">
                  <a:moveTo>
                    <a:pt x="0" y="133871"/>
                  </a:moveTo>
                  <a:cubicBezTo>
                    <a:pt x="0" y="109240"/>
                    <a:pt x="14585" y="84833"/>
                    <a:pt x="43718" y="64368"/>
                  </a:cubicBezTo>
                  <a:cubicBezTo>
                    <a:pt x="97222" y="26789"/>
                    <a:pt x="204671" y="0"/>
                    <a:pt x="328801" y="0"/>
                  </a:cubicBezTo>
                  <a:cubicBezTo>
                    <a:pt x="452883" y="0"/>
                    <a:pt x="560373" y="26826"/>
                    <a:pt x="613884" y="64368"/>
                  </a:cubicBezTo>
                  <a:cubicBezTo>
                    <a:pt x="643018" y="84832"/>
                    <a:pt x="657602" y="109239"/>
                    <a:pt x="657602" y="133871"/>
                  </a:cubicBezTo>
                  <a:lnTo>
                    <a:pt x="657602" y="744176"/>
                  </a:lnTo>
                  <a:cubicBezTo>
                    <a:pt x="657602" y="768807"/>
                    <a:pt x="643018" y="793214"/>
                    <a:pt x="613884" y="813679"/>
                  </a:cubicBezTo>
                  <a:cubicBezTo>
                    <a:pt x="560381" y="851258"/>
                    <a:pt x="452931" y="878047"/>
                    <a:pt x="328801" y="878047"/>
                  </a:cubicBezTo>
                  <a:cubicBezTo>
                    <a:pt x="204719" y="878047"/>
                    <a:pt x="97229" y="851221"/>
                    <a:pt x="43718" y="813679"/>
                  </a:cubicBezTo>
                  <a:cubicBezTo>
                    <a:pt x="14585" y="793215"/>
                    <a:pt x="0" y="768808"/>
                    <a:pt x="0" y="744176"/>
                  </a:cubicBezTo>
                  <a:close/>
                  <a:moveTo>
                    <a:pt x="44648" y="204044"/>
                  </a:moveTo>
                  <a:lnTo>
                    <a:pt x="44648" y="260487"/>
                  </a:lnTo>
                  <a:cubicBezTo>
                    <a:pt x="44648" y="267631"/>
                    <a:pt x="48518" y="274216"/>
                    <a:pt x="54396" y="280653"/>
                  </a:cubicBezTo>
                  <a:cubicBezTo>
                    <a:pt x="62991" y="290067"/>
                    <a:pt x="75642" y="298550"/>
                    <a:pt x="91380" y="306363"/>
                  </a:cubicBezTo>
                  <a:cubicBezTo>
                    <a:pt x="144884" y="332929"/>
                    <a:pt x="231350" y="349747"/>
                    <a:pt x="328762" y="349747"/>
                  </a:cubicBezTo>
                  <a:cubicBezTo>
                    <a:pt x="426174" y="349747"/>
                    <a:pt x="512642" y="332966"/>
                    <a:pt x="566144" y="306363"/>
                  </a:cubicBezTo>
                  <a:cubicBezTo>
                    <a:pt x="581882" y="298550"/>
                    <a:pt x="594533" y="290067"/>
                    <a:pt x="603128" y="280653"/>
                  </a:cubicBezTo>
                  <a:cubicBezTo>
                    <a:pt x="609006" y="274216"/>
                    <a:pt x="612876" y="267631"/>
                    <a:pt x="612876" y="260487"/>
                  </a:cubicBezTo>
                  <a:lnTo>
                    <a:pt x="612876" y="204044"/>
                  </a:lnTo>
                  <a:cubicBezTo>
                    <a:pt x="559075" y="241250"/>
                    <a:pt x="452103" y="267779"/>
                    <a:pt x="328726" y="267779"/>
                  </a:cubicBezTo>
                  <a:cubicBezTo>
                    <a:pt x="205349" y="267779"/>
                    <a:pt x="98373" y="241250"/>
                    <a:pt x="44576" y="204044"/>
                  </a:cubicBezTo>
                  <a:close/>
                  <a:moveTo>
                    <a:pt x="612948" y="463819"/>
                  </a:moveTo>
                  <a:lnTo>
                    <a:pt x="612985" y="407413"/>
                  </a:lnTo>
                  <a:cubicBezTo>
                    <a:pt x="559184" y="444619"/>
                    <a:pt x="452175" y="471148"/>
                    <a:pt x="328797" y="471148"/>
                  </a:cubicBezTo>
                  <a:cubicBezTo>
                    <a:pt x="205420" y="471148"/>
                    <a:pt x="98407" y="444619"/>
                    <a:pt x="44609" y="407413"/>
                  </a:cubicBezTo>
                  <a:lnTo>
                    <a:pt x="44647" y="463819"/>
                  </a:lnTo>
                  <a:cubicBezTo>
                    <a:pt x="44647" y="471000"/>
                    <a:pt x="48516" y="477585"/>
                    <a:pt x="54395" y="483985"/>
                  </a:cubicBezTo>
                  <a:cubicBezTo>
                    <a:pt x="62989" y="493362"/>
                    <a:pt x="75640" y="501882"/>
                    <a:pt x="91378" y="509695"/>
                  </a:cubicBezTo>
                  <a:cubicBezTo>
                    <a:pt x="144882" y="536261"/>
                    <a:pt x="231348" y="553079"/>
                    <a:pt x="328760" y="553079"/>
                  </a:cubicBezTo>
                  <a:cubicBezTo>
                    <a:pt x="426172" y="553079"/>
                    <a:pt x="512640" y="536299"/>
                    <a:pt x="566142" y="509695"/>
                  </a:cubicBezTo>
                  <a:cubicBezTo>
                    <a:pt x="581881" y="501882"/>
                    <a:pt x="594532" y="493362"/>
                    <a:pt x="603126" y="483985"/>
                  </a:cubicBezTo>
                  <a:cubicBezTo>
                    <a:pt x="609005" y="477548"/>
                    <a:pt x="612874" y="470963"/>
                    <a:pt x="612874" y="463819"/>
                  </a:cubicBezTo>
                  <a:close/>
                  <a:moveTo>
                    <a:pt x="612948" y="667340"/>
                  </a:moveTo>
                  <a:lnTo>
                    <a:pt x="612948" y="610896"/>
                  </a:lnTo>
                  <a:cubicBezTo>
                    <a:pt x="559147" y="648103"/>
                    <a:pt x="452176" y="674632"/>
                    <a:pt x="328798" y="674632"/>
                  </a:cubicBezTo>
                  <a:cubicBezTo>
                    <a:pt x="205421" y="674632"/>
                    <a:pt x="98446" y="648103"/>
                    <a:pt x="44648" y="610896"/>
                  </a:cubicBezTo>
                  <a:lnTo>
                    <a:pt x="44648" y="667340"/>
                  </a:lnTo>
                  <a:cubicBezTo>
                    <a:pt x="44648" y="674521"/>
                    <a:pt x="48518" y="681069"/>
                    <a:pt x="54396" y="687506"/>
                  </a:cubicBezTo>
                  <a:cubicBezTo>
                    <a:pt x="62991" y="696882"/>
                    <a:pt x="75642" y="705403"/>
                    <a:pt x="91380" y="713179"/>
                  </a:cubicBezTo>
                  <a:cubicBezTo>
                    <a:pt x="144884" y="739745"/>
                    <a:pt x="231350" y="756562"/>
                    <a:pt x="328762" y="756562"/>
                  </a:cubicBezTo>
                  <a:cubicBezTo>
                    <a:pt x="426174" y="756562"/>
                    <a:pt x="512642" y="739782"/>
                    <a:pt x="566144" y="713179"/>
                  </a:cubicBezTo>
                  <a:cubicBezTo>
                    <a:pt x="581882" y="705365"/>
                    <a:pt x="594533" y="696882"/>
                    <a:pt x="603128" y="687506"/>
                  </a:cubicBezTo>
                  <a:cubicBezTo>
                    <a:pt x="609006" y="681032"/>
                    <a:pt x="612876" y="674483"/>
                    <a:pt x="612876" y="667340"/>
                  </a:cubicBezTo>
                  <a:close/>
                </a:path>
              </a:pathLst>
            </a:custGeom>
            <a:solidFill>
              <a:srgbClr val="1D4E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65DFABC2-1944-22D6-1159-D533F03302F3}"/>
              </a:ext>
            </a:extLst>
          </p:cNvPr>
          <p:cNvGrpSpPr/>
          <p:nvPr/>
        </p:nvGrpSpPr>
        <p:grpSpPr>
          <a:xfrm>
            <a:off x="6709289" y="1450286"/>
            <a:ext cx="482645" cy="434778"/>
            <a:chOff x="6709289" y="1450286"/>
            <a:chExt cx="482645" cy="434778"/>
          </a:xfrm>
        </p:grpSpPr>
        <p:sp>
          <p:nvSpPr>
            <p:cNvPr id="9" name="Fluxograma: Conector 8">
              <a:extLst>
                <a:ext uri="{FF2B5EF4-FFF2-40B4-BE49-F238E27FC236}">
                  <a16:creationId xmlns:a16="http://schemas.microsoft.com/office/drawing/2014/main" id="{4EED324A-AB10-E741-B4D7-84A739D09368}"/>
                </a:ext>
              </a:extLst>
            </p:cNvPr>
            <p:cNvSpPr/>
            <p:nvPr/>
          </p:nvSpPr>
          <p:spPr>
            <a:xfrm>
              <a:off x="6709289" y="1450286"/>
              <a:ext cx="482645" cy="434778"/>
            </a:xfrm>
            <a:prstGeom prst="flowChartConnector">
              <a:avLst/>
            </a:prstGeom>
            <a:solidFill>
              <a:srgbClr val="1D4ED8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774CC861-E8F5-4293-6AC7-83ABB7A7E7F2}"/>
                </a:ext>
              </a:extLst>
            </p:cNvPr>
            <p:cNvSpPr/>
            <p:nvPr/>
          </p:nvSpPr>
          <p:spPr>
            <a:xfrm>
              <a:off x="6821011" y="1511728"/>
              <a:ext cx="259199" cy="302366"/>
            </a:xfrm>
            <a:custGeom>
              <a:avLst/>
              <a:gdLst>
                <a:gd name="connsiteX0" fmla="*/ 88890 w 710881"/>
                <a:gd name="connsiteY0" fmla="*/ 444246 h 829271"/>
                <a:gd name="connsiteX1" fmla="*/ 44465 w 710881"/>
                <a:gd name="connsiteY1" fmla="*/ 444246 h 829271"/>
                <a:gd name="connsiteX2" fmla="*/ 39 w 710881"/>
                <a:gd name="connsiteY2" fmla="*/ 399820 h 829271"/>
                <a:gd name="connsiteX3" fmla="*/ 39 w 710881"/>
                <a:gd name="connsiteY3" fmla="*/ 281349 h 829271"/>
                <a:gd name="connsiteX4" fmla="*/ 44465 w 710881"/>
                <a:gd name="connsiteY4" fmla="*/ 236923 h 829271"/>
                <a:gd name="connsiteX5" fmla="*/ 666419 w 710881"/>
                <a:gd name="connsiteY5" fmla="*/ 236923 h 829271"/>
                <a:gd name="connsiteX6" fmla="*/ 710844 w 710881"/>
                <a:gd name="connsiteY6" fmla="*/ 281349 h 829271"/>
                <a:gd name="connsiteX7" fmla="*/ 710844 w 710881"/>
                <a:gd name="connsiteY7" fmla="*/ 399820 h 829271"/>
                <a:gd name="connsiteX8" fmla="*/ 666419 w 710881"/>
                <a:gd name="connsiteY8" fmla="*/ 444246 h 829271"/>
                <a:gd name="connsiteX9" fmla="*/ 621993 w 710881"/>
                <a:gd name="connsiteY9" fmla="*/ 444246 h 829271"/>
                <a:gd name="connsiteX10" fmla="*/ 621993 w 710881"/>
                <a:gd name="connsiteY10" fmla="*/ 473863 h 829271"/>
                <a:gd name="connsiteX11" fmla="*/ 666419 w 710881"/>
                <a:gd name="connsiteY11" fmla="*/ 473863 h 829271"/>
                <a:gd name="connsiteX12" fmla="*/ 710844 w 710881"/>
                <a:gd name="connsiteY12" fmla="*/ 518289 h 829271"/>
                <a:gd name="connsiteX13" fmla="*/ 710844 w 710881"/>
                <a:gd name="connsiteY13" fmla="*/ 636761 h 829271"/>
                <a:gd name="connsiteX14" fmla="*/ 666419 w 710881"/>
                <a:gd name="connsiteY14" fmla="*/ 681186 h 829271"/>
                <a:gd name="connsiteX15" fmla="*/ 370248 w 710881"/>
                <a:gd name="connsiteY15" fmla="*/ 681186 h 829271"/>
                <a:gd name="connsiteX16" fmla="*/ 370248 w 710881"/>
                <a:gd name="connsiteY16" fmla="*/ 712663 h 829271"/>
                <a:gd name="connsiteX17" fmla="*/ 412814 w 710881"/>
                <a:gd name="connsiteY17" fmla="*/ 755229 h 829271"/>
                <a:gd name="connsiteX18" fmla="*/ 594274 w 710881"/>
                <a:gd name="connsiteY18" fmla="*/ 755229 h 829271"/>
                <a:gd name="connsiteX19" fmla="*/ 651647 w 710881"/>
                <a:gd name="connsiteY19" fmla="*/ 710803 h 829271"/>
                <a:gd name="connsiteX20" fmla="*/ 710881 w 710881"/>
                <a:gd name="connsiteY20" fmla="*/ 770037 h 829271"/>
                <a:gd name="connsiteX21" fmla="*/ 651647 w 710881"/>
                <a:gd name="connsiteY21" fmla="*/ 829271 h 829271"/>
                <a:gd name="connsiteX22" fmla="*/ 594274 w 710881"/>
                <a:gd name="connsiteY22" fmla="*/ 784846 h 829271"/>
                <a:gd name="connsiteX23" fmla="*/ 412814 w 710881"/>
                <a:gd name="connsiteY23" fmla="*/ 784846 h 829271"/>
                <a:gd name="connsiteX24" fmla="*/ 355441 w 710881"/>
                <a:gd name="connsiteY24" fmla="*/ 829271 h 829271"/>
                <a:gd name="connsiteX25" fmla="*/ 298068 w 710881"/>
                <a:gd name="connsiteY25" fmla="*/ 784846 h 829271"/>
                <a:gd name="connsiteX26" fmla="*/ 116607 w 710881"/>
                <a:gd name="connsiteY26" fmla="*/ 784846 h 829271"/>
                <a:gd name="connsiteX27" fmla="*/ 59234 w 710881"/>
                <a:gd name="connsiteY27" fmla="*/ 829271 h 829271"/>
                <a:gd name="connsiteX28" fmla="*/ 0 w 710881"/>
                <a:gd name="connsiteY28" fmla="*/ 770037 h 829271"/>
                <a:gd name="connsiteX29" fmla="*/ 59234 w 710881"/>
                <a:gd name="connsiteY29" fmla="*/ 710803 h 829271"/>
                <a:gd name="connsiteX30" fmla="*/ 116607 w 710881"/>
                <a:gd name="connsiteY30" fmla="*/ 755229 h 829271"/>
                <a:gd name="connsiteX31" fmla="*/ 298068 w 710881"/>
                <a:gd name="connsiteY31" fmla="*/ 755229 h 829271"/>
                <a:gd name="connsiteX32" fmla="*/ 340633 w 710881"/>
                <a:gd name="connsiteY32" fmla="*/ 712663 h 829271"/>
                <a:gd name="connsiteX33" fmla="*/ 340633 w 710881"/>
                <a:gd name="connsiteY33" fmla="*/ 681186 h 829271"/>
                <a:gd name="connsiteX34" fmla="*/ 44463 w 710881"/>
                <a:gd name="connsiteY34" fmla="*/ 681186 h 829271"/>
                <a:gd name="connsiteX35" fmla="*/ 37 w 710881"/>
                <a:gd name="connsiteY35" fmla="*/ 636761 h 829271"/>
                <a:gd name="connsiteX36" fmla="*/ 37 w 710881"/>
                <a:gd name="connsiteY36" fmla="*/ 518289 h 829271"/>
                <a:gd name="connsiteX37" fmla="*/ 44463 w 710881"/>
                <a:gd name="connsiteY37" fmla="*/ 473863 h 829271"/>
                <a:gd name="connsiteX38" fmla="*/ 88888 w 710881"/>
                <a:gd name="connsiteY38" fmla="*/ 473863 h 829271"/>
                <a:gd name="connsiteX39" fmla="*/ 592372 w 710881"/>
                <a:gd name="connsiteY39" fmla="*/ 444246 h 829271"/>
                <a:gd name="connsiteX40" fmla="*/ 118503 w 710881"/>
                <a:gd name="connsiteY40" fmla="*/ 444246 h 829271"/>
                <a:gd name="connsiteX41" fmla="*/ 118503 w 710881"/>
                <a:gd name="connsiteY41" fmla="*/ 473863 h 829271"/>
                <a:gd name="connsiteX42" fmla="*/ 592372 w 710881"/>
                <a:gd name="connsiteY42" fmla="*/ 473863 h 829271"/>
                <a:gd name="connsiteX43" fmla="*/ 385051 w 710881"/>
                <a:gd name="connsiteY43" fmla="*/ 770030 h 829271"/>
                <a:gd name="connsiteX44" fmla="*/ 355434 w 710881"/>
                <a:gd name="connsiteY44" fmla="*/ 740413 h 829271"/>
                <a:gd name="connsiteX45" fmla="*/ 325817 w 710881"/>
                <a:gd name="connsiteY45" fmla="*/ 770030 h 829271"/>
                <a:gd name="connsiteX46" fmla="*/ 355434 w 710881"/>
                <a:gd name="connsiteY46" fmla="*/ 799647 h 829271"/>
                <a:gd name="connsiteX47" fmla="*/ 385051 w 710881"/>
                <a:gd name="connsiteY47" fmla="*/ 770030 h 829271"/>
                <a:gd name="connsiteX48" fmla="*/ 621985 w 710881"/>
                <a:gd name="connsiteY48" fmla="*/ 770030 h 829271"/>
                <a:gd name="connsiteX49" fmla="*/ 651602 w 710881"/>
                <a:gd name="connsiteY49" fmla="*/ 799647 h 829271"/>
                <a:gd name="connsiteX50" fmla="*/ 681219 w 710881"/>
                <a:gd name="connsiteY50" fmla="*/ 770030 h 829271"/>
                <a:gd name="connsiteX51" fmla="*/ 651602 w 710881"/>
                <a:gd name="connsiteY51" fmla="*/ 740413 h 829271"/>
                <a:gd name="connsiteX52" fmla="*/ 621985 w 710881"/>
                <a:gd name="connsiteY52" fmla="*/ 770030 h 829271"/>
                <a:gd name="connsiteX53" fmla="*/ 88881 w 710881"/>
                <a:gd name="connsiteY53" fmla="*/ 770030 h 829271"/>
                <a:gd name="connsiteX54" fmla="*/ 59264 w 710881"/>
                <a:gd name="connsiteY54" fmla="*/ 740413 h 829271"/>
                <a:gd name="connsiteX55" fmla="*/ 29647 w 710881"/>
                <a:gd name="connsiteY55" fmla="*/ 770030 h 829271"/>
                <a:gd name="connsiteX56" fmla="*/ 59264 w 710881"/>
                <a:gd name="connsiteY56" fmla="*/ 799647 h 829271"/>
                <a:gd name="connsiteX57" fmla="*/ 88881 w 710881"/>
                <a:gd name="connsiteY57" fmla="*/ 770030 h 829271"/>
                <a:gd name="connsiteX58" fmla="*/ 281390 w 710881"/>
                <a:gd name="connsiteY58" fmla="*/ 592331 h 829271"/>
                <a:gd name="connsiteX59" fmla="*/ 325816 w 710881"/>
                <a:gd name="connsiteY59" fmla="*/ 592331 h 829271"/>
                <a:gd name="connsiteX60" fmla="*/ 340625 w 710881"/>
                <a:gd name="connsiteY60" fmla="*/ 577523 h 829271"/>
                <a:gd name="connsiteX61" fmla="*/ 325816 w 710881"/>
                <a:gd name="connsiteY61" fmla="*/ 562714 h 829271"/>
                <a:gd name="connsiteX62" fmla="*/ 281390 w 710881"/>
                <a:gd name="connsiteY62" fmla="*/ 562714 h 829271"/>
                <a:gd name="connsiteX63" fmla="*/ 266582 w 710881"/>
                <a:gd name="connsiteY63" fmla="*/ 577523 h 829271"/>
                <a:gd name="connsiteX64" fmla="*/ 281390 w 710881"/>
                <a:gd name="connsiteY64" fmla="*/ 592331 h 829271"/>
                <a:gd name="connsiteX65" fmla="*/ 177730 w 710881"/>
                <a:gd name="connsiteY65" fmla="*/ 592331 h 829271"/>
                <a:gd name="connsiteX66" fmla="*/ 222155 w 710881"/>
                <a:gd name="connsiteY66" fmla="*/ 592331 h 829271"/>
                <a:gd name="connsiteX67" fmla="*/ 236964 w 710881"/>
                <a:gd name="connsiteY67" fmla="*/ 577523 h 829271"/>
                <a:gd name="connsiteX68" fmla="*/ 222155 w 710881"/>
                <a:gd name="connsiteY68" fmla="*/ 562714 h 829271"/>
                <a:gd name="connsiteX69" fmla="*/ 177730 w 710881"/>
                <a:gd name="connsiteY69" fmla="*/ 562714 h 829271"/>
                <a:gd name="connsiteX70" fmla="*/ 162921 w 710881"/>
                <a:gd name="connsiteY70" fmla="*/ 577523 h 829271"/>
                <a:gd name="connsiteX71" fmla="*/ 177730 w 710881"/>
                <a:gd name="connsiteY71" fmla="*/ 592331 h 829271"/>
                <a:gd name="connsiteX72" fmla="*/ 614575 w 710881"/>
                <a:gd name="connsiteY72" fmla="*/ 533097 h 829271"/>
                <a:gd name="connsiteX73" fmla="*/ 496103 w 710881"/>
                <a:gd name="connsiteY73" fmla="*/ 533097 h 829271"/>
                <a:gd name="connsiteX74" fmla="*/ 469909 w 710881"/>
                <a:gd name="connsiteY74" fmla="*/ 543961 h 829271"/>
                <a:gd name="connsiteX75" fmla="*/ 459082 w 710881"/>
                <a:gd name="connsiteY75" fmla="*/ 570155 h 829271"/>
                <a:gd name="connsiteX76" fmla="*/ 459082 w 710881"/>
                <a:gd name="connsiteY76" fmla="*/ 584964 h 829271"/>
                <a:gd name="connsiteX77" fmla="*/ 469909 w 710881"/>
                <a:gd name="connsiteY77" fmla="*/ 611157 h 829271"/>
                <a:gd name="connsiteX78" fmla="*/ 496103 w 710881"/>
                <a:gd name="connsiteY78" fmla="*/ 621984 h 829271"/>
                <a:gd name="connsiteX79" fmla="*/ 614575 w 710881"/>
                <a:gd name="connsiteY79" fmla="*/ 621984 h 829271"/>
                <a:gd name="connsiteX80" fmla="*/ 640769 w 710881"/>
                <a:gd name="connsiteY80" fmla="*/ 611157 h 829271"/>
                <a:gd name="connsiteX81" fmla="*/ 651596 w 710881"/>
                <a:gd name="connsiteY81" fmla="*/ 584964 h 829271"/>
                <a:gd name="connsiteX82" fmla="*/ 651596 w 710881"/>
                <a:gd name="connsiteY82" fmla="*/ 570155 h 829271"/>
                <a:gd name="connsiteX83" fmla="*/ 640769 w 710881"/>
                <a:gd name="connsiteY83" fmla="*/ 543961 h 829271"/>
                <a:gd name="connsiteX84" fmla="*/ 614575 w 710881"/>
                <a:gd name="connsiteY84" fmla="*/ 533097 h 829271"/>
                <a:gd name="connsiteX85" fmla="*/ 614575 w 710881"/>
                <a:gd name="connsiteY85" fmla="*/ 562714 h 829271"/>
                <a:gd name="connsiteX86" fmla="*/ 619821 w 710881"/>
                <a:gd name="connsiteY86" fmla="*/ 564872 h 829271"/>
                <a:gd name="connsiteX87" fmla="*/ 621979 w 710881"/>
                <a:gd name="connsiteY87" fmla="*/ 570118 h 829271"/>
                <a:gd name="connsiteX88" fmla="*/ 621979 w 710881"/>
                <a:gd name="connsiteY88" fmla="*/ 584927 h 829271"/>
                <a:gd name="connsiteX89" fmla="*/ 619821 w 710881"/>
                <a:gd name="connsiteY89" fmla="*/ 590173 h 829271"/>
                <a:gd name="connsiteX90" fmla="*/ 614575 w 710881"/>
                <a:gd name="connsiteY90" fmla="*/ 592331 h 829271"/>
                <a:gd name="connsiteX91" fmla="*/ 496103 w 710881"/>
                <a:gd name="connsiteY91" fmla="*/ 592331 h 829271"/>
                <a:gd name="connsiteX92" fmla="*/ 490857 w 710881"/>
                <a:gd name="connsiteY92" fmla="*/ 590173 h 829271"/>
                <a:gd name="connsiteX93" fmla="*/ 488699 w 710881"/>
                <a:gd name="connsiteY93" fmla="*/ 584927 h 829271"/>
                <a:gd name="connsiteX94" fmla="*/ 488699 w 710881"/>
                <a:gd name="connsiteY94" fmla="*/ 570118 h 829271"/>
                <a:gd name="connsiteX95" fmla="*/ 490857 w 710881"/>
                <a:gd name="connsiteY95" fmla="*/ 564872 h 829271"/>
                <a:gd name="connsiteX96" fmla="*/ 496103 w 710881"/>
                <a:gd name="connsiteY96" fmla="*/ 562714 h 829271"/>
                <a:gd name="connsiteX97" fmla="*/ 74069 w 710881"/>
                <a:gd name="connsiteY97" fmla="*/ 592331 h 829271"/>
                <a:gd name="connsiteX98" fmla="*/ 118495 w 710881"/>
                <a:gd name="connsiteY98" fmla="*/ 592331 h 829271"/>
                <a:gd name="connsiteX99" fmla="*/ 133303 w 710881"/>
                <a:gd name="connsiteY99" fmla="*/ 577523 h 829271"/>
                <a:gd name="connsiteX100" fmla="*/ 118495 w 710881"/>
                <a:gd name="connsiteY100" fmla="*/ 562714 h 829271"/>
                <a:gd name="connsiteX101" fmla="*/ 74069 w 710881"/>
                <a:gd name="connsiteY101" fmla="*/ 562714 h 829271"/>
                <a:gd name="connsiteX102" fmla="*/ 59261 w 710881"/>
                <a:gd name="connsiteY102" fmla="*/ 577523 h 829271"/>
                <a:gd name="connsiteX103" fmla="*/ 74069 w 710881"/>
                <a:gd name="connsiteY103" fmla="*/ 592331 h 829271"/>
                <a:gd name="connsiteX104" fmla="*/ 281390 w 710881"/>
                <a:gd name="connsiteY104" fmla="*/ 355397 h 829271"/>
                <a:gd name="connsiteX105" fmla="*/ 325816 w 710881"/>
                <a:gd name="connsiteY105" fmla="*/ 355397 h 829271"/>
                <a:gd name="connsiteX106" fmla="*/ 340625 w 710881"/>
                <a:gd name="connsiteY106" fmla="*/ 340588 h 829271"/>
                <a:gd name="connsiteX107" fmla="*/ 325816 w 710881"/>
                <a:gd name="connsiteY107" fmla="*/ 325780 h 829271"/>
                <a:gd name="connsiteX108" fmla="*/ 281390 w 710881"/>
                <a:gd name="connsiteY108" fmla="*/ 325780 h 829271"/>
                <a:gd name="connsiteX109" fmla="*/ 266582 w 710881"/>
                <a:gd name="connsiteY109" fmla="*/ 340588 h 829271"/>
                <a:gd name="connsiteX110" fmla="*/ 281390 w 710881"/>
                <a:gd name="connsiteY110" fmla="*/ 355397 h 829271"/>
                <a:gd name="connsiteX111" fmla="*/ 614575 w 710881"/>
                <a:gd name="connsiteY111" fmla="*/ 296163 h 829271"/>
                <a:gd name="connsiteX112" fmla="*/ 496103 w 710881"/>
                <a:gd name="connsiteY112" fmla="*/ 296163 h 829271"/>
                <a:gd name="connsiteX113" fmla="*/ 469909 w 710881"/>
                <a:gd name="connsiteY113" fmla="*/ 306990 h 829271"/>
                <a:gd name="connsiteX114" fmla="*/ 459082 w 710881"/>
                <a:gd name="connsiteY114" fmla="*/ 333184 h 829271"/>
                <a:gd name="connsiteX115" fmla="*/ 459082 w 710881"/>
                <a:gd name="connsiteY115" fmla="*/ 347992 h 829271"/>
                <a:gd name="connsiteX116" fmla="*/ 469909 w 710881"/>
                <a:gd name="connsiteY116" fmla="*/ 374186 h 829271"/>
                <a:gd name="connsiteX117" fmla="*/ 496103 w 710881"/>
                <a:gd name="connsiteY117" fmla="*/ 385013 h 829271"/>
                <a:gd name="connsiteX118" fmla="*/ 614575 w 710881"/>
                <a:gd name="connsiteY118" fmla="*/ 385013 h 829271"/>
                <a:gd name="connsiteX119" fmla="*/ 640769 w 710881"/>
                <a:gd name="connsiteY119" fmla="*/ 374186 h 829271"/>
                <a:gd name="connsiteX120" fmla="*/ 651596 w 710881"/>
                <a:gd name="connsiteY120" fmla="*/ 347992 h 829271"/>
                <a:gd name="connsiteX121" fmla="*/ 651596 w 710881"/>
                <a:gd name="connsiteY121" fmla="*/ 333184 h 829271"/>
                <a:gd name="connsiteX122" fmla="*/ 640769 w 710881"/>
                <a:gd name="connsiteY122" fmla="*/ 306990 h 829271"/>
                <a:gd name="connsiteX123" fmla="*/ 614575 w 710881"/>
                <a:gd name="connsiteY123" fmla="*/ 296163 h 829271"/>
                <a:gd name="connsiteX124" fmla="*/ 614575 w 710881"/>
                <a:gd name="connsiteY124" fmla="*/ 325780 h 829271"/>
                <a:gd name="connsiteX125" fmla="*/ 619821 w 710881"/>
                <a:gd name="connsiteY125" fmla="*/ 327938 h 829271"/>
                <a:gd name="connsiteX126" fmla="*/ 621979 w 710881"/>
                <a:gd name="connsiteY126" fmla="*/ 333184 h 829271"/>
                <a:gd name="connsiteX127" fmla="*/ 621979 w 710881"/>
                <a:gd name="connsiteY127" fmla="*/ 347992 h 829271"/>
                <a:gd name="connsiteX128" fmla="*/ 619821 w 710881"/>
                <a:gd name="connsiteY128" fmla="*/ 353239 h 829271"/>
                <a:gd name="connsiteX129" fmla="*/ 614575 w 710881"/>
                <a:gd name="connsiteY129" fmla="*/ 355397 h 829271"/>
                <a:gd name="connsiteX130" fmla="*/ 496103 w 710881"/>
                <a:gd name="connsiteY130" fmla="*/ 355397 h 829271"/>
                <a:gd name="connsiteX131" fmla="*/ 490857 w 710881"/>
                <a:gd name="connsiteY131" fmla="*/ 353239 h 829271"/>
                <a:gd name="connsiteX132" fmla="*/ 488699 w 710881"/>
                <a:gd name="connsiteY132" fmla="*/ 347992 h 829271"/>
                <a:gd name="connsiteX133" fmla="*/ 488699 w 710881"/>
                <a:gd name="connsiteY133" fmla="*/ 333184 h 829271"/>
                <a:gd name="connsiteX134" fmla="*/ 490857 w 710881"/>
                <a:gd name="connsiteY134" fmla="*/ 327938 h 829271"/>
                <a:gd name="connsiteX135" fmla="*/ 496103 w 710881"/>
                <a:gd name="connsiteY135" fmla="*/ 325780 h 829271"/>
                <a:gd name="connsiteX136" fmla="*/ 177730 w 710881"/>
                <a:gd name="connsiteY136" fmla="*/ 355397 h 829271"/>
                <a:gd name="connsiteX137" fmla="*/ 222155 w 710881"/>
                <a:gd name="connsiteY137" fmla="*/ 355397 h 829271"/>
                <a:gd name="connsiteX138" fmla="*/ 236964 w 710881"/>
                <a:gd name="connsiteY138" fmla="*/ 340588 h 829271"/>
                <a:gd name="connsiteX139" fmla="*/ 222155 w 710881"/>
                <a:gd name="connsiteY139" fmla="*/ 325780 h 829271"/>
                <a:gd name="connsiteX140" fmla="*/ 177730 w 710881"/>
                <a:gd name="connsiteY140" fmla="*/ 325780 h 829271"/>
                <a:gd name="connsiteX141" fmla="*/ 162921 w 710881"/>
                <a:gd name="connsiteY141" fmla="*/ 340588 h 829271"/>
                <a:gd name="connsiteX142" fmla="*/ 177730 w 710881"/>
                <a:gd name="connsiteY142" fmla="*/ 355397 h 829271"/>
                <a:gd name="connsiteX143" fmla="*/ 74069 w 710881"/>
                <a:gd name="connsiteY143" fmla="*/ 355397 h 829271"/>
                <a:gd name="connsiteX144" fmla="*/ 118495 w 710881"/>
                <a:gd name="connsiteY144" fmla="*/ 355397 h 829271"/>
                <a:gd name="connsiteX145" fmla="*/ 133303 w 710881"/>
                <a:gd name="connsiteY145" fmla="*/ 340588 h 829271"/>
                <a:gd name="connsiteX146" fmla="*/ 118495 w 710881"/>
                <a:gd name="connsiteY146" fmla="*/ 325780 h 829271"/>
                <a:gd name="connsiteX147" fmla="*/ 74069 w 710881"/>
                <a:gd name="connsiteY147" fmla="*/ 325780 h 829271"/>
                <a:gd name="connsiteX148" fmla="*/ 59261 w 710881"/>
                <a:gd name="connsiteY148" fmla="*/ 340588 h 829271"/>
                <a:gd name="connsiteX149" fmla="*/ 74069 w 710881"/>
                <a:gd name="connsiteY149" fmla="*/ 355397 h 829271"/>
                <a:gd name="connsiteX150" fmla="*/ 666439 w 710881"/>
                <a:gd name="connsiteY150" fmla="*/ 0 h 829271"/>
                <a:gd name="connsiteX151" fmla="*/ 710864 w 710881"/>
                <a:gd name="connsiteY151" fmla="*/ 44426 h 829271"/>
                <a:gd name="connsiteX152" fmla="*/ 710864 w 710881"/>
                <a:gd name="connsiteY152" fmla="*/ 162898 h 829271"/>
                <a:gd name="connsiteX153" fmla="*/ 666439 w 710881"/>
                <a:gd name="connsiteY153" fmla="*/ 207323 h 829271"/>
                <a:gd name="connsiteX154" fmla="*/ 44485 w 710881"/>
                <a:gd name="connsiteY154" fmla="*/ 207323 h 829271"/>
                <a:gd name="connsiteX155" fmla="*/ 59 w 710881"/>
                <a:gd name="connsiteY155" fmla="*/ 162898 h 829271"/>
                <a:gd name="connsiteX156" fmla="*/ 59 w 710881"/>
                <a:gd name="connsiteY156" fmla="*/ 44426 h 829271"/>
                <a:gd name="connsiteX157" fmla="*/ 44485 w 710881"/>
                <a:gd name="connsiteY157" fmla="*/ 0 h 829271"/>
                <a:gd name="connsiteX158" fmla="*/ 614609 w 710881"/>
                <a:gd name="connsiteY158" fmla="*/ 59234 h 829271"/>
                <a:gd name="connsiteX159" fmla="*/ 496137 w 710881"/>
                <a:gd name="connsiteY159" fmla="*/ 59234 h 829271"/>
                <a:gd name="connsiteX160" fmla="*/ 469944 w 710881"/>
                <a:gd name="connsiteY160" fmla="*/ 70061 h 829271"/>
                <a:gd name="connsiteX161" fmla="*/ 459116 w 710881"/>
                <a:gd name="connsiteY161" fmla="*/ 96255 h 829271"/>
                <a:gd name="connsiteX162" fmla="*/ 459116 w 710881"/>
                <a:gd name="connsiteY162" fmla="*/ 111063 h 829271"/>
                <a:gd name="connsiteX163" fmla="*/ 469944 w 710881"/>
                <a:gd name="connsiteY163" fmla="*/ 137257 h 829271"/>
                <a:gd name="connsiteX164" fmla="*/ 496137 w 710881"/>
                <a:gd name="connsiteY164" fmla="*/ 148121 h 829271"/>
                <a:gd name="connsiteX165" fmla="*/ 614609 w 710881"/>
                <a:gd name="connsiteY165" fmla="*/ 148121 h 829271"/>
                <a:gd name="connsiteX166" fmla="*/ 640803 w 710881"/>
                <a:gd name="connsiteY166" fmla="*/ 137257 h 829271"/>
                <a:gd name="connsiteX167" fmla="*/ 651630 w 710881"/>
                <a:gd name="connsiteY167" fmla="*/ 111063 h 829271"/>
                <a:gd name="connsiteX168" fmla="*/ 651630 w 710881"/>
                <a:gd name="connsiteY168" fmla="*/ 96255 h 829271"/>
                <a:gd name="connsiteX169" fmla="*/ 640803 w 710881"/>
                <a:gd name="connsiteY169" fmla="*/ 70061 h 829271"/>
                <a:gd name="connsiteX170" fmla="*/ 614609 w 710881"/>
                <a:gd name="connsiteY170" fmla="*/ 59234 h 829271"/>
                <a:gd name="connsiteX171" fmla="*/ 614609 w 710881"/>
                <a:gd name="connsiteY171" fmla="*/ 88851 h 829271"/>
                <a:gd name="connsiteX172" fmla="*/ 619855 w 710881"/>
                <a:gd name="connsiteY172" fmla="*/ 91009 h 829271"/>
                <a:gd name="connsiteX173" fmla="*/ 622013 w 710881"/>
                <a:gd name="connsiteY173" fmla="*/ 96255 h 829271"/>
                <a:gd name="connsiteX174" fmla="*/ 622013 w 710881"/>
                <a:gd name="connsiteY174" fmla="*/ 111064 h 829271"/>
                <a:gd name="connsiteX175" fmla="*/ 619855 w 710881"/>
                <a:gd name="connsiteY175" fmla="*/ 116310 h 829271"/>
                <a:gd name="connsiteX176" fmla="*/ 614609 w 710881"/>
                <a:gd name="connsiteY176" fmla="*/ 118468 h 829271"/>
                <a:gd name="connsiteX177" fmla="*/ 496137 w 710881"/>
                <a:gd name="connsiteY177" fmla="*/ 118468 h 829271"/>
                <a:gd name="connsiteX178" fmla="*/ 490891 w 710881"/>
                <a:gd name="connsiteY178" fmla="*/ 116310 h 829271"/>
                <a:gd name="connsiteX179" fmla="*/ 488733 w 710881"/>
                <a:gd name="connsiteY179" fmla="*/ 111064 h 829271"/>
                <a:gd name="connsiteX180" fmla="*/ 488733 w 710881"/>
                <a:gd name="connsiteY180" fmla="*/ 96255 h 829271"/>
                <a:gd name="connsiteX181" fmla="*/ 490891 w 710881"/>
                <a:gd name="connsiteY181" fmla="*/ 91009 h 829271"/>
                <a:gd name="connsiteX182" fmla="*/ 496137 w 710881"/>
                <a:gd name="connsiteY182" fmla="*/ 88851 h 829271"/>
                <a:gd name="connsiteX183" fmla="*/ 177764 w 710881"/>
                <a:gd name="connsiteY183" fmla="*/ 118468 h 829271"/>
                <a:gd name="connsiteX184" fmla="*/ 222190 w 710881"/>
                <a:gd name="connsiteY184" fmla="*/ 118468 h 829271"/>
                <a:gd name="connsiteX185" fmla="*/ 236998 w 710881"/>
                <a:gd name="connsiteY185" fmla="*/ 103660 h 829271"/>
                <a:gd name="connsiteX186" fmla="*/ 222190 w 710881"/>
                <a:gd name="connsiteY186" fmla="*/ 88851 h 829271"/>
                <a:gd name="connsiteX187" fmla="*/ 177764 w 710881"/>
                <a:gd name="connsiteY187" fmla="*/ 88851 h 829271"/>
                <a:gd name="connsiteX188" fmla="*/ 162956 w 710881"/>
                <a:gd name="connsiteY188" fmla="*/ 103660 h 829271"/>
                <a:gd name="connsiteX189" fmla="*/ 177764 w 710881"/>
                <a:gd name="connsiteY189" fmla="*/ 118468 h 829271"/>
                <a:gd name="connsiteX190" fmla="*/ 281425 w 710881"/>
                <a:gd name="connsiteY190" fmla="*/ 118468 h 829271"/>
                <a:gd name="connsiteX191" fmla="*/ 325850 w 710881"/>
                <a:gd name="connsiteY191" fmla="*/ 118468 h 829271"/>
                <a:gd name="connsiteX192" fmla="*/ 340659 w 710881"/>
                <a:gd name="connsiteY192" fmla="*/ 103660 h 829271"/>
                <a:gd name="connsiteX193" fmla="*/ 325850 w 710881"/>
                <a:gd name="connsiteY193" fmla="*/ 88851 h 829271"/>
                <a:gd name="connsiteX194" fmla="*/ 281425 w 710881"/>
                <a:gd name="connsiteY194" fmla="*/ 88851 h 829271"/>
                <a:gd name="connsiteX195" fmla="*/ 266616 w 710881"/>
                <a:gd name="connsiteY195" fmla="*/ 103660 h 829271"/>
                <a:gd name="connsiteX196" fmla="*/ 281425 w 710881"/>
                <a:gd name="connsiteY196" fmla="*/ 118468 h 829271"/>
                <a:gd name="connsiteX197" fmla="*/ 74104 w 710881"/>
                <a:gd name="connsiteY197" fmla="*/ 118468 h 829271"/>
                <a:gd name="connsiteX198" fmla="*/ 118529 w 710881"/>
                <a:gd name="connsiteY198" fmla="*/ 118468 h 829271"/>
                <a:gd name="connsiteX199" fmla="*/ 133338 w 710881"/>
                <a:gd name="connsiteY199" fmla="*/ 103660 h 829271"/>
                <a:gd name="connsiteX200" fmla="*/ 118529 w 710881"/>
                <a:gd name="connsiteY200" fmla="*/ 88851 h 829271"/>
                <a:gd name="connsiteX201" fmla="*/ 74104 w 710881"/>
                <a:gd name="connsiteY201" fmla="*/ 88851 h 829271"/>
                <a:gd name="connsiteX202" fmla="*/ 59295 w 710881"/>
                <a:gd name="connsiteY202" fmla="*/ 103660 h 829271"/>
                <a:gd name="connsiteX203" fmla="*/ 74104 w 710881"/>
                <a:gd name="connsiteY203" fmla="*/ 118468 h 829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</a:cxnLst>
              <a:rect l="l" t="t" r="r" b="b"/>
              <a:pathLst>
                <a:path w="710881" h="829271">
                  <a:moveTo>
                    <a:pt x="88890" y="444246"/>
                  </a:moveTo>
                  <a:lnTo>
                    <a:pt x="44465" y="444246"/>
                  </a:lnTo>
                  <a:cubicBezTo>
                    <a:pt x="19945" y="444246"/>
                    <a:pt x="39" y="424341"/>
                    <a:pt x="39" y="399820"/>
                  </a:cubicBezTo>
                  <a:lnTo>
                    <a:pt x="39" y="281349"/>
                  </a:lnTo>
                  <a:cubicBezTo>
                    <a:pt x="39" y="256829"/>
                    <a:pt x="19944" y="236923"/>
                    <a:pt x="44465" y="236923"/>
                  </a:cubicBezTo>
                  <a:lnTo>
                    <a:pt x="666419" y="236923"/>
                  </a:lnTo>
                  <a:cubicBezTo>
                    <a:pt x="690938" y="236923"/>
                    <a:pt x="710844" y="256828"/>
                    <a:pt x="710844" y="281349"/>
                  </a:cubicBezTo>
                  <a:lnTo>
                    <a:pt x="710844" y="399820"/>
                  </a:lnTo>
                  <a:cubicBezTo>
                    <a:pt x="710844" y="424340"/>
                    <a:pt x="690939" y="444246"/>
                    <a:pt x="666419" y="444246"/>
                  </a:cubicBezTo>
                  <a:lnTo>
                    <a:pt x="621993" y="444246"/>
                  </a:lnTo>
                  <a:lnTo>
                    <a:pt x="621993" y="473863"/>
                  </a:lnTo>
                  <a:lnTo>
                    <a:pt x="666419" y="473863"/>
                  </a:lnTo>
                  <a:cubicBezTo>
                    <a:pt x="690938" y="473863"/>
                    <a:pt x="710844" y="493768"/>
                    <a:pt x="710844" y="518289"/>
                  </a:cubicBezTo>
                  <a:lnTo>
                    <a:pt x="710844" y="636761"/>
                  </a:lnTo>
                  <a:cubicBezTo>
                    <a:pt x="710844" y="661280"/>
                    <a:pt x="690939" y="681186"/>
                    <a:pt x="666419" y="681186"/>
                  </a:cubicBezTo>
                  <a:lnTo>
                    <a:pt x="370248" y="681186"/>
                  </a:lnTo>
                  <a:lnTo>
                    <a:pt x="370248" y="712663"/>
                  </a:lnTo>
                  <a:cubicBezTo>
                    <a:pt x="391047" y="718021"/>
                    <a:pt x="407455" y="734430"/>
                    <a:pt x="412814" y="755229"/>
                  </a:cubicBezTo>
                  <a:lnTo>
                    <a:pt x="594274" y="755229"/>
                  </a:lnTo>
                  <a:cubicBezTo>
                    <a:pt x="600860" y="729705"/>
                    <a:pt x="624040" y="710803"/>
                    <a:pt x="651647" y="710803"/>
                  </a:cubicBezTo>
                  <a:cubicBezTo>
                    <a:pt x="684352" y="710803"/>
                    <a:pt x="710881" y="737332"/>
                    <a:pt x="710881" y="770037"/>
                  </a:cubicBezTo>
                  <a:cubicBezTo>
                    <a:pt x="710881" y="802742"/>
                    <a:pt x="684352" y="829271"/>
                    <a:pt x="651647" y="829271"/>
                  </a:cubicBezTo>
                  <a:cubicBezTo>
                    <a:pt x="624077" y="829271"/>
                    <a:pt x="600860" y="810370"/>
                    <a:pt x="594274" y="784846"/>
                  </a:cubicBezTo>
                  <a:lnTo>
                    <a:pt x="412814" y="784846"/>
                  </a:lnTo>
                  <a:cubicBezTo>
                    <a:pt x="406228" y="810370"/>
                    <a:pt x="383048" y="829271"/>
                    <a:pt x="355441" y="829271"/>
                  </a:cubicBezTo>
                  <a:cubicBezTo>
                    <a:pt x="327871" y="829271"/>
                    <a:pt x="304653" y="810370"/>
                    <a:pt x="298068" y="784846"/>
                  </a:cubicBezTo>
                  <a:lnTo>
                    <a:pt x="116607" y="784846"/>
                  </a:lnTo>
                  <a:cubicBezTo>
                    <a:pt x="110021" y="810370"/>
                    <a:pt x="86841" y="829271"/>
                    <a:pt x="59234" y="829271"/>
                  </a:cubicBezTo>
                  <a:cubicBezTo>
                    <a:pt x="26529" y="829271"/>
                    <a:pt x="0" y="802742"/>
                    <a:pt x="0" y="770037"/>
                  </a:cubicBezTo>
                  <a:cubicBezTo>
                    <a:pt x="0" y="737332"/>
                    <a:pt x="26529" y="710803"/>
                    <a:pt x="59234" y="710803"/>
                  </a:cubicBezTo>
                  <a:cubicBezTo>
                    <a:pt x="86804" y="710803"/>
                    <a:pt x="110021" y="729705"/>
                    <a:pt x="116607" y="755229"/>
                  </a:cubicBezTo>
                  <a:lnTo>
                    <a:pt x="298068" y="755229"/>
                  </a:lnTo>
                  <a:cubicBezTo>
                    <a:pt x="303426" y="734430"/>
                    <a:pt x="319834" y="718022"/>
                    <a:pt x="340633" y="712663"/>
                  </a:cubicBezTo>
                  <a:lnTo>
                    <a:pt x="340633" y="681186"/>
                  </a:lnTo>
                  <a:lnTo>
                    <a:pt x="44463" y="681186"/>
                  </a:lnTo>
                  <a:cubicBezTo>
                    <a:pt x="19943" y="681186"/>
                    <a:pt x="37" y="661281"/>
                    <a:pt x="37" y="636761"/>
                  </a:cubicBezTo>
                  <a:lnTo>
                    <a:pt x="37" y="518289"/>
                  </a:lnTo>
                  <a:cubicBezTo>
                    <a:pt x="37" y="493769"/>
                    <a:pt x="19942" y="473863"/>
                    <a:pt x="44463" y="473863"/>
                  </a:cubicBezTo>
                  <a:lnTo>
                    <a:pt x="88888" y="473863"/>
                  </a:lnTo>
                  <a:close/>
                  <a:moveTo>
                    <a:pt x="592372" y="444246"/>
                  </a:moveTo>
                  <a:lnTo>
                    <a:pt x="118503" y="444246"/>
                  </a:lnTo>
                  <a:lnTo>
                    <a:pt x="118503" y="473863"/>
                  </a:lnTo>
                  <a:lnTo>
                    <a:pt x="592372" y="473863"/>
                  </a:lnTo>
                  <a:close/>
                  <a:moveTo>
                    <a:pt x="385051" y="770030"/>
                  </a:moveTo>
                  <a:cubicBezTo>
                    <a:pt x="385051" y="753696"/>
                    <a:pt x="371768" y="740413"/>
                    <a:pt x="355434" y="740413"/>
                  </a:cubicBezTo>
                  <a:cubicBezTo>
                    <a:pt x="339100" y="740413"/>
                    <a:pt x="325817" y="753695"/>
                    <a:pt x="325817" y="770030"/>
                  </a:cubicBezTo>
                  <a:cubicBezTo>
                    <a:pt x="325817" y="786364"/>
                    <a:pt x="339100" y="799647"/>
                    <a:pt x="355434" y="799647"/>
                  </a:cubicBezTo>
                  <a:cubicBezTo>
                    <a:pt x="371768" y="799647"/>
                    <a:pt x="385051" y="786364"/>
                    <a:pt x="385051" y="770030"/>
                  </a:cubicBezTo>
                  <a:close/>
                  <a:moveTo>
                    <a:pt x="621985" y="770030"/>
                  </a:moveTo>
                  <a:cubicBezTo>
                    <a:pt x="621985" y="786363"/>
                    <a:pt x="635268" y="799647"/>
                    <a:pt x="651602" y="799647"/>
                  </a:cubicBezTo>
                  <a:cubicBezTo>
                    <a:pt x="667937" y="799647"/>
                    <a:pt x="681219" y="786364"/>
                    <a:pt x="681219" y="770030"/>
                  </a:cubicBezTo>
                  <a:cubicBezTo>
                    <a:pt x="681219" y="753695"/>
                    <a:pt x="667937" y="740413"/>
                    <a:pt x="651602" y="740413"/>
                  </a:cubicBezTo>
                  <a:cubicBezTo>
                    <a:pt x="635268" y="740413"/>
                    <a:pt x="621985" y="753695"/>
                    <a:pt x="621985" y="770030"/>
                  </a:cubicBezTo>
                  <a:close/>
                  <a:moveTo>
                    <a:pt x="88881" y="770030"/>
                  </a:moveTo>
                  <a:cubicBezTo>
                    <a:pt x="88881" y="753696"/>
                    <a:pt x="75598" y="740413"/>
                    <a:pt x="59264" y="740413"/>
                  </a:cubicBezTo>
                  <a:cubicBezTo>
                    <a:pt x="42929" y="740413"/>
                    <a:pt x="29647" y="753695"/>
                    <a:pt x="29647" y="770030"/>
                  </a:cubicBezTo>
                  <a:cubicBezTo>
                    <a:pt x="29647" y="786364"/>
                    <a:pt x="42929" y="799647"/>
                    <a:pt x="59264" y="799647"/>
                  </a:cubicBezTo>
                  <a:cubicBezTo>
                    <a:pt x="75598" y="799647"/>
                    <a:pt x="88881" y="786364"/>
                    <a:pt x="88881" y="770030"/>
                  </a:cubicBezTo>
                  <a:close/>
                  <a:moveTo>
                    <a:pt x="281390" y="592331"/>
                  </a:moveTo>
                  <a:lnTo>
                    <a:pt x="325816" y="592331"/>
                  </a:lnTo>
                  <a:cubicBezTo>
                    <a:pt x="334002" y="592331"/>
                    <a:pt x="340625" y="585708"/>
                    <a:pt x="340625" y="577523"/>
                  </a:cubicBezTo>
                  <a:cubicBezTo>
                    <a:pt x="340625" y="569337"/>
                    <a:pt x="334002" y="562714"/>
                    <a:pt x="325816" y="562714"/>
                  </a:cubicBezTo>
                  <a:lnTo>
                    <a:pt x="281390" y="562714"/>
                  </a:lnTo>
                  <a:cubicBezTo>
                    <a:pt x="273205" y="562714"/>
                    <a:pt x="266582" y="569337"/>
                    <a:pt x="266582" y="577523"/>
                  </a:cubicBezTo>
                  <a:cubicBezTo>
                    <a:pt x="266582" y="585708"/>
                    <a:pt x="273205" y="592331"/>
                    <a:pt x="281390" y="592331"/>
                  </a:cubicBezTo>
                  <a:close/>
                  <a:moveTo>
                    <a:pt x="177730" y="592331"/>
                  </a:moveTo>
                  <a:lnTo>
                    <a:pt x="222155" y="592331"/>
                  </a:lnTo>
                  <a:cubicBezTo>
                    <a:pt x="230341" y="592331"/>
                    <a:pt x="236964" y="585708"/>
                    <a:pt x="236964" y="577523"/>
                  </a:cubicBezTo>
                  <a:cubicBezTo>
                    <a:pt x="236964" y="569337"/>
                    <a:pt x="230341" y="562714"/>
                    <a:pt x="222155" y="562714"/>
                  </a:cubicBezTo>
                  <a:lnTo>
                    <a:pt x="177730" y="562714"/>
                  </a:lnTo>
                  <a:cubicBezTo>
                    <a:pt x="169544" y="562714"/>
                    <a:pt x="162921" y="569337"/>
                    <a:pt x="162921" y="577523"/>
                  </a:cubicBezTo>
                  <a:cubicBezTo>
                    <a:pt x="162921" y="585708"/>
                    <a:pt x="169544" y="592331"/>
                    <a:pt x="177730" y="592331"/>
                  </a:cubicBezTo>
                  <a:close/>
                  <a:moveTo>
                    <a:pt x="614575" y="533097"/>
                  </a:moveTo>
                  <a:lnTo>
                    <a:pt x="496103" y="533097"/>
                  </a:lnTo>
                  <a:cubicBezTo>
                    <a:pt x="486281" y="533097"/>
                    <a:pt x="476867" y="537004"/>
                    <a:pt x="469909" y="543961"/>
                  </a:cubicBezTo>
                  <a:cubicBezTo>
                    <a:pt x="462989" y="550919"/>
                    <a:pt x="459082" y="560333"/>
                    <a:pt x="459082" y="570155"/>
                  </a:cubicBezTo>
                  <a:lnTo>
                    <a:pt x="459082" y="584964"/>
                  </a:lnTo>
                  <a:cubicBezTo>
                    <a:pt x="459082" y="594786"/>
                    <a:pt x="462989" y="604199"/>
                    <a:pt x="469909" y="611157"/>
                  </a:cubicBezTo>
                  <a:cubicBezTo>
                    <a:pt x="476867" y="618115"/>
                    <a:pt x="486281" y="621984"/>
                    <a:pt x="496103" y="621984"/>
                  </a:cubicBezTo>
                  <a:lnTo>
                    <a:pt x="614575" y="621984"/>
                  </a:lnTo>
                  <a:cubicBezTo>
                    <a:pt x="624397" y="621984"/>
                    <a:pt x="633811" y="618078"/>
                    <a:pt x="640769" y="611157"/>
                  </a:cubicBezTo>
                  <a:cubicBezTo>
                    <a:pt x="647726" y="604200"/>
                    <a:pt x="651596" y="594786"/>
                    <a:pt x="651596" y="584964"/>
                  </a:cubicBezTo>
                  <a:lnTo>
                    <a:pt x="651596" y="570155"/>
                  </a:lnTo>
                  <a:cubicBezTo>
                    <a:pt x="651596" y="560333"/>
                    <a:pt x="647689" y="550919"/>
                    <a:pt x="640769" y="543961"/>
                  </a:cubicBezTo>
                  <a:cubicBezTo>
                    <a:pt x="633811" y="537004"/>
                    <a:pt x="624397" y="533097"/>
                    <a:pt x="614575" y="533097"/>
                  </a:cubicBezTo>
                  <a:close/>
                  <a:moveTo>
                    <a:pt x="614575" y="562714"/>
                  </a:moveTo>
                  <a:cubicBezTo>
                    <a:pt x="616547" y="562714"/>
                    <a:pt x="618407" y="563496"/>
                    <a:pt x="619821" y="564872"/>
                  </a:cubicBezTo>
                  <a:cubicBezTo>
                    <a:pt x="621198" y="566249"/>
                    <a:pt x="621979" y="568146"/>
                    <a:pt x="621979" y="570118"/>
                  </a:cubicBezTo>
                  <a:lnTo>
                    <a:pt x="621979" y="584927"/>
                  </a:lnTo>
                  <a:cubicBezTo>
                    <a:pt x="621979" y="586899"/>
                    <a:pt x="621198" y="588759"/>
                    <a:pt x="619821" y="590173"/>
                  </a:cubicBezTo>
                  <a:cubicBezTo>
                    <a:pt x="618444" y="591550"/>
                    <a:pt x="616547" y="592331"/>
                    <a:pt x="614575" y="592331"/>
                  </a:cubicBezTo>
                  <a:lnTo>
                    <a:pt x="496103" y="592331"/>
                  </a:lnTo>
                  <a:cubicBezTo>
                    <a:pt x="494131" y="592331"/>
                    <a:pt x="492271" y="591550"/>
                    <a:pt x="490857" y="590173"/>
                  </a:cubicBezTo>
                  <a:cubicBezTo>
                    <a:pt x="489480" y="588796"/>
                    <a:pt x="488699" y="586899"/>
                    <a:pt x="488699" y="584927"/>
                  </a:cubicBezTo>
                  <a:lnTo>
                    <a:pt x="488699" y="570118"/>
                  </a:lnTo>
                  <a:cubicBezTo>
                    <a:pt x="488699" y="568146"/>
                    <a:pt x="489480" y="566249"/>
                    <a:pt x="490857" y="564872"/>
                  </a:cubicBezTo>
                  <a:cubicBezTo>
                    <a:pt x="492233" y="563496"/>
                    <a:pt x="494131" y="562714"/>
                    <a:pt x="496103" y="562714"/>
                  </a:cubicBezTo>
                  <a:close/>
                  <a:moveTo>
                    <a:pt x="74069" y="592331"/>
                  </a:moveTo>
                  <a:lnTo>
                    <a:pt x="118495" y="592331"/>
                  </a:lnTo>
                  <a:cubicBezTo>
                    <a:pt x="126680" y="592331"/>
                    <a:pt x="133303" y="585708"/>
                    <a:pt x="133303" y="577523"/>
                  </a:cubicBezTo>
                  <a:cubicBezTo>
                    <a:pt x="133303" y="569337"/>
                    <a:pt x="126681" y="562714"/>
                    <a:pt x="118495" y="562714"/>
                  </a:cubicBezTo>
                  <a:lnTo>
                    <a:pt x="74069" y="562714"/>
                  </a:lnTo>
                  <a:cubicBezTo>
                    <a:pt x="65884" y="562714"/>
                    <a:pt x="59261" y="569337"/>
                    <a:pt x="59261" y="577523"/>
                  </a:cubicBezTo>
                  <a:cubicBezTo>
                    <a:pt x="59261" y="585708"/>
                    <a:pt x="65884" y="592331"/>
                    <a:pt x="74069" y="592331"/>
                  </a:cubicBezTo>
                  <a:close/>
                  <a:moveTo>
                    <a:pt x="281390" y="355397"/>
                  </a:moveTo>
                  <a:lnTo>
                    <a:pt x="325816" y="355397"/>
                  </a:lnTo>
                  <a:cubicBezTo>
                    <a:pt x="334002" y="355397"/>
                    <a:pt x="340625" y="348774"/>
                    <a:pt x="340625" y="340588"/>
                  </a:cubicBezTo>
                  <a:cubicBezTo>
                    <a:pt x="340625" y="332403"/>
                    <a:pt x="334002" y="325780"/>
                    <a:pt x="325816" y="325780"/>
                  </a:cubicBezTo>
                  <a:lnTo>
                    <a:pt x="281390" y="325780"/>
                  </a:lnTo>
                  <a:cubicBezTo>
                    <a:pt x="273205" y="325780"/>
                    <a:pt x="266582" y="332403"/>
                    <a:pt x="266582" y="340588"/>
                  </a:cubicBezTo>
                  <a:cubicBezTo>
                    <a:pt x="266582" y="348774"/>
                    <a:pt x="273205" y="355397"/>
                    <a:pt x="281390" y="355397"/>
                  </a:cubicBezTo>
                  <a:close/>
                  <a:moveTo>
                    <a:pt x="614575" y="296163"/>
                  </a:moveTo>
                  <a:lnTo>
                    <a:pt x="496103" y="296163"/>
                  </a:lnTo>
                  <a:cubicBezTo>
                    <a:pt x="486281" y="296163"/>
                    <a:pt x="476867" y="300070"/>
                    <a:pt x="469909" y="306990"/>
                  </a:cubicBezTo>
                  <a:cubicBezTo>
                    <a:pt x="462989" y="313948"/>
                    <a:pt x="459082" y="323361"/>
                    <a:pt x="459082" y="333184"/>
                  </a:cubicBezTo>
                  <a:lnTo>
                    <a:pt x="459082" y="347992"/>
                  </a:lnTo>
                  <a:cubicBezTo>
                    <a:pt x="459082" y="357814"/>
                    <a:pt x="462989" y="367228"/>
                    <a:pt x="469909" y="374186"/>
                  </a:cubicBezTo>
                  <a:cubicBezTo>
                    <a:pt x="476867" y="381106"/>
                    <a:pt x="486281" y="385013"/>
                    <a:pt x="496103" y="385013"/>
                  </a:cubicBezTo>
                  <a:lnTo>
                    <a:pt x="614575" y="385013"/>
                  </a:lnTo>
                  <a:cubicBezTo>
                    <a:pt x="624397" y="385013"/>
                    <a:pt x="633811" y="381106"/>
                    <a:pt x="640769" y="374186"/>
                  </a:cubicBezTo>
                  <a:cubicBezTo>
                    <a:pt x="647726" y="367228"/>
                    <a:pt x="651596" y="357814"/>
                    <a:pt x="651596" y="347992"/>
                  </a:cubicBezTo>
                  <a:lnTo>
                    <a:pt x="651596" y="333184"/>
                  </a:lnTo>
                  <a:cubicBezTo>
                    <a:pt x="651596" y="323361"/>
                    <a:pt x="647689" y="313948"/>
                    <a:pt x="640769" y="306990"/>
                  </a:cubicBezTo>
                  <a:cubicBezTo>
                    <a:pt x="633811" y="300069"/>
                    <a:pt x="624397" y="296163"/>
                    <a:pt x="614575" y="296163"/>
                  </a:cubicBezTo>
                  <a:close/>
                  <a:moveTo>
                    <a:pt x="614575" y="325780"/>
                  </a:moveTo>
                  <a:cubicBezTo>
                    <a:pt x="616547" y="325780"/>
                    <a:pt x="618407" y="326561"/>
                    <a:pt x="619821" y="327938"/>
                  </a:cubicBezTo>
                  <a:cubicBezTo>
                    <a:pt x="621198" y="329314"/>
                    <a:pt x="621979" y="331212"/>
                    <a:pt x="621979" y="333184"/>
                  </a:cubicBezTo>
                  <a:lnTo>
                    <a:pt x="621979" y="347992"/>
                  </a:lnTo>
                  <a:cubicBezTo>
                    <a:pt x="621979" y="349964"/>
                    <a:pt x="621198" y="351825"/>
                    <a:pt x="619821" y="353239"/>
                  </a:cubicBezTo>
                  <a:cubicBezTo>
                    <a:pt x="618444" y="354615"/>
                    <a:pt x="616547" y="355397"/>
                    <a:pt x="614575" y="355397"/>
                  </a:cubicBezTo>
                  <a:lnTo>
                    <a:pt x="496103" y="355397"/>
                  </a:lnTo>
                  <a:cubicBezTo>
                    <a:pt x="494131" y="355397"/>
                    <a:pt x="492271" y="354615"/>
                    <a:pt x="490857" y="353239"/>
                  </a:cubicBezTo>
                  <a:cubicBezTo>
                    <a:pt x="489480" y="351862"/>
                    <a:pt x="488699" y="349964"/>
                    <a:pt x="488699" y="347992"/>
                  </a:cubicBezTo>
                  <a:lnTo>
                    <a:pt x="488699" y="333184"/>
                  </a:lnTo>
                  <a:cubicBezTo>
                    <a:pt x="488699" y="331212"/>
                    <a:pt x="489480" y="329352"/>
                    <a:pt x="490857" y="327938"/>
                  </a:cubicBezTo>
                  <a:cubicBezTo>
                    <a:pt x="492233" y="326561"/>
                    <a:pt x="494131" y="325780"/>
                    <a:pt x="496103" y="325780"/>
                  </a:cubicBezTo>
                  <a:close/>
                  <a:moveTo>
                    <a:pt x="177730" y="355397"/>
                  </a:moveTo>
                  <a:lnTo>
                    <a:pt x="222155" y="355397"/>
                  </a:lnTo>
                  <a:cubicBezTo>
                    <a:pt x="230341" y="355397"/>
                    <a:pt x="236964" y="348774"/>
                    <a:pt x="236964" y="340588"/>
                  </a:cubicBezTo>
                  <a:cubicBezTo>
                    <a:pt x="236964" y="332403"/>
                    <a:pt x="230341" y="325780"/>
                    <a:pt x="222155" y="325780"/>
                  </a:cubicBezTo>
                  <a:lnTo>
                    <a:pt x="177730" y="325780"/>
                  </a:lnTo>
                  <a:cubicBezTo>
                    <a:pt x="169544" y="325780"/>
                    <a:pt x="162921" y="332403"/>
                    <a:pt x="162921" y="340588"/>
                  </a:cubicBezTo>
                  <a:cubicBezTo>
                    <a:pt x="162921" y="348774"/>
                    <a:pt x="169544" y="355397"/>
                    <a:pt x="177730" y="355397"/>
                  </a:cubicBezTo>
                  <a:close/>
                  <a:moveTo>
                    <a:pt x="74069" y="355397"/>
                  </a:moveTo>
                  <a:lnTo>
                    <a:pt x="118495" y="355397"/>
                  </a:lnTo>
                  <a:cubicBezTo>
                    <a:pt x="126680" y="355397"/>
                    <a:pt x="133303" y="348774"/>
                    <a:pt x="133303" y="340588"/>
                  </a:cubicBezTo>
                  <a:cubicBezTo>
                    <a:pt x="133303" y="332403"/>
                    <a:pt x="126681" y="325780"/>
                    <a:pt x="118495" y="325780"/>
                  </a:cubicBezTo>
                  <a:lnTo>
                    <a:pt x="74069" y="325780"/>
                  </a:lnTo>
                  <a:cubicBezTo>
                    <a:pt x="65884" y="325780"/>
                    <a:pt x="59261" y="332403"/>
                    <a:pt x="59261" y="340588"/>
                  </a:cubicBezTo>
                  <a:cubicBezTo>
                    <a:pt x="59261" y="348774"/>
                    <a:pt x="65884" y="355397"/>
                    <a:pt x="74069" y="355397"/>
                  </a:cubicBezTo>
                  <a:close/>
                  <a:moveTo>
                    <a:pt x="666439" y="0"/>
                  </a:moveTo>
                  <a:cubicBezTo>
                    <a:pt x="690958" y="0"/>
                    <a:pt x="710864" y="19905"/>
                    <a:pt x="710864" y="44426"/>
                  </a:cubicBezTo>
                  <a:lnTo>
                    <a:pt x="710864" y="162898"/>
                  </a:lnTo>
                  <a:cubicBezTo>
                    <a:pt x="710864" y="187417"/>
                    <a:pt x="690959" y="207323"/>
                    <a:pt x="666439" y="207323"/>
                  </a:cubicBezTo>
                  <a:lnTo>
                    <a:pt x="44485" y="207323"/>
                  </a:lnTo>
                  <a:cubicBezTo>
                    <a:pt x="19965" y="207323"/>
                    <a:pt x="59" y="187418"/>
                    <a:pt x="59" y="162898"/>
                  </a:cubicBezTo>
                  <a:lnTo>
                    <a:pt x="59" y="44426"/>
                  </a:lnTo>
                  <a:cubicBezTo>
                    <a:pt x="59" y="19906"/>
                    <a:pt x="19964" y="0"/>
                    <a:pt x="44485" y="0"/>
                  </a:cubicBezTo>
                  <a:close/>
                  <a:moveTo>
                    <a:pt x="614609" y="59234"/>
                  </a:moveTo>
                  <a:lnTo>
                    <a:pt x="496137" y="59234"/>
                  </a:lnTo>
                  <a:cubicBezTo>
                    <a:pt x="486315" y="59234"/>
                    <a:pt x="476902" y="63141"/>
                    <a:pt x="469944" y="70061"/>
                  </a:cubicBezTo>
                  <a:cubicBezTo>
                    <a:pt x="463023" y="77019"/>
                    <a:pt x="459116" y="86433"/>
                    <a:pt x="459116" y="96255"/>
                  </a:cubicBezTo>
                  <a:lnTo>
                    <a:pt x="459116" y="111063"/>
                  </a:lnTo>
                  <a:cubicBezTo>
                    <a:pt x="459116" y="120886"/>
                    <a:pt x="463023" y="130299"/>
                    <a:pt x="469944" y="137257"/>
                  </a:cubicBezTo>
                  <a:cubicBezTo>
                    <a:pt x="476901" y="144215"/>
                    <a:pt x="486315" y="148121"/>
                    <a:pt x="496137" y="148121"/>
                  </a:cubicBezTo>
                  <a:lnTo>
                    <a:pt x="614609" y="148121"/>
                  </a:lnTo>
                  <a:cubicBezTo>
                    <a:pt x="624431" y="148121"/>
                    <a:pt x="633845" y="144215"/>
                    <a:pt x="640803" y="137257"/>
                  </a:cubicBezTo>
                  <a:cubicBezTo>
                    <a:pt x="647761" y="130299"/>
                    <a:pt x="651630" y="120886"/>
                    <a:pt x="651630" y="111063"/>
                  </a:cubicBezTo>
                  <a:lnTo>
                    <a:pt x="651630" y="96255"/>
                  </a:lnTo>
                  <a:cubicBezTo>
                    <a:pt x="651630" y="86433"/>
                    <a:pt x="647723" y="77019"/>
                    <a:pt x="640803" y="70061"/>
                  </a:cubicBezTo>
                  <a:cubicBezTo>
                    <a:pt x="633845" y="63103"/>
                    <a:pt x="624431" y="59234"/>
                    <a:pt x="614609" y="59234"/>
                  </a:cubicBezTo>
                  <a:close/>
                  <a:moveTo>
                    <a:pt x="614609" y="88851"/>
                  </a:moveTo>
                  <a:cubicBezTo>
                    <a:pt x="616581" y="88851"/>
                    <a:pt x="618442" y="89632"/>
                    <a:pt x="619855" y="91009"/>
                  </a:cubicBezTo>
                  <a:cubicBezTo>
                    <a:pt x="621232" y="92386"/>
                    <a:pt x="622013" y="94283"/>
                    <a:pt x="622013" y="96255"/>
                  </a:cubicBezTo>
                  <a:lnTo>
                    <a:pt x="622013" y="111064"/>
                  </a:lnTo>
                  <a:cubicBezTo>
                    <a:pt x="622013" y="113036"/>
                    <a:pt x="621232" y="114933"/>
                    <a:pt x="619855" y="116310"/>
                  </a:cubicBezTo>
                  <a:cubicBezTo>
                    <a:pt x="618479" y="117687"/>
                    <a:pt x="616581" y="118468"/>
                    <a:pt x="614609" y="118468"/>
                  </a:cubicBezTo>
                  <a:lnTo>
                    <a:pt x="496137" y="118468"/>
                  </a:lnTo>
                  <a:cubicBezTo>
                    <a:pt x="494165" y="118468"/>
                    <a:pt x="492305" y="117687"/>
                    <a:pt x="490891" y="116310"/>
                  </a:cubicBezTo>
                  <a:cubicBezTo>
                    <a:pt x="489514" y="114933"/>
                    <a:pt x="488733" y="113036"/>
                    <a:pt x="488733" y="111064"/>
                  </a:cubicBezTo>
                  <a:lnTo>
                    <a:pt x="488733" y="96255"/>
                  </a:lnTo>
                  <a:cubicBezTo>
                    <a:pt x="488733" y="94283"/>
                    <a:pt x="489514" y="92423"/>
                    <a:pt x="490891" y="91009"/>
                  </a:cubicBezTo>
                  <a:cubicBezTo>
                    <a:pt x="492268" y="89632"/>
                    <a:pt x="494165" y="88851"/>
                    <a:pt x="496137" y="88851"/>
                  </a:cubicBezTo>
                  <a:close/>
                  <a:moveTo>
                    <a:pt x="177764" y="118468"/>
                  </a:moveTo>
                  <a:lnTo>
                    <a:pt x="222190" y="118468"/>
                  </a:lnTo>
                  <a:cubicBezTo>
                    <a:pt x="230375" y="118468"/>
                    <a:pt x="236998" y="111845"/>
                    <a:pt x="236998" y="103660"/>
                  </a:cubicBezTo>
                  <a:cubicBezTo>
                    <a:pt x="236998" y="95474"/>
                    <a:pt x="230375" y="88851"/>
                    <a:pt x="222190" y="88851"/>
                  </a:cubicBezTo>
                  <a:lnTo>
                    <a:pt x="177764" y="88851"/>
                  </a:lnTo>
                  <a:cubicBezTo>
                    <a:pt x="169579" y="88851"/>
                    <a:pt x="162956" y="95474"/>
                    <a:pt x="162956" y="103660"/>
                  </a:cubicBezTo>
                  <a:cubicBezTo>
                    <a:pt x="162956" y="111845"/>
                    <a:pt x="169578" y="118468"/>
                    <a:pt x="177764" y="118468"/>
                  </a:cubicBezTo>
                  <a:close/>
                  <a:moveTo>
                    <a:pt x="281425" y="118468"/>
                  </a:moveTo>
                  <a:lnTo>
                    <a:pt x="325850" y="118468"/>
                  </a:lnTo>
                  <a:cubicBezTo>
                    <a:pt x="334036" y="118468"/>
                    <a:pt x="340659" y="111845"/>
                    <a:pt x="340659" y="103660"/>
                  </a:cubicBezTo>
                  <a:cubicBezTo>
                    <a:pt x="340659" y="95474"/>
                    <a:pt x="334036" y="88851"/>
                    <a:pt x="325850" y="88851"/>
                  </a:cubicBezTo>
                  <a:lnTo>
                    <a:pt x="281425" y="88851"/>
                  </a:lnTo>
                  <a:cubicBezTo>
                    <a:pt x="273239" y="88851"/>
                    <a:pt x="266616" y="95474"/>
                    <a:pt x="266616" y="103660"/>
                  </a:cubicBezTo>
                  <a:cubicBezTo>
                    <a:pt x="266616" y="111845"/>
                    <a:pt x="273239" y="118468"/>
                    <a:pt x="281425" y="118468"/>
                  </a:cubicBezTo>
                  <a:close/>
                  <a:moveTo>
                    <a:pt x="74104" y="118468"/>
                  </a:moveTo>
                  <a:lnTo>
                    <a:pt x="118529" y="118468"/>
                  </a:lnTo>
                  <a:cubicBezTo>
                    <a:pt x="126715" y="118468"/>
                    <a:pt x="133338" y="111845"/>
                    <a:pt x="133338" y="103660"/>
                  </a:cubicBezTo>
                  <a:cubicBezTo>
                    <a:pt x="133338" y="95474"/>
                    <a:pt x="126715" y="88851"/>
                    <a:pt x="118529" y="88851"/>
                  </a:cubicBezTo>
                  <a:lnTo>
                    <a:pt x="74104" y="88851"/>
                  </a:lnTo>
                  <a:cubicBezTo>
                    <a:pt x="65918" y="88851"/>
                    <a:pt x="59295" y="95474"/>
                    <a:pt x="59295" y="103660"/>
                  </a:cubicBezTo>
                  <a:cubicBezTo>
                    <a:pt x="59295" y="111845"/>
                    <a:pt x="65918" y="118468"/>
                    <a:pt x="74104" y="118468"/>
                  </a:cubicBezTo>
                  <a:close/>
                </a:path>
              </a:pathLst>
            </a:custGeom>
            <a:solidFill>
              <a:srgbClr val="1D4E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818A0E6A-E73A-8F86-1EBB-533A0A54A494}"/>
              </a:ext>
            </a:extLst>
          </p:cNvPr>
          <p:cNvGrpSpPr/>
          <p:nvPr/>
        </p:nvGrpSpPr>
        <p:grpSpPr>
          <a:xfrm>
            <a:off x="10769333" y="1450286"/>
            <a:ext cx="482645" cy="434778"/>
            <a:chOff x="10769333" y="1450286"/>
            <a:chExt cx="482645" cy="434778"/>
          </a:xfrm>
        </p:grpSpPr>
        <p:sp>
          <p:nvSpPr>
            <p:cNvPr id="14" name="Fluxograma: Conector 13">
              <a:extLst>
                <a:ext uri="{FF2B5EF4-FFF2-40B4-BE49-F238E27FC236}">
                  <a16:creationId xmlns:a16="http://schemas.microsoft.com/office/drawing/2014/main" id="{CF6DC81A-E155-77A8-57F6-CB05DEB230F6}"/>
                </a:ext>
              </a:extLst>
            </p:cNvPr>
            <p:cNvSpPr/>
            <p:nvPr/>
          </p:nvSpPr>
          <p:spPr>
            <a:xfrm>
              <a:off x="10769333" y="1450286"/>
              <a:ext cx="482645" cy="434778"/>
            </a:xfrm>
            <a:prstGeom prst="flowChartConnector">
              <a:avLst/>
            </a:prstGeom>
            <a:solidFill>
              <a:srgbClr val="1D4ED8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DA9FCF7B-91F5-7109-A632-A4DF6E11C69C}"/>
                </a:ext>
              </a:extLst>
            </p:cNvPr>
            <p:cNvSpPr/>
            <p:nvPr/>
          </p:nvSpPr>
          <p:spPr>
            <a:xfrm>
              <a:off x="10853004" y="1510490"/>
              <a:ext cx="293134" cy="292771"/>
            </a:xfrm>
            <a:custGeom>
              <a:avLst/>
              <a:gdLst>
                <a:gd name="connsiteX0" fmla="*/ 357378 w 461391"/>
                <a:gd name="connsiteY0" fmla="*/ 321469 h 460819"/>
                <a:gd name="connsiteX1" fmla="*/ 346112 w 461391"/>
                <a:gd name="connsiteY1" fmla="*/ 331390 h 460819"/>
                <a:gd name="connsiteX2" fmla="*/ 283358 w 461391"/>
                <a:gd name="connsiteY2" fmla="*/ 268653 h 460819"/>
                <a:gd name="connsiteX3" fmla="*/ 323850 w 461391"/>
                <a:gd name="connsiteY3" fmla="*/ 161925 h 460819"/>
                <a:gd name="connsiteX4" fmla="*/ 161925 w 461391"/>
                <a:gd name="connsiteY4" fmla="*/ 0 h 460819"/>
                <a:gd name="connsiteX5" fmla="*/ 0 w 461391"/>
                <a:gd name="connsiteY5" fmla="*/ 161925 h 460819"/>
                <a:gd name="connsiteX6" fmla="*/ 161925 w 461391"/>
                <a:gd name="connsiteY6" fmla="*/ 323850 h 460819"/>
                <a:gd name="connsiteX7" fmla="*/ 269948 w 461391"/>
                <a:gd name="connsiteY7" fmla="*/ 282182 h 460819"/>
                <a:gd name="connsiteX8" fmla="*/ 331788 w 461391"/>
                <a:gd name="connsiteY8" fmla="*/ 344003 h 460819"/>
                <a:gd name="connsiteX9" fmla="*/ 321469 w 461391"/>
                <a:gd name="connsiteY9" fmla="*/ 353091 h 460819"/>
                <a:gd name="connsiteX10" fmla="*/ 425577 w 461391"/>
                <a:gd name="connsiteY10" fmla="*/ 460820 h 460819"/>
                <a:gd name="connsiteX11" fmla="*/ 461391 w 461391"/>
                <a:gd name="connsiteY11" fmla="*/ 429196 h 460819"/>
                <a:gd name="connsiteX12" fmla="*/ 357378 w 461391"/>
                <a:gd name="connsiteY12" fmla="*/ 321469 h 460819"/>
                <a:gd name="connsiteX13" fmla="*/ 238125 w 461391"/>
                <a:gd name="connsiteY13" fmla="*/ 247650 h 460819"/>
                <a:gd name="connsiteX14" fmla="*/ 214313 w 461391"/>
                <a:gd name="connsiteY14" fmla="*/ 223838 h 460819"/>
                <a:gd name="connsiteX15" fmla="*/ 220694 w 461391"/>
                <a:gd name="connsiteY15" fmla="*/ 207549 h 460819"/>
                <a:gd name="connsiteX16" fmla="*/ 172498 w 461391"/>
                <a:gd name="connsiteY16" fmla="*/ 133255 h 460819"/>
                <a:gd name="connsiteX17" fmla="*/ 150019 w 461391"/>
                <a:gd name="connsiteY17" fmla="*/ 178308 h 460819"/>
                <a:gd name="connsiteX18" fmla="*/ 157163 w 461391"/>
                <a:gd name="connsiteY18" fmla="*/ 195263 h 460819"/>
                <a:gd name="connsiteX19" fmla="*/ 133350 w 461391"/>
                <a:gd name="connsiteY19" fmla="*/ 219075 h 460819"/>
                <a:gd name="connsiteX20" fmla="*/ 109538 w 461391"/>
                <a:gd name="connsiteY20" fmla="*/ 195263 h 460819"/>
                <a:gd name="connsiteX21" fmla="*/ 115919 w 461391"/>
                <a:gd name="connsiteY21" fmla="*/ 179069 h 460819"/>
                <a:gd name="connsiteX22" fmla="*/ 84582 w 461391"/>
                <a:gd name="connsiteY22" fmla="*/ 123825 h 460819"/>
                <a:gd name="connsiteX23" fmla="*/ 61913 w 461391"/>
                <a:gd name="connsiteY23" fmla="*/ 100013 h 460819"/>
                <a:gd name="connsiteX24" fmla="*/ 85725 w 461391"/>
                <a:gd name="connsiteY24" fmla="*/ 76200 h 460819"/>
                <a:gd name="connsiteX25" fmla="*/ 109538 w 461391"/>
                <a:gd name="connsiteY25" fmla="*/ 100013 h 460819"/>
                <a:gd name="connsiteX26" fmla="*/ 102584 w 461391"/>
                <a:gd name="connsiteY26" fmla="*/ 116871 h 460819"/>
                <a:gd name="connsiteX27" fmla="*/ 132874 w 461391"/>
                <a:gd name="connsiteY27" fmla="*/ 170212 h 460819"/>
                <a:gd name="connsiteX28" fmla="*/ 154686 w 461391"/>
                <a:gd name="connsiteY28" fmla="*/ 126491 h 460819"/>
                <a:gd name="connsiteX29" fmla="*/ 147638 w 461391"/>
                <a:gd name="connsiteY29" fmla="*/ 109538 h 460819"/>
                <a:gd name="connsiteX30" fmla="*/ 171450 w 461391"/>
                <a:gd name="connsiteY30" fmla="*/ 85725 h 460819"/>
                <a:gd name="connsiteX31" fmla="*/ 195263 w 461391"/>
                <a:gd name="connsiteY31" fmla="*/ 109538 h 460819"/>
                <a:gd name="connsiteX32" fmla="*/ 189738 w 461391"/>
                <a:gd name="connsiteY32" fmla="*/ 124777 h 460819"/>
                <a:gd name="connsiteX33" fmla="*/ 238601 w 461391"/>
                <a:gd name="connsiteY33" fmla="*/ 200025 h 460819"/>
                <a:gd name="connsiteX34" fmla="*/ 261938 w 461391"/>
                <a:gd name="connsiteY34" fmla="*/ 223838 h 460819"/>
                <a:gd name="connsiteX35" fmla="*/ 238125 w 461391"/>
                <a:gd name="connsiteY35" fmla="*/ 247650 h 460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61391" h="460819">
                  <a:moveTo>
                    <a:pt x="357378" y="321469"/>
                  </a:moveTo>
                  <a:lnTo>
                    <a:pt x="346112" y="331390"/>
                  </a:lnTo>
                  <a:lnTo>
                    <a:pt x="283358" y="268653"/>
                  </a:lnTo>
                  <a:cubicBezTo>
                    <a:pt x="308474" y="240117"/>
                    <a:pt x="323850" y="202816"/>
                    <a:pt x="323850" y="161925"/>
                  </a:cubicBezTo>
                  <a:cubicBezTo>
                    <a:pt x="323850" y="72676"/>
                    <a:pt x="251174" y="0"/>
                    <a:pt x="161925" y="0"/>
                  </a:cubicBezTo>
                  <a:cubicBezTo>
                    <a:pt x="72580" y="0"/>
                    <a:pt x="0" y="72676"/>
                    <a:pt x="0" y="161925"/>
                  </a:cubicBezTo>
                  <a:cubicBezTo>
                    <a:pt x="0" y="251174"/>
                    <a:pt x="72580" y="323850"/>
                    <a:pt x="161925" y="323850"/>
                  </a:cubicBezTo>
                  <a:cubicBezTo>
                    <a:pt x="203443" y="323850"/>
                    <a:pt x="241251" y="307988"/>
                    <a:pt x="269948" y="282182"/>
                  </a:cubicBezTo>
                  <a:lnTo>
                    <a:pt x="331788" y="344003"/>
                  </a:lnTo>
                  <a:lnTo>
                    <a:pt x="321469" y="353091"/>
                  </a:lnTo>
                  <a:lnTo>
                    <a:pt x="425577" y="460820"/>
                  </a:lnTo>
                  <a:lnTo>
                    <a:pt x="461391" y="429196"/>
                  </a:lnTo>
                  <a:lnTo>
                    <a:pt x="357378" y="321469"/>
                  </a:lnTo>
                  <a:close/>
                  <a:moveTo>
                    <a:pt x="238125" y="247650"/>
                  </a:moveTo>
                  <a:cubicBezTo>
                    <a:pt x="224980" y="247650"/>
                    <a:pt x="214313" y="236982"/>
                    <a:pt x="214313" y="223838"/>
                  </a:cubicBezTo>
                  <a:cubicBezTo>
                    <a:pt x="214313" y="217551"/>
                    <a:pt x="216789" y="211741"/>
                    <a:pt x="220694" y="207549"/>
                  </a:cubicBezTo>
                  <a:lnTo>
                    <a:pt x="172498" y="133255"/>
                  </a:lnTo>
                  <a:lnTo>
                    <a:pt x="150019" y="178308"/>
                  </a:lnTo>
                  <a:cubicBezTo>
                    <a:pt x="154400" y="182690"/>
                    <a:pt x="157163" y="188785"/>
                    <a:pt x="157163" y="195263"/>
                  </a:cubicBezTo>
                  <a:cubicBezTo>
                    <a:pt x="157163" y="208312"/>
                    <a:pt x="146495" y="219075"/>
                    <a:pt x="133350" y="219075"/>
                  </a:cubicBezTo>
                  <a:cubicBezTo>
                    <a:pt x="120205" y="219075"/>
                    <a:pt x="109538" y="208312"/>
                    <a:pt x="109538" y="195263"/>
                  </a:cubicBezTo>
                  <a:cubicBezTo>
                    <a:pt x="109538" y="189166"/>
                    <a:pt x="111919" y="183356"/>
                    <a:pt x="115919" y="179069"/>
                  </a:cubicBezTo>
                  <a:lnTo>
                    <a:pt x="84582" y="123825"/>
                  </a:lnTo>
                  <a:cubicBezTo>
                    <a:pt x="72009" y="123254"/>
                    <a:pt x="61913" y="112776"/>
                    <a:pt x="61913" y="100013"/>
                  </a:cubicBezTo>
                  <a:cubicBezTo>
                    <a:pt x="61913" y="86868"/>
                    <a:pt x="72580" y="76200"/>
                    <a:pt x="85725" y="76200"/>
                  </a:cubicBezTo>
                  <a:cubicBezTo>
                    <a:pt x="98870" y="76200"/>
                    <a:pt x="109538" y="86868"/>
                    <a:pt x="109538" y="100013"/>
                  </a:cubicBezTo>
                  <a:cubicBezTo>
                    <a:pt x="109538" y="106585"/>
                    <a:pt x="106870" y="112585"/>
                    <a:pt x="102584" y="116871"/>
                  </a:cubicBezTo>
                  <a:lnTo>
                    <a:pt x="132874" y="170212"/>
                  </a:lnTo>
                  <a:lnTo>
                    <a:pt x="154686" y="126491"/>
                  </a:lnTo>
                  <a:cubicBezTo>
                    <a:pt x="150304" y="122205"/>
                    <a:pt x="147638" y="116110"/>
                    <a:pt x="147638" y="109538"/>
                  </a:cubicBezTo>
                  <a:cubicBezTo>
                    <a:pt x="147638" y="96393"/>
                    <a:pt x="158305" y="85725"/>
                    <a:pt x="171450" y="85725"/>
                  </a:cubicBezTo>
                  <a:cubicBezTo>
                    <a:pt x="184595" y="85725"/>
                    <a:pt x="195263" y="96393"/>
                    <a:pt x="195263" y="109538"/>
                  </a:cubicBezTo>
                  <a:cubicBezTo>
                    <a:pt x="195263" y="115252"/>
                    <a:pt x="193167" y="120587"/>
                    <a:pt x="189738" y="124777"/>
                  </a:cubicBezTo>
                  <a:lnTo>
                    <a:pt x="238601" y="200025"/>
                  </a:lnTo>
                  <a:cubicBezTo>
                    <a:pt x="251555" y="200310"/>
                    <a:pt x="261938" y="210884"/>
                    <a:pt x="261938" y="223838"/>
                  </a:cubicBezTo>
                  <a:cubicBezTo>
                    <a:pt x="261938" y="236982"/>
                    <a:pt x="251270" y="247650"/>
                    <a:pt x="238125" y="247650"/>
                  </a:cubicBezTo>
                  <a:close/>
                </a:path>
              </a:pathLst>
            </a:custGeom>
            <a:solidFill>
              <a:srgbClr val="1D4E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6161B6E8-AB49-EFF6-9889-C414F3D56C29}"/>
              </a:ext>
            </a:extLst>
          </p:cNvPr>
          <p:cNvGrpSpPr/>
          <p:nvPr/>
        </p:nvGrpSpPr>
        <p:grpSpPr>
          <a:xfrm>
            <a:off x="2649246" y="3265899"/>
            <a:ext cx="482645" cy="434778"/>
            <a:chOff x="2649246" y="3265899"/>
            <a:chExt cx="482645" cy="434778"/>
          </a:xfrm>
        </p:grpSpPr>
        <p:sp>
          <p:nvSpPr>
            <p:cNvPr id="12" name="Fluxograma: Conector 11">
              <a:extLst>
                <a:ext uri="{FF2B5EF4-FFF2-40B4-BE49-F238E27FC236}">
                  <a16:creationId xmlns:a16="http://schemas.microsoft.com/office/drawing/2014/main" id="{AB9541FD-F452-195A-106B-E539442CE56E}"/>
                </a:ext>
              </a:extLst>
            </p:cNvPr>
            <p:cNvSpPr/>
            <p:nvPr/>
          </p:nvSpPr>
          <p:spPr>
            <a:xfrm>
              <a:off x="2649246" y="3265899"/>
              <a:ext cx="482645" cy="434778"/>
            </a:xfrm>
            <a:prstGeom prst="flowChartConnector">
              <a:avLst/>
            </a:prstGeom>
            <a:solidFill>
              <a:srgbClr val="1D4ED8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\</a:t>
              </a:r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0D9B5594-15BF-AB52-08E8-77D232FF8000}"/>
                </a:ext>
              </a:extLst>
            </p:cNvPr>
            <p:cNvSpPr/>
            <p:nvPr/>
          </p:nvSpPr>
          <p:spPr>
            <a:xfrm>
              <a:off x="2761292" y="3340664"/>
              <a:ext cx="276999" cy="272375"/>
            </a:xfrm>
            <a:custGeom>
              <a:avLst/>
              <a:gdLst>
                <a:gd name="connsiteX0" fmla="*/ 0 w 800597"/>
                <a:gd name="connsiteY0" fmla="*/ 29998 h 787233"/>
                <a:gd name="connsiteX1" fmla="*/ 60015 w 800597"/>
                <a:gd name="connsiteY1" fmla="*/ 29998 h 787233"/>
                <a:gd name="connsiteX2" fmla="*/ 60015 w 800597"/>
                <a:gd name="connsiteY2" fmla="*/ 727219 h 787233"/>
                <a:gd name="connsiteX3" fmla="*/ 770599 w 800597"/>
                <a:gd name="connsiteY3" fmla="*/ 727219 h 787233"/>
                <a:gd name="connsiteX4" fmla="*/ 770599 w 800597"/>
                <a:gd name="connsiteY4" fmla="*/ 787234 h 787233"/>
                <a:gd name="connsiteX5" fmla="*/ 8 w 800597"/>
                <a:gd name="connsiteY5" fmla="*/ 787234 h 787233"/>
                <a:gd name="connsiteX6" fmla="*/ 583892 w 800597"/>
                <a:gd name="connsiteY6" fmla="*/ 361478 h 787233"/>
                <a:gd name="connsiteX7" fmla="*/ 618197 w 800597"/>
                <a:gd name="connsiteY7" fmla="*/ 213840 h 787233"/>
                <a:gd name="connsiteX8" fmla="*/ 481980 w 800597"/>
                <a:gd name="connsiteY8" fmla="*/ 257670 h 787233"/>
                <a:gd name="connsiteX9" fmla="*/ 516286 w 800597"/>
                <a:gd name="connsiteY9" fmla="*/ 290040 h 787233"/>
                <a:gd name="connsiteX10" fmla="*/ 116235 w 800597"/>
                <a:gd name="connsiteY10" fmla="*/ 572923 h 787233"/>
                <a:gd name="connsiteX11" fmla="*/ 554386 w 800597"/>
                <a:gd name="connsiteY11" fmla="*/ 331007 h 787233"/>
                <a:gd name="connsiteX12" fmla="*/ 580060 w 800597"/>
                <a:gd name="connsiteY12" fmla="*/ 396712 h 787233"/>
                <a:gd name="connsiteX13" fmla="*/ 580060 w 800597"/>
                <a:gd name="connsiteY13" fmla="*/ 700541 h 787233"/>
                <a:gd name="connsiteX14" fmla="*/ 647703 w 800597"/>
                <a:gd name="connsiteY14" fmla="*/ 700541 h 787233"/>
                <a:gd name="connsiteX15" fmla="*/ 647703 w 800597"/>
                <a:gd name="connsiteY15" fmla="*/ 396712 h 787233"/>
                <a:gd name="connsiteX16" fmla="*/ 464826 w 800597"/>
                <a:gd name="connsiteY16" fmla="*/ 478606 h 787233"/>
                <a:gd name="connsiteX17" fmla="*/ 464826 w 800597"/>
                <a:gd name="connsiteY17" fmla="*/ 701471 h 787233"/>
                <a:gd name="connsiteX18" fmla="*/ 532469 w 800597"/>
                <a:gd name="connsiteY18" fmla="*/ 701471 h 787233"/>
                <a:gd name="connsiteX19" fmla="*/ 532432 w 800597"/>
                <a:gd name="connsiteY19" fmla="*/ 478606 h 787233"/>
                <a:gd name="connsiteX20" fmla="*/ 349555 w 800597"/>
                <a:gd name="connsiteY20" fmla="*/ 540518 h 787233"/>
                <a:gd name="connsiteX21" fmla="*/ 349555 w 800597"/>
                <a:gd name="connsiteY21" fmla="*/ 701471 h 787233"/>
                <a:gd name="connsiteX22" fmla="*/ 417197 w 800597"/>
                <a:gd name="connsiteY22" fmla="*/ 701471 h 787233"/>
                <a:gd name="connsiteX23" fmla="*/ 417197 w 800597"/>
                <a:gd name="connsiteY23" fmla="*/ 540518 h 787233"/>
                <a:gd name="connsiteX24" fmla="*/ 234321 w 800597"/>
                <a:gd name="connsiteY24" fmla="*/ 586246 h 787233"/>
                <a:gd name="connsiteX25" fmla="*/ 234321 w 800597"/>
                <a:gd name="connsiteY25" fmla="*/ 701517 h 787233"/>
                <a:gd name="connsiteX26" fmla="*/ 301964 w 800597"/>
                <a:gd name="connsiteY26" fmla="*/ 701517 h 787233"/>
                <a:gd name="connsiteX27" fmla="*/ 301927 w 800597"/>
                <a:gd name="connsiteY27" fmla="*/ 586246 h 787233"/>
                <a:gd name="connsiteX28" fmla="*/ 119050 w 800597"/>
                <a:gd name="connsiteY28" fmla="*/ 625313 h 787233"/>
                <a:gd name="connsiteX29" fmla="*/ 119050 w 800597"/>
                <a:gd name="connsiteY29" fmla="*/ 700546 h 787233"/>
                <a:gd name="connsiteX30" fmla="*/ 186692 w 800597"/>
                <a:gd name="connsiteY30" fmla="*/ 700546 h 787233"/>
                <a:gd name="connsiteX31" fmla="*/ 186692 w 800597"/>
                <a:gd name="connsiteY31" fmla="*/ 625313 h 787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00597" h="787233">
                  <a:moveTo>
                    <a:pt x="0" y="29998"/>
                  </a:moveTo>
                  <a:cubicBezTo>
                    <a:pt x="0" y="-9999"/>
                    <a:pt x="60015" y="-9999"/>
                    <a:pt x="60015" y="29998"/>
                  </a:cubicBezTo>
                  <a:lnTo>
                    <a:pt x="60015" y="727219"/>
                  </a:lnTo>
                  <a:lnTo>
                    <a:pt x="770599" y="727219"/>
                  </a:lnTo>
                  <a:cubicBezTo>
                    <a:pt x="810597" y="727219"/>
                    <a:pt x="810597" y="787234"/>
                    <a:pt x="770599" y="787234"/>
                  </a:cubicBezTo>
                  <a:lnTo>
                    <a:pt x="8" y="787234"/>
                  </a:lnTo>
                  <a:close/>
                  <a:moveTo>
                    <a:pt x="583892" y="361478"/>
                  </a:moveTo>
                  <a:lnTo>
                    <a:pt x="618197" y="213840"/>
                  </a:lnTo>
                  <a:lnTo>
                    <a:pt x="481980" y="257670"/>
                  </a:lnTo>
                  <a:lnTo>
                    <a:pt x="516286" y="290040"/>
                  </a:lnTo>
                  <a:cubicBezTo>
                    <a:pt x="411511" y="419599"/>
                    <a:pt x="272426" y="517669"/>
                    <a:pt x="116235" y="572923"/>
                  </a:cubicBezTo>
                  <a:cubicBezTo>
                    <a:pt x="283895" y="540553"/>
                    <a:pt x="438190" y="456728"/>
                    <a:pt x="554386" y="331007"/>
                  </a:cubicBezTo>
                  <a:close/>
                  <a:moveTo>
                    <a:pt x="580060" y="396712"/>
                  </a:moveTo>
                  <a:lnTo>
                    <a:pt x="580060" y="700541"/>
                  </a:lnTo>
                  <a:lnTo>
                    <a:pt x="647703" y="700541"/>
                  </a:lnTo>
                  <a:lnTo>
                    <a:pt x="647703" y="396712"/>
                  </a:lnTo>
                  <a:close/>
                  <a:moveTo>
                    <a:pt x="464826" y="478606"/>
                  </a:moveTo>
                  <a:lnTo>
                    <a:pt x="464826" y="701471"/>
                  </a:lnTo>
                  <a:lnTo>
                    <a:pt x="532469" y="701471"/>
                  </a:lnTo>
                  <a:lnTo>
                    <a:pt x="532432" y="478606"/>
                  </a:lnTo>
                  <a:close/>
                  <a:moveTo>
                    <a:pt x="349555" y="540518"/>
                  </a:moveTo>
                  <a:lnTo>
                    <a:pt x="349555" y="701471"/>
                  </a:lnTo>
                  <a:lnTo>
                    <a:pt x="417197" y="701471"/>
                  </a:lnTo>
                  <a:lnTo>
                    <a:pt x="417197" y="540518"/>
                  </a:lnTo>
                  <a:close/>
                  <a:moveTo>
                    <a:pt x="234321" y="586246"/>
                  </a:moveTo>
                  <a:lnTo>
                    <a:pt x="234321" y="701517"/>
                  </a:lnTo>
                  <a:lnTo>
                    <a:pt x="301964" y="701517"/>
                  </a:lnTo>
                  <a:lnTo>
                    <a:pt x="301927" y="586246"/>
                  </a:lnTo>
                  <a:close/>
                  <a:moveTo>
                    <a:pt x="119050" y="625313"/>
                  </a:moveTo>
                  <a:lnTo>
                    <a:pt x="119050" y="700546"/>
                  </a:lnTo>
                  <a:lnTo>
                    <a:pt x="186692" y="700546"/>
                  </a:lnTo>
                  <a:lnTo>
                    <a:pt x="186692" y="625313"/>
                  </a:lnTo>
                  <a:close/>
                </a:path>
              </a:pathLst>
            </a:custGeom>
            <a:solidFill>
              <a:srgbClr val="1D4E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26B91AAC-E76B-19C1-B4AA-10EAF70944A9}"/>
              </a:ext>
            </a:extLst>
          </p:cNvPr>
          <p:cNvGrpSpPr/>
          <p:nvPr/>
        </p:nvGrpSpPr>
        <p:grpSpPr>
          <a:xfrm>
            <a:off x="6709289" y="3265899"/>
            <a:ext cx="482645" cy="434778"/>
            <a:chOff x="6709289" y="3265899"/>
            <a:chExt cx="482645" cy="434778"/>
          </a:xfrm>
        </p:grpSpPr>
        <p:sp>
          <p:nvSpPr>
            <p:cNvPr id="16" name="Fluxograma: Conector 15">
              <a:extLst>
                <a:ext uri="{FF2B5EF4-FFF2-40B4-BE49-F238E27FC236}">
                  <a16:creationId xmlns:a16="http://schemas.microsoft.com/office/drawing/2014/main" id="{C25E2627-6C9C-A5B3-0B00-B2FB013B8195}"/>
                </a:ext>
              </a:extLst>
            </p:cNvPr>
            <p:cNvSpPr/>
            <p:nvPr/>
          </p:nvSpPr>
          <p:spPr>
            <a:xfrm>
              <a:off x="6709289" y="3265899"/>
              <a:ext cx="482645" cy="434778"/>
            </a:xfrm>
            <a:prstGeom prst="flowChartConnector">
              <a:avLst/>
            </a:prstGeom>
            <a:solidFill>
              <a:srgbClr val="1D4ED8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B5AF8B40-76B2-082A-3B70-2362A66585B5}"/>
                </a:ext>
              </a:extLst>
            </p:cNvPr>
            <p:cNvGrpSpPr/>
            <p:nvPr/>
          </p:nvGrpSpPr>
          <p:grpSpPr>
            <a:xfrm>
              <a:off x="6816810" y="3371343"/>
              <a:ext cx="267600" cy="237866"/>
              <a:chOff x="10325751" y="21667"/>
              <a:chExt cx="685800" cy="609600"/>
            </a:xfrm>
            <a:solidFill>
              <a:srgbClr val="1D4ED8"/>
            </a:solidFill>
          </p:grpSpPr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D8345437-CF93-43A4-D1FE-11ED509E550B}"/>
                  </a:ext>
                </a:extLst>
              </p:cNvPr>
              <p:cNvSpPr/>
              <p:nvPr/>
            </p:nvSpPr>
            <p:spPr>
              <a:xfrm>
                <a:off x="10497198" y="516967"/>
                <a:ext cx="342900" cy="114300"/>
              </a:xfrm>
              <a:custGeom>
                <a:avLst/>
                <a:gdLst>
                  <a:gd name="connsiteX0" fmla="*/ 224917 w 342900"/>
                  <a:gd name="connsiteY0" fmla="*/ 0 h 114300"/>
                  <a:gd name="connsiteX1" fmla="*/ 243557 w 342900"/>
                  <a:gd name="connsiteY1" fmla="*/ 49671 h 114300"/>
                  <a:gd name="connsiteX2" fmla="*/ 281843 w 342900"/>
                  <a:gd name="connsiteY2" fmla="*/ 76200 h 114300"/>
                  <a:gd name="connsiteX3" fmla="*/ 323850 w 342900"/>
                  <a:gd name="connsiteY3" fmla="*/ 76200 h 114300"/>
                  <a:gd name="connsiteX4" fmla="*/ 342900 w 342900"/>
                  <a:gd name="connsiteY4" fmla="*/ 95250 h 114300"/>
                  <a:gd name="connsiteX5" fmla="*/ 323850 w 342900"/>
                  <a:gd name="connsiteY5" fmla="*/ 114300 h 114300"/>
                  <a:gd name="connsiteX6" fmla="*/ 19050 w 342900"/>
                  <a:gd name="connsiteY6" fmla="*/ 114300 h 114300"/>
                  <a:gd name="connsiteX7" fmla="*/ 0 w 342900"/>
                  <a:gd name="connsiteY7" fmla="*/ 95250 h 114300"/>
                  <a:gd name="connsiteX8" fmla="*/ 19050 w 342900"/>
                  <a:gd name="connsiteY8" fmla="*/ 76200 h 114300"/>
                  <a:gd name="connsiteX9" fmla="*/ 61057 w 342900"/>
                  <a:gd name="connsiteY9" fmla="*/ 76200 h 114300"/>
                  <a:gd name="connsiteX10" fmla="*/ 99343 w 342900"/>
                  <a:gd name="connsiteY10" fmla="*/ 49671 h 114300"/>
                  <a:gd name="connsiteX11" fmla="*/ 117983 w 342900"/>
                  <a:gd name="connsiteY11" fmla="*/ 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2900" h="114300">
                    <a:moveTo>
                      <a:pt x="224917" y="0"/>
                    </a:moveTo>
                    <a:lnTo>
                      <a:pt x="243557" y="49671"/>
                    </a:lnTo>
                    <a:cubicBezTo>
                      <a:pt x="249547" y="65633"/>
                      <a:pt x="264803" y="76200"/>
                      <a:pt x="281843" y="76200"/>
                    </a:cubicBezTo>
                    <a:lnTo>
                      <a:pt x="323850" y="76200"/>
                    </a:lnTo>
                    <a:cubicBezTo>
                      <a:pt x="334380" y="76200"/>
                      <a:pt x="342900" y="84720"/>
                      <a:pt x="342900" y="95250"/>
                    </a:cubicBezTo>
                    <a:cubicBezTo>
                      <a:pt x="342900" y="105780"/>
                      <a:pt x="334380" y="114300"/>
                      <a:pt x="323850" y="114300"/>
                    </a:cubicBezTo>
                    <a:lnTo>
                      <a:pt x="19050" y="114300"/>
                    </a:lnTo>
                    <a:cubicBezTo>
                      <a:pt x="8520" y="114300"/>
                      <a:pt x="0" y="105780"/>
                      <a:pt x="0" y="95250"/>
                    </a:cubicBezTo>
                    <a:cubicBezTo>
                      <a:pt x="0" y="84720"/>
                      <a:pt x="8520" y="76200"/>
                      <a:pt x="19050" y="76200"/>
                    </a:cubicBezTo>
                    <a:lnTo>
                      <a:pt x="61057" y="76200"/>
                    </a:lnTo>
                    <a:cubicBezTo>
                      <a:pt x="78098" y="76200"/>
                      <a:pt x="93353" y="65633"/>
                      <a:pt x="99343" y="49671"/>
                    </a:cubicBezTo>
                    <a:lnTo>
                      <a:pt x="1179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A20E5E59-B8FB-7244-12D4-E5C058331FBE}"/>
                  </a:ext>
                </a:extLst>
              </p:cNvPr>
              <p:cNvSpPr/>
              <p:nvPr/>
            </p:nvSpPr>
            <p:spPr>
              <a:xfrm>
                <a:off x="10325751" y="402667"/>
                <a:ext cx="685800" cy="76200"/>
              </a:xfrm>
              <a:custGeom>
                <a:avLst/>
                <a:gdLst>
                  <a:gd name="connsiteX0" fmla="*/ 685800 w 685800"/>
                  <a:gd name="connsiteY0" fmla="*/ 0 h 76200"/>
                  <a:gd name="connsiteX1" fmla="*/ 685800 w 685800"/>
                  <a:gd name="connsiteY1" fmla="*/ 38100 h 76200"/>
                  <a:gd name="connsiteX2" fmla="*/ 647700 w 685800"/>
                  <a:gd name="connsiteY2" fmla="*/ 76200 h 76200"/>
                  <a:gd name="connsiteX3" fmla="*/ 38100 w 685800"/>
                  <a:gd name="connsiteY3" fmla="*/ 76200 h 76200"/>
                  <a:gd name="connsiteX4" fmla="*/ 0 w 685800"/>
                  <a:gd name="connsiteY4" fmla="*/ 38100 h 76200"/>
                  <a:gd name="connsiteX5" fmla="*/ 0 w 685800"/>
                  <a:gd name="connsiteY5" fmla="*/ 0 h 76200"/>
                  <a:gd name="connsiteX6" fmla="*/ 314325 w 685800"/>
                  <a:gd name="connsiteY6" fmla="*/ 19050 h 76200"/>
                  <a:gd name="connsiteX7" fmla="*/ 295275 w 685800"/>
                  <a:gd name="connsiteY7" fmla="*/ 38100 h 76200"/>
                  <a:gd name="connsiteX8" fmla="*/ 314325 w 685800"/>
                  <a:gd name="connsiteY8" fmla="*/ 57150 h 76200"/>
                  <a:gd name="connsiteX9" fmla="*/ 371475 w 685800"/>
                  <a:gd name="connsiteY9" fmla="*/ 57150 h 76200"/>
                  <a:gd name="connsiteX10" fmla="*/ 390525 w 685800"/>
                  <a:gd name="connsiteY10" fmla="*/ 38100 h 76200"/>
                  <a:gd name="connsiteX11" fmla="*/ 371475 w 685800"/>
                  <a:gd name="connsiteY11" fmla="*/ 1905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" h="76200">
                    <a:moveTo>
                      <a:pt x="685800" y="0"/>
                    </a:moveTo>
                    <a:lnTo>
                      <a:pt x="685800" y="38100"/>
                    </a:lnTo>
                    <a:cubicBezTo>
                      <a:pt x="685800" y="59159"/>
                      <a:pt x="668759" y="76200"/>
                      <a:pt x="647700" y="76200"/>
                    </a:cubicBezTo>
                    <a:lnTo>
                      <a:pt x="38100" y="76200"/>
                    </a:lnTo>
                    <a:cubicBezTo>
                      <a:pt x="17041" y="76200"/>
                      <a:pt x="0" y="59159"/>
                      <a:pt x="0" y="38100"/>
                    </a:cubicBezTo>
                    <a:lnTo>
                      <a:pt x="0" y="0"/>
                    </a:lnTo>
                    <a:close/>
                    <a:moveTo>
                      <a:pt x="314325" y="19050"/>
                    </a:moveTo>
                    <a:cubicBezTo>
                      <a:pt x="303795" y="19050"/>
                      <a:pt x="295275" y="27570"/>
                      <a:pt x="295275" y="38100"/>
                    </a:cubicBezTo>
                    <a:cubicBezTo>
                      <a:pt x="295275" y="48630"/>
                      <a:pt x="303795" y="57150"/>
                      <a:pt x="314325" y="57150"/>
                    </a:cubicBezTo>
                    <a:lnTo>
                      <a:pt x="371475" y="57150"/>
                    </a:lnTo>
                    <a:cubicBezTo>
                      <a:pt x="382005" y="57150"/>
                      <a:pt x="390525" y="48630"/>
                      <a:pt x="390525" y="38100"/>
                    </a:cubicBezTo>
                    <a:cubicBezTo>
                      <a:pt x="390525" y="27570"/>
                      <a:pt x="382005" y="19050"/>
                      <a:pt x="371475" y="1905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0BF596ED-B2D3-5657-EC02-0C34C5A3D674}"/>
                  </a:ext>
                </a:extLst>
              </p:cNvPr>
              <p:cNvSpPr/>
              <p:nvPr/>
            </p:nvSpPr>
            <p:spPr>
              <a:xfrm>
                <a:off x="10459845" y="181661"/>
                <a:ext cx="2939" cy="2864"/>
              </a:xfrm>
              <a:custGeom>
                <a:avLst/>
                <a:gdLst>
                  <a:gd name="connsiteX0" fmla="*/ 2046 w 2939"/>
                  <a:gd name="connsiteY0" fmla="*/ 112 h 2864"/>
                  <a:gd name="connsiteX1" fmla="*/ 2790 w 2939"/>
                  <a:gd name="connsiteY1" fmla="*/ 893 h 2864"/>
                  <a:gd name="connsiteX2" fmla="*/ 2939 w 2939"/>
                  <a:gd name="connsiteY2" fmla="*/ 1414 h 2864"/>
                  <a:gd name="connsiteX3" fmla="*/ 2790 w 2939"/>
                  <a:gd name="connsiteY3" fmla="*/ 1972 h 2864"/>
                  <a:gd name="connsiteX4" fmla="*/ 1451 w 2939"/>
                  <a:gd name="connsiteY4" fmla="*/ 2865 h 2864"/>
                  <a:gd name="connsiteX5" fmla="*/ 112 w 2939"/>
                  <a:gd name="connsiteY5" fmla="*/ 1972 h 2864"/>
                  <a:gd name="connsiteX6" fmla="*/ 0 w 2939"/>
                  <a:gd name="connsiteY6" fmla="*/ 1414 h 2864"/>
                  <a:gd name="connsiteX7" fmla="*/ 1451 w 2939"/>
                  <a:gd name="connsiteY7" fmla="*/ 0 h 2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39" h="2864">
                    <a:moveTo>
                      <a:pt x="2046" y="112"/>
                    </a:moveTo>
                    <a:cubicBezTo>
                      <a:pt x="2381" y="260"/>
                      <a:pt x="2679" y="521"/>
                      <a:pt x="2790" y="893"/>
                    </a:cubicBezTo>
                    <a:lnTo>
                      <a:pt x="2939" y="1414"/>
                    </a:lnTo>
                    <a:lnTo>
                      <a:pt x="2790" y="1972"/>
                    </a:lnTo>
                    <a:cubicBezTo>
                      <a:pt x="2604" y="2493"/>
                      <a:pt x="2084" y="2865"/>
                      <a:pt x="1451" y="2865"/>
                    </a:cubicBezTo>
                    <a:cubicBezTo>
                      <a:pt x="819" y="2865"/>
                      <a:pt x="335" y="2493"/>
                      <a:pt x="112" y="1972"/>
                    </a:cubicBezTo>
                    <a:lnTo>
                      <a:pt x="0" y="1414"/>
                    </a:lnTo>
                    <a:cubicBezTo>
                      <a:pt x="0" y="670"/>
                      <a:pt x="633" y="0"/>
                      <a:pt x="145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E734D4D2-9211-5893-0C0E-D20AF62897C5}"/>
                  </a:ext>
                </a:extLst>
              </p:cNvPr>
              <p:cNvSpPr/>
              <p:nvPr/>
            </p:nvSpPr>
            <p:spPr>
              <a:xfrm>
                <a:off x="10417054" y="103486"/>
                <a:ext cx="179932" cy="180342"/>
              </a:xfrm>
              <a:custGeom>
                <a:avLst/>
                <a:gdLst>
                  <a:gd name="connsiteX0" fmla="*/ 89966 w 179932"/>
                  <a:gd name="connsiteY0" fmla="*/ 0 h 180342"/>
                  <a:gd name="connsiteX1" fmla="*/ 179933 w 179932"/>
                  <a:gd name="connsiteY1" fmla="*/ 90152 h 180342"/>
                  <a:gd name="connsiteX2" fmla="*/ 89966 w 179932"/>
                  <a:gd name="connsiteY2" fmla="*/ 180343 h 180342"/>
                  <a:gd name="connsiteX3" fmla="*/ 0 w 179932"/>
                  <a:gd name="connsiteY3" fmla="*/ 90152 h 180342"/>
                  <a:gd name="connsiteX4" fmla="*/ 89966 w 179932"/>
                  <a:gd name="connsiteY4" fmla="*/ 0 h 180342"/>
                  <a:gd name="connsiteX5" fmla="*/ 89966 w 179932"/>
                  <a:gd name="connsiteY5" fmla="*/ 106337 h 180342"/>
                  <a:gd name="connsiteX6" fmla="*/ 53317 w 179932"/>
                  <a:gd name="connsiteY6" fmla="*/ 142986 h 180342"/>
                  <a:gd name="connsiteX7" fmla="*/ 89966 w 179932"/>
                  <a:gd name="connsiteY7" fmla="*/ 179673 h 180342"/>
                  <a:gd name="connsiteX8" fmla="*/ 126616 w 179932"/>
                  <a:gd name="connsiteY8" fmla="*/ 142986 h 180342"/>
                  <a:gd name="connsiteX9" fmla="*/ 108942 w 179932"/>
                  <a:gd name="connsiteY9" fmla="*/ 124011 h 180342"/>
                  <a:gd name="connsiteX10" fmla="*/ 91901 w 179932"/>
                  <a:gd name="connsiteY10" fmla="*/ 106449 h 180342"/>
                  <a:gd name="connsiteX11" fmla="*/ 44239 w 179932"/>
                  <a:gd name="connsiteY11" fmla="*/ 42937 h 180342"/>
                  <a:gd name="connsiteX12" fmla="*/ 7665 w 179932"/>
                  <a:gd name="connsiteY12" fmla="*/ 77688 h 180342"/>
                  <a:gd name="connsiteX13" fmla="*/ 7628 w 179932"/>
                  <a:gd name="connsiteY13" fmla="*/ 79585 h 180342"/>
                  <a:gd name="connsiteX14" fmla="*/ 7665 w 179932"/>
                  <a:gd name="connsiteY14" fmla="*/ 81483 h 180342"/>
                  <a:gd name="connsiteX15" fmla="*/ 44239 w 179932"/>
                  <a:gd name="connsiteY15" fmla="*/ 116271 h 180342"/>
                  <a:gd name="connsiteX16" fmla="*/ 80888 w 179932"/>
                  <a:gd name="connsiteY16" fmla="*/ 79585 h 180342"/>
                  <a:gd name="connsiteX17" fmla="*/ 46137 w 179932"/>
                  <a:gd name="connsiteY17" fmla="*/ 42972 h 180342"/>
                  <a:gd name="connsiteX18" fmla="*/ 152367 w 179932"/>
                  <a:gd name="connsiteY18" fmla="*/ 35012 h 180342"/>
                  <a:gd name="connsiteX19" fmla="*/ 104965 w 179932"/>
                  <a:gd name="connsiteY19" fmla="*/ 22287 h 180342"/>
                  <a:gd name="connsiteX20" fmla="*/ 103290 w 179932"/>
                  <a:gd name="connsiteY20" fmla="*/ 23217 h 180342"/>
                  <a:gd name="connsiteX21" fmla="*/ 96333 w 179932"/>
                  <a:gd name="connsiteY21" fmla="*/ 49225 h 180342"/>
                  <a:gd name="connsiteX22" fmla="*/ 115308 w 179932"/>
                  <a:gd name="connsiteY22" fmla="*/ 58564 h 180342"/>
                  <a:gd name="connsiteX23" fmla="*/ 113932 w 179932"/>
                  <a:gd name="connsiteY23" fmla="*/ 79736 h 180342"/>
                  <a:gd name="connsiteX24" fmla="*/ 139940 w 179932"/>
                  <a:gd name="connsiteY24" fmla="*/ 86693 h 180342"/>
                  <a:gd name="connsiteX25" fmla="*/ 154264 w 179932"/>
                  <a:gd name="connsiteY25" fmla="*/ 38287 h 180342"/>
                  <a:gd name="connsiteX26" fmla="*/ 153334 w 179932"/>
                  <a:gd name="connsiteY26" fmla="*/ 36613 h 1803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79932" h="180342">
                    <a:moveTo>
                      <a:pt x="89966" y="0"/>
                    </a:moveTo>
                    <a:cubicBezTo>
                      <a:pt x="139637" y="0"/>
                      <a:pt x="179933" y="40333"/>
                      <a:pt x="179933" y="90152"/>
                    </a:cubicBezTo>
                    <a:cubicBezTo>
                      <a:pt x="179933" y="139973"/>
                      <a:pt x="139637" y="180304"/>
                      <a:pt x="89966" y="180343"/>
                    </a:cubicBezTo>
                    <a:cubicBezTo>
                      <a:pt x="40296" y="180305"/>
                      <a:pt x="0" y="139973"/>
                      <a:pt x="0" y="90152"/>
                    </a:cubicBezTo>
                    <a:cubicBezTo>
                      <a:pt x="0" y="40332"/>
                      <a:pt x="40296" y="0"/>
                      <a:pt x="89966" y="0"/>
                    </a:cubicBezTo>
                    <a:close/>
                    <a:moveTo>
                      <a:pt x="89966" y="106337"/>
                    </a:moveTo>
                    <a:cubicBezTo>
                      <a:pt x="69689" y="106337"/>
                      <a:pt x="53317" y="122783"/>
                      <a:pt x="53317" y="142986"/>
                    </a:cubicBezTo>
                    <a:cubicBezTo>
                      <a:pt x="53317" y="163227"/>
                      <a:pt x="69689" y="179673"/>
                      <a:pt x="89966" y="179673"/>
                    </a:cubicBezTo>
                    <a:cubicBezTo>
                      <a:pt x="110244" y="179673"/>
                      <a:pt x="126579" y="163227"/>
                      <a:pt x="126616" y="142986"/>
                    </a:cubicBezTo>
                    <a:cubicBezTo>
                      <a:pt x="126579" y="132940"/>
                      <a:pt x="118802" y="124718"/>
                      <a:pt x="108942" y="124011"/>
                    </a:cubicBezTo>
                    <a:cubicBezTo>
                      <a:pt x="108272" y="114783"/>
                      <a:pt x="101054" y="107379"/>
                      <a:pt x="91901" y="106449"/>
                    </a:cubicBezTo>
                    <a:close/>
                    <a:moveTo>
                      <a:pt x="44239" y="42937"/>
                    </a:moveTo>
                    <a:cubicBezTo>
                      <a:pt x="24631" y="42937"/>
                      <a:pt x="8632" y="58378"/>
                      <a:pt x="7665" y="77688"/>
                    </a:cubicBezTo>
                    <a:lnTo>
                      <a:pt x="7628" y="79585"/>
                    </a:lnTo>
                    <a:lnTo>
                      <a:pt x="7665" y="81483"/>
                    </a:lnTo>
                    <a:cubicBezTo>
                      <a:pt x="8632" y="100830"/>
                      <a:pt x="24631" y="116271"/>
                      <a:pt x="44239" y="116271"/>
                    </a:cubicBezTo>
                    <a:cubicBezTo>
                      <a:pt x="64517" y="116271"/>
                      <a:pt x="80888" y="99825"/>
                      <a:pt x="80888" y="79585"/>
                    </a:cubicBezTo>
                    <a:cubicBezTo>
                      <a:pt x="80888" y="60014"/>
                      <a:pt x="65522" y="43977"/>
                      <a:pt x="46137" y="42972"/>
                    </a:cubicBezTo>
                    <a:close/>
                    <a:moveTo>
                      <a:pt x="152367" y="35012"/>
                    </a:moveTo>
                    <a:cubicBezTo>
                      <a:pt x="142209" y="19236"/>
                      <a:pt x="121670" y="13729"/>
                      <a:pt x="104965" y="22287"/>
                    </a:cubicBezTo>
                    <a:lnTo>
                      <a:pt x="103290" y="23217"/>
                    </a:lnTo>
                    <a:cubicBezTo>
                      <a:pt x="94175" y="28464"/>
                      <a:pt x="91087" y="40109"/>
                      <a:pt x="96333" y="49225"/>
                    </a:cubicBezTo>
                    <a:cubicBezTo>
                      <a:pt x="100314" y="56072"/>
                      <a:pt x="107904" y="59532"/>
                      <a:pt x="115308" y="58564"/>
                    </a:cubicBezTo>
                    <a:cubicBezTo>
                      <a:pt x="110732" y="64518"/>
                      <a:pt x="109950" y="72852"/>
                      <a:pt x="113932" y="79736"/>
                    </a:cubicBezTo>
                    <a:cubicBezTo>
                      <a:pt x="119178" y="88851"/>
                      <a:pt x="130860" y="91939"/>
                      <a:pt x="139940" y="86693"/>
                    </a:cubicBezTo>
                    <a:cubicBezTo>
                      <a:pt x="156906" y="76871"/>
                      <a:pt x="163082" y="55514"/>
                      <a:pt x="154264" y="38287"/>
                    </a:cubicBezTo>
                    <a:lnTo>
                      <a:pt x="153334" y="3661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9BBE7A65-C9C2-D250-93D3-11B3A498C9EB}"/>
                  </a:ext>
                </a:extLst>
              </p:cNvPr>
              <p:cNvSpPr/>
              <p:nvPr/>
            </p:nvSpPr>
            <p:spPr>
              <a:xfrm>
                <a:off x="10325751" y="21667"/>
                <a:ext cx="685800" cy="342900"/>
              </a:xfrm>
              <a:custGeom>
                <a:avLst/>
                <a:gdLst>
                  <a:gd name="connsiteX0" fmla="*/ 647700 w 685800"/>
                  <a:gd name="connsiteY0" fmla="*/ 0 h 342900"/>
                  <a:gd name="connsiteX1" fmla="*/ 685800 w 685800"/>
                  <a:gd name="connsiteY1" fmla="*/ 38100 h 342900"/>
                  <a:gd name="connsiteX2" fmla="*/ 685800 w 685800"/>
                  <a:gd name="connsiteY2" fmla="*/ 342900 h 342900"/>
                  <a:gd name="connsiteX3" fmla="*/ 0 w 685800"/>
                  <a:gd name="connsiteY3" fmla="*/ 342900 h 342900"/>
                  <a:gd name="connsiteX4" fmla="*/ 0 w 685800"/>
                  <a:gd name="connsiteY4" fmla="*/ 38100 h 342900"/>
                  <a:gd name="connsiteX5" fmla="*/ 38100 w 685800"/>
                  <a:gd name="connsiteY5" fmla="*/ 0 h 342900"/>
                  <a:gd name="connsiteX6" fmla="*/ 208845 w 685800"/>
                  <a:gd name="connsiteY6" fmla="*/ 29580 h 342900"/>
                  <a:gd name="connsiteX7" fmla="*/ 183284 w 685800"/>
                  <a:gd name="connsiteY7" fmla="*/ 21059 h 342900"/>
                  <a:gd name="connsiteX8" fmla="*/ 161517 w 685800"/>
                  <a:gd name="connsiteY8" fmla="*/ 45244 h 342900"/>
                  <a:gd name="connsiteX9" fmla="*/ 148793 w 685800"/>
                  <a:gd name="connsiteY9" fmla="*/ 47886 h 342900"/>
                  <a:gd name="connsiteX10" fmla="*/ 144291 w 685800"/>
                  <a:gd name="connsiteY10" fmla="*/ 28166 h 342900"/>
                  <a:gd name="connsiteX11" fmla="*/ 117353 w 685800"/>
                  <a:gd name="connsiteY11" fmla="*/ 28166 h 342900"/>
                  <a:gd name="connsiteX12" fmla="*/ 104331 w 685800"/>
                  <a:gd name="connsiteY12" fmla="*/ 69429 h 342900"/>
                  <a:gd name="connsiteX13" fmla="*/ 95029 w 685800"/>
                  <a:gd name="connsiteY13" fmla="*/ 77131 h 342900"/>
                  <a:gd name="connsiteX14" fmla="*/ 80964 w 685800"/>
                  <a:gd name="connsiteY14" fmla="*/ 58453 h 342900"/>
                  <a:gd name="connsiteX15" fmla="*/ 57598 w 685800"/>
                  <a:gd name="connsiteY15" fmla="*/ 71922 h 342900"/>
                  <a:gd name="connsiteX16" fmla="*/ 66937 w 685800"/>
                  <a:gd name="connsiteY16" fmla="*/ 114152 h 342900"/>
                  <a:gd name="connsiteX17" fmla="*/ 63180 w 685800"/>
                  <a:gd name="connsiteY17" fmla="*/ 122226 h 342900"/>
                  <a:gd name="connsiteX18" fmla="*/ 38139 w 685800"/>
                  <a:gd name="connsiteY18" fmla="*/ 116720 h 342900"/>
                  <a:gd name="connsiteX19" fmla="*/ 31107 w 685800"/>
                  <a:gd name="connsiteY19" fmla="*/ 142728 h 342900"/>
                  <a:gd name="connsiteX20" fmla="*/ 53543 w 685800"/>
                  <a:gd name="connsiteY20" fmla="*/ 162373 h 342900"/>
                  <a:gd name="connsiteX21" fmla="*/ 53208 w 685800"/>
                  <a:gd name="connsiteY21" fmla="*/ 171972 h 342900"/>
                  <a:gd name="connsiteX22" fmla="*/ 53692 w 685800"/>
                  <a:gd name="connsiteY22" fmla="*/ 183060 h 342900"/>
                  <a:gd name="connsiteX23" fmla="*/ 48781 w 685800"/>
                  <a:gd name="connsiteY23" fmla="*/ 184884 h 342900"/>
                  <a:gd name="connsiteX24" fmla="*/ 28614 w 685800"/>
                  <a:gd name="connsiteY24" fmla="*/ 202743 h 342900"/>
                  <a:gd name="connsiteX25" fmla="*/ 46474 w 685800"/>
                  <a:gd name="connsiteY25" fmla="*/ 222946 h 342900"/>
                  <a:gd name="connsiteX26" fmla="*/ 62845 w 685800"/>
                  <a:gd name="connsiteY26" fmla="*/ 220900 h 342900"/>
                  <a:gd name="connsiteX27" fmla="*/ 68240 w 685800"/>
                  <a:gd name="connsiteY27" fmla="*/ 232360 h 342900"/>
                  <a:gd name="connsiteX28" fmla="*/ 59274 w 685800"/>
                  <a:gd name="connsiteY28" fmla="*/ 241699 h 342900"/>
                  <a:gd name="connsiteX29" fmla="*/ 47107 w 685800"/>
                  <a:gd name="connsiteY29" fmla="*/ 265734 h 342900"/>
                  <a:gd name="connsiteX30" fmla="*/ 71143 w 685800"/>
                  <a:gd name="connsiteY30" fmla="*/ 277900 h 342900"/>
                  <a:gd name="connsiteX31" fmla="*/ 92574 w 685800"/>
                  <a:gd name="connsiteY31" fmla="*/ 264506 h 342900"/>
                  <a:gd name="connsiteX32" fmla="*/ 104480 w 685800"/>
                  <a:gd name="connsiteY32" fmla="*/ 274627 h 342900"/>
                  <a:gd name="connsiteX33" fmla="*/ 101504 w 685800"/>
                  <a:gd name="connsiteY33" fmla="*/ 276226 h 342900"/>
                  <a:gd name="connsiteX34" fmla="*/ 89300 w 685800"/>
                  <a:gd name="connsiteY34" fmla="*/ 300262 h 342900"/>
                  <a:gd name="connsiteX35" fmla="*/ 113336 w 685800"/>
                  <a:gd name="connsiteY35" fmla="*/ 312428 h 342900"/>
                  <a:gd name="connsiteX36" fmla="*/ 138562 w 685800"/>
                  <a:gd name="connsiteY36" fmla="*/ 292931 h 342900"/>
                  <a:gd name="connsiteX37" fmla="*/ 156495 w 685800"/>
                  <a:gd name="connsiteY37" fmla="*/ 297843 h 342900"/>
                  <a:gd name="connsiteX38" fmla="*/ 159807 w 685800"/>
                  <a:gd name="connsiteY38" fmla="*/ 317228 h 342900"/>
                  <a:gd name="connsiteX39" fmla="*/ 186670 w 685800"/>
                  <a:gd name="connsiteY39" fmla="*/ 319237 h 342900"/>
                  <a:gd name="connsiteX40" fmla="*/ 200288 w 685800"/>
                  <a:gd name="connsiteY40" fmla="*/ 298811 h 342900"/>
                  <a:gd name="connsiteX41" fmla="*/ 227114 w 685800"/>
                  <a:gd name="connsiteY41" fmla="*/ 291779 h 342900"/>
                  <a:gd name="connsiteX42" fmla="*/ 229086 w 685800"/>
                  <a:gd name="connsiteY42" fmla="*/ 297062 h 342900"/>
                  <a:gd name="connsiteX43" fmla="*/ 248136 w 685800"/>
                  <a:gd name="connsiteY43" fmla="*/ 316149 h 342900"/>
                  <a:gd name="connsiteX44" fmla="*/ 267186 w 685800"/>
                  <a:gd name="connsiteY44" fmla="*/ 297099 h 342900"/>
                  <a:gd name="connsiteX45" fmla="*/ 260303 w 685800"/>
                  <a:gd name="connsiteY45" fmla="*/ 272914 h 342900"/>
                  <a:gd name="connsiteX46" fmla="*/ 267819 w 685800"/>
                  <a:gd name="connsiteY46" fmla="*/ 266478 h 342900"/>
                  <a:gd name="connsiteX47" fmla="*/ 286831 w 685800"/>
                  <a:gd name="connsiteY47" fmla="*/ 284411 h 342900"/>
                  <a:gd name="connsiteX48" fmla="*/ 305881 w 685800"/>
                  <a:gd name="connsiteY48" fmla="*/ 265398 h 342900"/>
                  <a:gd name="connsiteX49" fmla="*/ 293491 w 685800"/>
                  <a:gd name="connsiteY49" fmla="*/ 233810 h 342900"/>
                  <a:gd name="connsiteX50" fmla="*/ 296617 w 685800"/>
                  <a:gd name="connsiteY50" fmla="*/ 227819 h 342900"/>
                  <a:gd name="connsiteX51" fmla="*/ 307928 w 685800"/>
                  <a:gd name="connsiteY51" fmla="*/ 231577 h 342900"/>
                  <a:gd name="connsiteX52" fmla="*/ 327015 w 685800"/>
                  <a:gd name="connsiteY52" fmla="*/ 212564 h 342900"/>
                  <a:gd name="connsiteX53" fmla="*/ 309267 w 685800"/>
                  <a:gd name="connsiteY53" fmla="*/ 175878 h 342900"/>
                  <a:gd name="connsiteX54" fmla="*/ 309341 w 685800"/>
                  <a:gd name="connsiteY54" fmla="*/ 171971 h 342900"/>
                  <a:gd name="connsiteX55" fmla="*/ 309230 w 685800"/>
                  <a:gd name="connsiteY55" fmla="*/ 166502 h 342900"/>
                  <a:gd name="connsiteX56" fmla="*/ 322401 w 685800"/>
                  <a:gd name="connsiteY56" fmla="*/ 165423 h 342900"/>
                  <a:gd name="connsiteX57" fmla="*/ 331591 w 685800"/>
                  <a:gd name="connsiteY57" fmla="*/ 140122 h 342900"/>
                  <a:gd name="connsiteX58" fmla="*/ 295240 w 685800"/>
                  <a:gd name="connsiteY58" fmla="*/ 113445 h 342900"/>
                  <a:gd name="connsiteX59" fmla="*/ 292375 w 685800"/>
                  <a:gd name="connsiteY59" fmla="*/ 108124 h 342900"/>
                  <a:gd name="connsiteX60" fmla="*/ 317081 w 685800"/>
                  <a:gd name="connsiteY60" fmla="*/ 100497 h 342900"/>
                  <a:gd name="connsiteX61" fmla="*/ 310160 w 685800"/>
                  <a:gd name="connsiteY61" fmla="*/ 74489 h 342900"/>
                  <a:gd name="connsiteX62" fmla="*/ 263874 w 685800"/>
                  <a:gd name="connsiteY62" fmla="*/ 73968 h 342900"/>
                  <a:gd name="connsiteX63" fmla="*/ 259782 w 685800"/>
                  <a:gd name="connsiteY63" fmla="*/ 70656 h 342900"/>
                  <a:gd name="connsiteX64" fmla="*/ 274181 w 685800"/>
                  <a:gd name="connsiteY64" fmla="*/ 52202 h 342900"/>
                  <a:gd name="connsiteX65" fmla="*/ 255131 w 685800"/>
                  <a:gd name="connsiteY65" fmla="*/ 33152 h 342900"/>
                  <a:gd name="connsiteX66" fmla="*/ 219635 w 685800"/>
                  <a:gd name="connsiteY66" fmla="*/ 49560 h 342900"/>
                  <a:gd name="connsiteX67" fmla="*/ 208808 w 685800"/>
                  <a:gd name="connsiteY67" fmla="*/ 46695 h 342900"/>
                  <a:gd name="connsiteX68" fmla="*/ 208845 w 685800"/>
                  <a:gd name="connsiteY68" fmla="*/ 29580 h 342900"/>
                  <a:gd name="connsiteX69" fmla="*/ 438150 w 685800"/>
                  <a:gd name="connsiteY69" fmla="*/ 219080 h 342900"/>
                  <a:gd name="connsiteX70" fmla="*/ 419100 w 685800"/>
                  <a:gd name="connsiteY70" fmla="*/ 238130 h 342900"/>
                  <a:gd name="connsiteX71" fmla="*/ 438150 w 685800"/>
                  <a:gd name="connsiteY71" fmla="*/ 257180 h 342900"/>
                  <a:gd name="connsiteX72" fmla="*/ 590550 w 685800"/>
                  <a:gd name="connsiteY72" fmla="*/ 257180 h 342900"/>
                  <a:gd name="connsiteX73" fmla="*/ 609600 w 685800"/>
                  <a:gd name="connsiteY73" fmla="*/ 238130 h 342900"/>
                  <a:gd name="connsiteX74" fmla="*/ 590550 w 685800"/>
                  <a:gd name="connsiteY74" fmla="*/ 219080 h 342900"/>
                  <a:gd name="connsiteX75" fmla="*/ 438150 w 685800"/>
                  <a:gd name="connsiteY75" fmla="*/ 161930 h 342900"/>
                  <a:gd name="connsiteX76" fmla="*/ 419100 w 685800"/>
                  <a:gd name="connsiteY76" fmla="*/ 180980 h 342900"/>
                  <a:gd name="connsiteX77" fmla="*/ 438150 w 685800"/>
                  <a:gd name="connsiteY77" fmla="*/ 200030 h 342900"/>
                  <a:gd name="connsiteX78" fmla="*/ 590550 w 685800"/>
                  <a:gd name="connsiteY78" fmla="*/ 200030 h 342900"/>
                  <a:gd name="connsiteX79" fmla="*/ 609600 w 685800"/>
                  <a:gd name="connsiteY79" fmla="*/ 180980 h 342900"/>
                  <a:gd name="connsiteX80" fmla="*/ 590550 w 685800"/>
                  <a:gd name="connsiteY80" fmla="*/ 161930 h 342900"/>
                  <a:gd name="connsiteX81" fmla="*/ 438150 w 685800"/>
                  <a:gd name="connsiteY81" fmla="*/ 104780 h 342900"/>
                  <a:gd name="connsiteX82" fmla="*/ 419100 w 685800"/>
                  <a:gd name="connsiteY82" fmla="*/ 123830 h 342900"/>
                  <a:gd name="connsiteX83" fmla="*/ 438150 w 685800"/>
                  <a:gd name="connsiteY83" fmla="*/ 142880 h 342900"/>
                  <a:gd name="connsiteX84" fmla="*/ 590550 w 685800"/>
                  <a:gd name="connsiteY84" fmla="*/ 142880 h 342900"/>
                  <a:gd name="connsiteX85" fmla="*/ 609600 w 685800"/>
                  <a:gd name="connsiteY85" fmla="*/ 123830 h 342900"/>
                  <a:gd name="connsiteX86" fmla="*/ 590550 w 685800"/>
                  <a:gd name="connsiteY86" fmla="*/ 104780 h 342900"/>
                  <a:gd name="connsiteX87" fmla="*/ 533400 w 685800"/>
                  <a:gd name="connsiteY87" fmla="*/ 47630 h 342900"/>
                  <a:gd name="connsiteX88" fmla="*/ 514350 w 685800"/>
                  <a:gd name="connsiteY88" fmla="*/ 66680 h 342900"/>
                  <a:gd name="connsiteX89" fmla="*/ 533400 w 685800"/>
                  <a:gd name="connsiteY89" fmla="*/ 85730 h 342900"/>
                  <a:gd name="connsiteX90" fmla="*/ 590550 w 685800"/>
                  <a:gd name="connsiteY90" fmla="*/ 85730 h 342900"/>
                  <a:gd name="connsiteX91" fmla="*/ 609600 w 685800"/>
                  <a:gd name="connsiteY91" fmla="*/ 66680 h 342900"/>
                  <a:gd name="connsiteX92" fmla="*/ 590550 w 685800"/>
                  <a:gd name="connsiteY92" fmla="*/ 47630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685800" h="342900">
                    <a:moveTo>
                      <a:pt x="647700" y="0"/>
                    </a:moveTo>
                    <a:cubicBezTo>
                      <a:pt x="668759" y="0"/>
                      <a:pt x="685800" y="17041"/>
                      <a:pt x="685800" y="38100"/>
                    </a:cubicBezTo>
                    <a:lnTo>
                      <a:pt x="685800" y="342900"/>
                    </a:lnTo>
                    <a:lnTo>
                      <a:pt x="0" y="342900"/>
                    </a:lnTo>
                    <a:lnTo>
                      <a:pt x="0" y="38100"/>
                    </a:lnTo>
                    <a:cubicBezTo>
                      <a:pt x="0" y="17041"/>
                      <a:pt x="17041" y="0"/>
                      <a:pt x="38100" y="0"/>
                    </a:cubicBezTo>
                    <a:close/>
                    <a:moveTo>
                      <a:pt x="208845" y="29580"/>
                    </a:moveTo>
                    <a:cubicBezTo>
                      <a:pt x="204157" y="20167"/>
                      <a:pt x="192697" y="16372"/>
                      <a:pt x="183284" y="21059"/>
                    </a:cubicBezTo>
                    <a:cubicBezTo>
                      <a:pt x="172904" y="26268"/>
                      <a:pt x="165313" y="34937"/>
                      <a:pt x="161517" y="45244"/>
                    </a:cubicBezTo>
                    <a:cubicBezTo>
                      <a:pt x="157201" y="45914"/>
                      <a:pt x="152960" y="46807"/>
                      <a:pt x="148793" y="47886"/>
                    </a:cubicBezTo>
                    <a:cubicBezTo>
                      <a:pt x="151100" y="41189"/>
                      <a:pt x="149649" y="33487"/>
                      <a:pt x="144291" y="28166"/>
                    </a:cubicBezTo>
                    <a:cubicBezTo>
                      <a:pt x="136849" y="20725"/>
                      <a:pt x="124794" y="20725"/>
                      <a:pt x="117353" y="28166"/>
                    </a:cubicBezTo>
                    <a:cubicBezTo>
                      <a:pt x="106228" y="39292"/>
                      <a:pt x="102172" y="54657"/>
                      <a:pt x="104331" y="69429"/>
                    </a:cubicBezTo>
                    <a:cubicBezTo>
                      <a:pt x="101131" y="71847"/>
                      <a:pt x="98005" y="74415"/>
                      <a:pt x="95029" y="77131"/>
                    </a:cubicBezTo>
                    <a:cubicBezTo>
                      <a:pt x="95178" y="68610"/>
                      <a:pt x="89559" y="60759"/>
                      <a:pt x="80964" y="58453"/>
                    </a:cubicBezTo>
                    <a:cubicBezTo>
                      <a:pt x="70807" y="55737"/>
                      <a:pt x="60351" y="61764"/>
                      <a:pt x="57598" y="71922"/>
                    </a:cubicBezTo>
                    <a:cubicBezTo>
                      <a:pt x="53543" y="87103"/>
                      <a:pt x="57673" y="102432"/>
                      <a:pt x="66937" y="114152"/>
                    </a:cubicBezTo>
                    <a:cubicBezTo>
                      <a:pt x="65598" y="116794"/>
                      <a:pt x="64333" y="119510"/>
                      <a:pt x="63180" y="122226"/>
                    </a:cubicBezTo>
                    <a:cubicBezTo>
                      <a:pt x="57561" y="114301"/>
                      <a:pt x="46734" y="111771"/>
                      <a:pt x="38139" y="116720"/>
                    </a:cubicBezTo>
                    <a:cubicBezTo>
                      <a:pt x="29024" y="121966"/>
                      <a:pt x="25861" y="133611"/>
                      <a:pt x="31107" y="142728"/>
                    </a:cubicBezTo>
                    <a:cubicBezTo>
                      <a:pt x="36391" y="151881"/>
                      <a:pt x="44390" y="158503"/>
                      <a:pt x="53543" y="162373"/>
                    </a:cubicBezTo>
                    <a:cubicBezTo>
                      <a:pt x="53320" y="165536"/>
                      <a:pt x="53208" y="168735"/>
                      <a:pt x="53208" y="171972"/>
                    </a:cubicBezTo>
                    <a:cubicBezTo>
                      <a:pt x="53208" y="175730"/>
                      <a:pt x="53357" y="179414"/>
                      <a:pt x="53692" y="183060"/>
                    </a:cubicBezTo>
                    <a:cubicBezTo>
                      <a:pt x="52427" y="184400"/>
                      <a:pt x="50753" y="184995"/>
                      <a:pt x="48781" y="184884"/>
                    </a:cubicBezTo>
                    <a:cubicBezTo>
                      <a:pt x="38288" y="184251"/>
                      <a:pt x="29247" y="192251"/>
                      <a:pt x="28614" y="202743"/>
                    </a:cubicBezTo>
                    <a:cubicBezTo>
                      <a:pt x="27982" y="213236"/>
                      <a:pt x="35981" y="222277"/>
                      <a:pt x="46474" y="222946"/>
                    </a:cubicBezTo>
                    <a:cubicBezTo>
                      <a:pt x="52167" y="223281"/>
                      <a:pt x="57711" y="222537"/>
                      <a:pt x="62845" y="220900"/>
                    </a:cubicBezTo>
                    <a:cubicBezTo>
                      <a:pt x="64445" y="224844"/>
                      <a:pt x="66269" y="228639"/>
                      <a:pt x="68240" y="232360"/>
                    </a:cubicBezTo>
                    <a:cubicBezTo>
                      <a:pt x="67050" y="236899"/>
                      <a:pt x="63887" y="240210"/>
                      <a:pt x="59274" y="241699"/>
                    </a:cubicBezTo>
                    <a:cubicBezTo>
                      <a:pt x="49302" y="244973"/>
                      <a:pt x="43833" y="255763"/>
                      <a:pt x="47107" y="265734"/>
                    </a:cubicBezTo>
                    <a:cubicBezTo>
                      <a:pt x="50381" y="275743"/>
                      <a:pt x="61135" y="281175"/>
                      <a:pt x="71143" y="277900"/>
                    </a:cubicBezTo>
                    <a:cubicBezTo>
                      <a:pt x="79551" y="275147"/>
                      <a:pt x="86807" y="270496"/>
                      <a:pt x="92574" y="264506"/>
                    </a:cubicBezTo>
                    <a:cubicBezTo>
                      <a:pt x="96332" y="268115"/>
                      <a:pt x="100313" y="271501"/>
                      <a:pt x="104480" y="274627"/>
                    </a:cubicBezTo>
                    <a:cubicBezTo>
                      <a:pt x="103624" y="275296"/>
                      <a:pt x="102620" y="275854"/>
                      <a:pt x="101504" y="276226"/>
                    </a:cubicBezTo>
                    <a:cubicBezTo>
                      <a:pt x="91495" y="279501"/>
                      <a:pt x="86025" y="290254"/>
                      <a:pt x="89300" y="300262"/>
                    </a:cubicBezTo>
                    <a:cubicBezTo>
                      <a:pt x="92574" y="310234"/>
                      <a:pt x="103365" y="315703"/>
                      <a:pt x="113336" y="312428"/>
                    </a:cubicBezTo>
                    <a:cubicBezTo>
                      <a:pt x="124125" y="308893"/>
                      <a:pt x="132869" y="301935"/>
                      <a:pt x="138562" y="292931"/>
                    </a:cubicBezTo>
                    <a:cubicBezTo>
                      <a:pt x="144366" y="294978"/>
                      <a:pt x="150356" y="296615"/>
                      <a:pt x="156495" y="297843"/>
                    </a:cubicBezTo>
                    <a:cubicBezTo>
                      <a:pt x="154002" y="304205"/>
                      <a:pt x="155044" y="311721"/>
                      <a:pt x="159807" y="317228"/>
                    </a:cubicBezTo>
                    <a:cubicBezTo>
                      <a:pt x="166690" y="325227"/>
                      <a:pt x="178708" y="326120"/>
                      <a:pt x="186670" y="319237"/>
                    </a:cubicBezTo>
                    <a:cubicBezTo>
                      <a:pt x="193181" y="313619"/>
                      <a:pt x="197683" y="306550"/>
                      <a:pt x="200288" y="298811"/>
                    </a:cubicBezTo>
                    <a:cubicBezTo>
                      <a:pt x="209590" y="297434"/>
                      <a:pt x="218557" y="295053"/>
                      <a:pt x="227114" y="291779"/>
                    </a:cubicBezTo>
                    <a:cubicBezTo>
                      <a:pt x="228565" y="293639"/>
                      <a:pt x="229123" y="295574"/>
                      <a:pt x="229086" y="297062"/>
                    </a:cubicBezTo>
                    <a:cubicBezTo>
                      <a:pt x="229086" y="307555"/>
                      <a:pt x="237607" y="316112"/>
                      <a:pt x="248136" y="316149"/>
                    </a:cubicBezTo>
                    <a:cubicBezTo>
                      <a:pt x="258666" y="316149"/>
                      <a:pt x="267186" y="307629"/>
                      <a:pt x="267186" y="297099"/>
                    </a:cubicBezTo>
                    <a:cubicBezTo>
                      <a:pt x="267223" y="288207"/>
                      <a:pt x="264656" y="280021"/>
                      <a:pt x="260303" y="272914"/>
                    </a:cubicBezTo>
                    <a:cubicBezTo>
                      <a:pt x="262907" y="270868"/>
                      <a:pt x="265400" y="268710"/>
                      <a:pt x="267819" y="266478"/>
                    </a:cubicBezTo>
                    <a:cubicBezTo>
                      <a:pt x="268414" y="276486"/>
                      <a:pt x="276674" y="284411"/>
                      <a:pt x="286831" y="284411"/>
                    </a:cubicBezTo>
                    <a:cubicBezTo>
                      <a:pt x="297324" y="284448"/>
                      <a:pt x="305881" y="275928"/>
                      <a:pt x="305881" y="265398"/>
                    </a:cubicBezTo>
                    <a:cubicBezTo>
                      <a:pt x="305919" y="253232"/>
                      <a:pt x="301156" y="242293"/>
                      <a:pt x="293491" y="233810"/>
                    </a:cubicBezTo>
                    <a:cubicBezTo>
                      <a:pt x="294570" y="231838"/>
                      <a:pt x="295612" y="229828"/>
                      <a:pt x="296617" y="227819"/>
                    </a:cubicBezTo>
                    <a:cubicBezTo>
                      <a:pt x="299779" y="230163"/>
                      <a:pt x="303686" y="231577"/>
                      <a:pt x="307928" y="231577"/>
                    </a:cubicBezTo>
                    <a:cubicBezTo>
                      <a:pt x="318420" y="231577"/>
                      <a:pt x="326978" y="223057"/>
                      <a:pt x="327015" y="212564"/>
                    </a:cubicBezTo>
                    <a:cubicBezTo>
                      <a:pt x="327015" y="197793"/>
                      <a:pt x="320020" y="184807"/>
                      <a:pt x="309267" y="175878"/>
                    </a:cubicBezTo>
                    <a:cubicBezTo>
                      <a:pt x="309304" y="174576"/>
                      <a:pt x="309341" y="173273"/>
                      <a:pt x="309341" y="171971"/>
                    </a:cubicBezTo>
                    <a:cubicBezTo>
                      <a:pt x="309341" y="170148"/>
                      <a:pt x="309304" y="168325"/>
                      <a:pt x="309230" y="166502"/>
                    </a:cubicBezTo>
                    <a:cubicBezTo>
                      <a:pt x="313434" y="167692"/>
                      <a:pt x="318085" y="167432"/>
                      <a:pt x="322401" y="165423"/>
                    </a:cubicBezTo>
                    <a:cubicBezTo>
                      <a:pt x="331926" y="160995"/>
                      <a:pt x="336019" y="149647"/>
                      <a:pt x="331591" y="140122"/>
                    </a:cubicBezTo>
                    <a:cubicBezTo>
                      <a:pt x="324596" y="125202"/>
                      <a:pt x="310681" y="116013"/>
                      <a:pt x="295240" y="113445"/>
                    </a:cubicBezTo>
                    <a:cubicBezTo>
                      <a:pt x="294309" y="111621"/>
                      <a:pt x="293342" y="109873"/>
                      <a:pt x="292375" y="108124"/>
                    </a:cubicBezTo>
                    <a:cubicBezTo>
                      <a:pt x="301230" y="112403"/>
                      <a:pt x="312057" y="109166"/>
                      <a:pt x="317081" y="100497"/>
                    </a:cubicBezTo>
                    <a:cubicBezTo>
                      <a:pt x="322364" y="91418"/>
                      <a:pt x="319276" y="79735"/>
                      <a:pt x="310160" y="74489"/>
                    </a:cubicBezTo>
                    <a:cubicBezTo>
                      <a:pt x="295500" y="65968"/>
                      <a:pt x="278273" y="66675"/>
                      <a:pt x="263874" y="73968"/>
                    </a:cubicBezTo>
                    <a:cubicBezTo>
                      <a:pt x="262535" y="72852"/>
                      <a:pt x="261158" y="71735"/>
                      <a:pt x="259782" y="70656"/>
                    </a:cubicBezTo>
                    <a:cubicBezTo>
                      <a:pt x="268042" y="68573"/>
                      <a:pt x="274181" y="61131"/>
                      <a:pt x="274181" y="52202"/>
                    </a:cubicBezTo>
                    <a:cubicBezTo>
                      <a:pt x="274181" y="41709"/>
                      <a:pt x="265660" y="33152"/>
                      <a:pt x="255131" y="33152"/>
                    </a:cubicBezTo>
                    <a:cubicBezTo>
                      <a:pt x="240992" y="33152"/>
                      <a:pt x="228527" y="39588"/>
                      <a:pt x="219635" y="49560"/>
                    </a:cubicBezTo>
                    <a:cubicBezTo>
                      <a:pt x="216100" y="48444"/>
                      <a:pt x="212491" y="47514"/>
                      <a:pt x="208808" y="46695"/>
                    </a:cubicBezTo>
                    <a:cubicBezTo>
                      <a:pt x="211412" y="41486"/>
                      <a:pt x="211673" y="35199"/>
                      <a:pt x="208845" y="29580"/>
                    </a:cubicBezTo>
                    <a:close/>
                    <a:moveTo>
                      <a:pt x="438150" y="219080"/>
                    </a:moveTo>
                    <a:cubicBezTo>
                      <a:pt x="427620" y="219080"/>
                      <a:pt x="419100" y="227600"/>
                      <a:pt x="419100" y="238130"/>
                    </a:cubicBezTo>
                    <a:cubicBezTo>
                      <a:pt x="419100" y="248659"/>
                      <a:pt x="427620" y="257180"/>
                      <a:pt x="438150" y="257180"/>
                    </a:cubicBezTo>
                    <a:lnTo>
                      <a:pt x="590550" y="257180"/>
                    </a:lnTo>
                    <a:cubicBezTo>
                      <a:pt x="601080" y="257180"/>
                      <a:pt x="609600" y="248659"/>
                      <a:pt x="609600" y="238130"/>
                    </a:cubicBezTo>
                    <a:cubicBezTo>
                      <a:pt x="609600" y="227600"/>
                      <a:pt x="601080" y="219080"/>
                      <a:pt x="590550" y="219080"/>
                    </a:cubicBezTo>
                    <a:close/>
                    <a:moveTo>
                      <a:pt x="438150" y="161930"/>
                    </a:moveTo>
                    <a:cubicBezTo>
                      <a:pt x="427620" y="161930"/>
                      <a:pt x="419100" y="170450"/>
                      <a:pt x="419100" y="180980"/>
                    </a:cubicBezTo>
                    <a:cubicBezTo>
                      <a:pt x="419100" y="191509"/>
                      <a:pt x="427620" y="200030"/>
                      <a:pt x="438150" y="200030"/>
                    </a:cubicBezTo>
                    <a:lnTo>
                      <a:pt x="590550" y="200030"/>
                    </a:lnTo>
                    <a:cubicBezTo>
                      <a:pt x="601080" y="200030"/>
                      <a:pt x="609600" y="191509"/>
                      <a:pt x="609600" y="180980"/>
                    </a:cubicBezTo>
                    <a:cubicBezTo>
                      <a:pt x="609600" y="170450"/>
                      <a:pt x="601080" y="161930"/>
                      <a:pt x="590550" y="161930"/>
                    </a:cubicBezTo>
                    <a:close/>
                    <a:moveTo>
                      <a:pt x="438150" y="104780"/>
                    </a:moveTo>
                    <a:cubicBezTo>
                      <a:pt x="427620" y="104780"/>
                      <a:pt x="419100" y="113300"/>
                      <a:pt x="419100" y="123830"/>
                    </a:cubicBezTo>
                    <a:cubicBezTo>
                      <a:pt x="419100" y="134359"/>
                      <a:pt x="427620" y="142880"/>
                      <a:pt x="438150" y="142880"/>
                    </a:cubicBezTo>
                    <a:lnTo>
                      <a:pt x="590550" y="142880"/>
                    </a:lnTo>
                    <a:cubicBezTo>
                      <a:pt x="601080" y="142880"/>
                      <a:pt x="609600" y="134359"/>
                      <a:pt x="609600" y="123830"/>
                    </a:cubicBezTo>
                    <a:cubicBezTo>
                      <a:pt x="609600" y="113300"/>
                      <a:pt x="601080" y="104780"/>
                      <a:pt x="590550" y="104780"/>
                    </a:cubicBezTo>
                    <a:close/>
                    <a:moveTo>
                      <a:pt x="533400" y="47630"/>
                    </a:moveTo>
                    <a:cubicBezTo>
                      <a:pt x="522870" y="47630"/>
                      <a:pt x="514350" y="56150"/>
                      <a:pt x="514350" y="66680"/>
                    </a:cubicBezTo>
                    <a:cubicBezTo>
                      <a:pt x="514350" y="77209"/>
                      <a:pt x="522870" y="85730"/>
                      <a:pt x="533400" y="85730"/>
                    </a:cubicBezTo>
                    <a:lnTo>
                      <a:pt x="590550" y="85730"/>
                    </a:lnTo>
                    <a:cubicBezTo>
                      <a:pt x="601080" y="85730"/>
                      <a:pt x="609600" y="77209"/>
                      <a:pt x="609600" y="66680"/>
                    </a:cubicBezTo>
                    <a:cubicBezTo>
                      <a:pt x="609600" y="56150"/>
                      <a:pt x="601080" y="47630"/>
                      <a:pt x="590550" y="4763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C2DCE70-E367-7302-BA5B-91E452BE7524}"/>
              </a:ext>
            </a:extLst>
          </p:cNvPr>
          <p:cNvGrpSpPr/>
          <p:nvPr/>
        </p:nvGrpSpPr>
        <p:grpSpPr>
          <a:xfrm>
            <a:off x="10769333" y="3265899"/>
            <a:ext cx="482645" cy="434778"/>
            <a:chOff x="10769333" y="3265899"/>
            <a:chExt cx="482645" cy="434778"/>
          </a:xfrm>
        </p:grpSpPr>
        <p:sp>
          <p:nvSpPr>
            <p:cNvPr id="17" name="Fluxograma: Conector 16">
              <a:extLst>
                <a:ext uri="{FF2B5EF4-FFF2-40B4-BE49-F238E27FC236}">
                  <a16:creationId xmlns:a16="http://schemas.microsoft.com/office/drawing/2014/main" id="{EA815879-80FD-D63C-1C6E-A21C96BFCBC4}"/>
                </a:ext>
              </a:extLst>
            </p:cNvPr>
            <p:cNvSpPr/>
            <p:nvPr/>
          </p:nvSpPr>
          <p:spPr>
            <a:xfrm>
              <a:off x="10769333" y="3265899"/>
              <a:ext cx="482645" cy="434778"/>
            </a:xfrm>
            <a:prstGeom prst="flowChartConnector">
              <a:avLst/>
            </a:prstGeom>
            <a:solidFill>
              <a:srgbClr val="1D4ED8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C71BBFDA-3A8D-55A7-F571-E5E840799B2A}"/>
                </a:ext>
              </a:extLst>
            </p:cNvPr>
            <p:cNvSpPr/>
            <p:nvPr/>
          </p:nvSpPr>
          <p:spPr>
            <a:xfrm>
              <a:off x="10875122" y="3329291"/>
              <a:ext cx="286598" cy="286479"/>
            </a:xfrm>
            <a:custGeom>
              <a:avLst/>
              <a:gdLst>
                <a:gd name="connsiteX0" fmla="*/ 492919 w 921417"/>
                <a:gd name="connsiteY0" fmla="*/ 847218 h 921036"/>
                <a:gd name="connsiteX1" fmla="*/ 519589 w 921417"/>
                <a:gd name="connsiteY1" fmla="*/ 820548 h 921036"/>
                <a:gd name="connsiteX2" fmla="*/ 523399 w 921417"/>
                <a:gd name="connsiteY2" fmla="*/ 776733 h 921036"/>
                <a:gd name="connsiteX3" fmla="*/ 497491 w 921417"/>
                <a:gd name="connsiteY3" fmla="*/ 739776 h 921036"/>
                <a:gd name="connsiteX4" fmla="*/ 520446 w 921417"/>
                <a:gd name="connsiteY4" fmla="*/ 684436 h 921036"/>
                <a:gd name="connsiteX5" fmla="*/ 564833 w 921417"/>
                <a:gd name="connsiteY5" fmla="*/ 676625 h 921036"/>
                <a:gd name="connsiteX6" fmla="*/ 593408 w 921417"/>
                <a:gd name="connsiteY6" fmla="*/ 643002 h 921036"/>
                <a:gd name="connsiteX7" fmla="*/ 593408 w 921417"/>
                <a:gd name="connsiteY7" fmla="*/ 604902 h 921036"/>
                <a:gd name="connsiteX8" fmla="*/ 564833 w 921417"/>
                <a:gd name="connsiteY8" fmla="*/ 571279 h 921036"/>
                <a:gd name="connsiteX9" fmla="*/ 520446 w 921417"/>
                <a:gd name="connsiteY9" fmla="*/ 563468 h 921036"/>
                <a:gd name="connsiteX10" fmla="*/ 497491 w 921417"/>
                <a:gd name="connsiteY10" fmla="*/ 508128 h 921036"/>
                <a:gd name="connsiteX11" fmla="*/ 523399 w 921417"/>
                <a:gd name="connsiteY11" fmla="*/ 471647 h 921036"/>
                <a:gd name="connsiteX12" fmla="*/ 519589 w 921417"/>
                <a:gd name="connsiteY12" fmla="*/ 427832 h 921036"/>
                <a:gd name="connsiteX13" fmla="*/ 492919 w 921417"/>
                <a:gd name="connsiteY13" fmla="*/ 401162 h 921036"/>
                <a:gd name="connsiteX14" fmla="*/ 449104 w 921417"/>
                <a:gd name="connsiteY14" fmla="*/ 397352 h 921036"/>
                <a:gd name="connsiteX15" fmla="*/ 412147 w 921417"/>
                <a:gd name="connsiteY15" fmla="*/ 423260 h 921036"/>
                <a:gd name="connsiteX16" fmla="*/ 356806 w 921417"/>
                <a:gd name="connsiteY16" fmla="*/ 400305 h 921036"/>
                <a:gd name="connsiteX17" fmla="*/ 348996 w 921417"/>
                <a:gd name="connsiteY17" fmla="*/ 355919 h 921036"/>
                <a:gd name="connsiteX18" fmla="*/ 315373 w 921417"/>
                <a:gd name="connsiteY18" fmla="*/ 327344 h 921036"/>
                <a:gd name="connsiteX19" fmla="*/ 277273 w 921417"/>
                <a:gd name="connsiteY19" fmla="*/ 327344 h 921036"/>
                <a:gd name="connsiteX20" fmla="*/ 243650 w 921417"/>
                <a:gd name="connsiteY20" fmla="*/ 355919 h 921036"/>
                <a:gd name="connsiteX21" fmla="*/ 235839 w 921417"/>
                <a:gd name="connsiteY21" fmla="*/ 400305 h 921036"/>
                <a:gd name="connsiteX22" fmla="*/ 180499 w 921417"/>
                <a:gd name="connsiteY22" fmla="*/ 423260 h 921036"/>
                <a:gd name="connsiteX23" fmla="*/ 144018 w 921417"/>
                <a:gd name="connsiteY23" fmla="*/ 397352 h 921036"/>
                <a:gd name="connsiteX24" fmla="*/ 100203 w 921417"/>
                <a:gd name="connsiteY24" fmla="*/ 401162 h 921036"/>
                <a:gd name="connsiteX25" fmla="*/ 73533 w 921417"/>
                <a:gd name="connsiteY25" fmla="*/ 427832 h 921036"/>
                <a:gd name="connsiteX26" fmla="*/ 70009 w 921417"/>
                <a:gd name="connsiteY26" fmla="*/ 471647 h 921036"/>
                <a:gd name="connsiteX27" fmla="*/ 95917 w 921417"/>
                <a:gd name="connsiteY27" fmla="*/ 508604 h 921036"/>
                <a:gd name="connsiteX28" fmla="*/ 72962 w 921417"/>
                <a:gd name="connsiteY28" fmla="*/ 563945 h 921036"/>
                <a:gd name="connsiteX29" fmla="*/ 28575 w 921417"/>
                <a:gd name="connsiteY29" fmla="*/ 571755 h 921036"/>
                <a:gd name="connsiteX30" fmla="*/ 0 w 921417"/>
                <a:gd name="connsiteY30" fmla="*/ 605378 h 921036"/>
                <a:gd name="connsiteX31" fmla="*/ 0 w 921417"/>
                <a:gd name="connsiteY31" fmla="*/ 643478 h 921036"/>
                <a:gd name="connsiteX32" fmla="*/ 28575 w 921417"/>
                <a:gd name="connsiteY32" fmla="*/ 677102 h 921036"/>
                <a:gd name="connsiteX33" fmla="*/ 72962 w 921417"/>
                <a:gd name="connsiteY33" fmla="*/ 684912 h 921036"/>
                <a:gd name="connsiteX34" fmla="*/ 95917 w 921417"/>
                <a:gd name="connsiteY34" fmla="*/ 740252 h 921036"/>
                <a:gd name="connsiteX35" fmla="*/ 70009 w 921417"/>
                <a:gd name="connsiteY35" fmla="*/ 776733 h 921036"/>
                <a:gd name="connsiteX36" fmla="*/ 73819 w 921417"/>
                <a:gd name="connsiteY36" fmla="*/ 820548 h 921036"/>
                <a:gd name="connsiteX37" fmla="*/ 100489 w 921417"/>
                <a:gd name="connsiteY37" fmla="*/ 847218 h 921036"/>
                <a:gd name="connsiteX38" fmla="*/ 144304 w 921417"/>
                <a:gd name="connsiteY38" fmla="*/ 851028 h 921036"/>
                <a:gd name="connsiteX39" fmla="*/ 181261 w 921417"/>
                <a:gd name="connsiteY39" fmla="*/ 825120 h 921036"/>
                <a:gd name="connsiteX40" fmla="*/ 236601 w 921417"/>
                <a:gd name="connsiteY40" fmla="*/ 848075 h 921036"/>
                <a:gd name="connsiteX41" fmla="*/ 244412 w 921417"/>
                <a:gd name="connsiteY41" fmla="*/ 892462 h 921036"/>
                <a:gd name="connsiteX42" fmla="*/ 278035 w 921417"/>
                <a:gd name="connsiteY42" fmla="*/ 921037 h 921036"/>
                <a:gd name="connsiteX43" fmla="*/ 316135 w 921417"/>
                <a:gd name="connsiteY43" fmla="*/ 921037 h 921036"/>
                <a:gd name="connsiteX44" fmla="*/ 349758 w 921417"/>
                <a:gd name="connsiteY44" fmla="*/ 892462 h 921036"/>
                <a:gd name="connsiteX45" fmla="*/ 357569 w 921417"/>
                <a:gd name="connsiteY45" fmla="*/ 848075 h 921036"/>
                <a:gd name="connsiteX46" fmla="*/ 412909 w 921417"/>
                <a:gd name="connsiteY46" fmla="*/ 825120 h 921036"/>
                <a:gd name="connsiteX47" fmla="*/ 449104 w 921417"/>
                <a:gd name="connsiteY47" fmla="*/ 850742 h 921036"/>
                <a:gd name="connsiteX48" fmla="*/ 492919 w 921417"/>
                <a:gd name="connsiteY48" fmla="*/ 847218 h 921036"/>
                <a:gd name="connsiteX49" fmla="*/ 296513 w 921417"/>
                <a:gd name="connsiteY49" fmla="*/ 725870 h 921036"/>
                <a:gd name="connsiteX50" fmla="*/ 194786 w 921417"/>
                <a:gd name="connsiteY50" fmla="*/ 624143 h 921036"/>
                <a:gd name="connsiteX51" fmla="*/ 296513 w 921417"/>
                <a:gd name="connsiteY51" fmla="*/ 522416 h 921036"/>
                <a:gd name="connsiteX52" fmla="*/ 398240 w 921417"/>
                <a:gd name="connsiteY52" fmla="*/ 624143 h 921036"/>
                <a:gd name="connsiteX53" fmla="*/ 398240 w 921417"/>
                <a:gd name="connsiteY53" fmla="*/ 624238 h 921036"/>
                <a:gd name="connsiteX54" fmla="*/ 296513 w 921417"/>
                <a:gd name="connsiteY54" fmla="*/ 725870 h 921036"/>
                <a:gd name="connsiteX55" fmla="*/ 910114 w 921417"/>
                <a:gd name="connsiteY55" fmla="*/ 162275 h 921036"/>
                <a:gd name="connsiteX56" fmla="*/ 874109 w 921417"/>
                <a:gd name="connsiteY56" fmla="*/ 137129 h 921036"/>
                <a:gd name="connsiteX57" fmla="*/ 833723 w 921417"/>
                <a:gd name="connsiteY57" fmla="*/ 140654 h 921036"/>
                <a:gd name="connsiteX58" fmla="*/ 780193 w 921417"/>
                <a:gd name="connsiteY58" fmla="*/ 87123 h 921036"/>
                <a:gd name="connsiteX59" fmla="*/ 783717 w 921417"/>
                <a:gd name="connsiteY59" fmla="*/ 46737 h 921036"/>
                <a:gd name="connsiteX60" fmla="*/ 758476 w 921417"/>
                <a:gd name="connsiteY60" fmla="*/ 10637 h 921036"/>
                <a:gd name="connsiteX61" fmla="*/ 722090 w 921417"/>
                <a:gd name="connsiteY61" fmla="*/ 1112 h 921036"/>
                <a:gd name="connsiteX62" fmla="*/ 682276 w 921417"/>
                <a:gd name="connsiteY62" fmla="*/ 20162 h 921036"/>
                <a:gd name="connsiteX63" fmla="*/ 665131 w 921417"/>
                <a:gd name="connsiteY63" fmla="*/ 56357 h 921036"/>
                <a:gd name="connsiteX64" fmla="*/ 592074 w 921417"/>
                <a:gd name="connsiteY64" fmla="*/ 75884 h 921036"/>
                <a:gd name="connsiteX65" fmla="*/ 558832 w 921417"/>
                <a:gd name="connsiteY65" fmla="*/ 52547 h 921036"/>
                <a:gd name="connsiteX66" fmla="*/ 515017 w 921417"/>
                <a:gd name="connsiteY66" fmla="*/ 56357 h 921036"/>
                <a:gd name="connsiteX67" fmla="*/ 488347 w 921417"/>
                <a:gd name="connsiteY67" fmla="*/ 83027 h 921036"/>
                <a:gd name="connsiteX68" fmla="*/ 484537 w 921417"/>
                <a:gd name="connsiteY68" fmla="*/ 126842 h 921036"/>
                <a:gd name="connsiteX69" fmla="*/ 508159 w 921417"/>
                <a:gd name="connsiteY69" fmla="*/ 160085 h 921036"/>
                <a:gd name="connsiteX70" fmla="*/ 488633 w 921417"/>
                <a:gd name="connsiteY70" fmla="*/ 233141 h 921036"/>
                <a:gd name="connsiteX71" fmla="*/ 451485 w 921417"/>
                <a:gd name="connsiteY71" fmla="*/ 250667 h 921036"/>
                <a:gd name="connsiteX72" fmla="*/ 432435 w 921417"/>
                <a:gd name="connsiteY72" fmla="*/ 290482 h 921036"/>
                <a:gd name="connsiteX73" fmla="*/ 441960 w 921417"/>
                <a:gd name="connsiteY73" fmla="*/ 326867 h 921036"/>
                <a:gd name="connsiteX74" fmla="*/ 477964 w 921417"/>
                <a:gd name="connsiteY74" fmla="*/ 352109 h 921036"/>
                <a:gd name="connsiteX75" fmla="*/ 518351 w 921417"/>
                <a:gd name="connsiteY75" fmla="*/ 348584 h 921036"/>
                <a:gd name="connsiteX76" fmla="*/ 571881 w 921417"/>
                <a:gd name="connsiteY76" fmla="*/ 402115 h 921036"/>
                <a:gd name="connsiteX77" fmla="*/ 568357 w 921417"/>
                <a:gd name="connsiteY77" fmla="*/ 442501 h 921036"/>
                <a:gd name="connsiteX78" fmla="*/ 593884 w 921417"/>
                <a:gd name="connsiteY78" fmla="*/ 478124 h 921036"/>
                <a:gd name="connsiteX79" fmla="*/ 630269 w 921417"/>
                <a:gd name="connsiteY79" fmla="*/ 487649 h 921036"/>
                <a:gd name="connsiteX80" fmla="*/ 670084 w 921417"/>
                <a:gd name="connsiteY80" fmla="*/ 468599 h 921036"/>
                <a:gd name="connsiteX81" fmla="*/ 687229 w 921417"/>
                <a:gd name="connsiteY81" fmla="*/ 431738 h 921036"/>
                <a:gd name="connsiteX82" fmla="*/ 760667 w 921417"/>
                <a:gd name="connsiteY82" fmla="*/ 412592 h 921036"/>
                <a:gd name="connsiteX83" fmla="*/ 793909 w 921417"/>
                <a:gd name="connsiteY83" fmla="*/ 436214 h 921036"/>
                <a:gd name="connsiteX84" fmla="*/ 837724 w 921417"/>
                <a:gd name="connsiteY84" fmla="*/ 432404 h 921036"/>
                <a:gd name="connsiteX85" fmla="*/ 864394 w 921417"/>
                <a:gd name="connsiteY85" fmla="*/ 405734 h 921036"/>
                <a:gd name="connsiteX86" fmla="*/ 868204 w 921417"/>
                <a:gd name="connsiteY86" fmla="*/ 361919 h 921036"/>
                <a:gd name="connsiteX87" fmla="*/ 844868 w 921417"/>
                <a:gd name="connsiteY87" fmla="*/ 328677 h 921036"/>
                <a:gd name="connsiteX88" fmla="*/ 864394 w 921417"/>
                <a:gd name="connsiteY88" fmla="*/ 255620 h 921036"/>
                <a:gd name="connsiteX89" fmla="*/ 901255 w 921417"/>
                <a:gd name="connsiteY89" fmla="*/ 238475 h 921036"/>
                <a:gd name="connsiteX90" fmla="*/ 920305 w 921417"/>
                <a:gd name="connsiteY90" fmla="*/ 198661 h 921036"/>
                <a:gd name="connsiteX91" fmla="*/ 727234 w 921417"/>
                <a:gd name="connsiteY91" fmla="*/ 294768 h 921036"/>
                <a:gd name="connsiteX92" fmla="*/ 626476 w 921417"/>
                <a:gd name="connsiteY92" fmla="*/ 294275 h 921036"/>
                <a:gd name="connsiteX93" fmla="*/ 626970 w 921417"/>
                <a:gd name="connsiteY93" fmla="*/ 193517 h 921036"/>
                <a:gd name="connsiteX94" fmla="*/ 727234 w 921417"/>
                <a:gd name="connsiteY94" fmla="*/ 193517 h 921036"/>
                <a:gd name="connsiteX95" fmla="*/ 727727 w 921417"/>
                <a:gd name="connsiteY95" fmla="*/ 294275 h 921036"/>
                <a:gd name="connsiteX96" fmla="*/ 727234 w 921417"/>
                <a:gd name="connsiteY96" fmla="*/ 294768 h 92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921417" h="921036">
                  <a:moveTo>
                    <a:pt x="492919" y="847218"/>
                  </a:moveTo>
                  <a:lnTo>
                    <a:pt x="519589" y="820548"/>
                  </a:lnTo>
                  <a:cubicBezTo>
                    <a:pt x="531328" y="808805"/>
                    <a:pt x="532935" y="790326"/>
                    <a:pt x="523399" y="776733"/>
                  </a:cubicBezTo>
                  <a:lnTo>
                    <a:pt x="497491" y="739776"/>
                  </a:lnTo>
                  <a:cubicBezTo>
                    <a:pt x="507519" y="722408"/>
                    <a:pt x="515236" y="703803"/>
                    <a:pt x="520446" y="684436"/>
                  </a:cubicBezTo>
                  <a:lnTo>
                    <a:pt x="564833" y="676625"/>
                  </a:lnTo>
                  <a:cubicBezTo>
                    <a:pt x="581282" y="673885"/>
                    <a:pt x="593356" y="659678"/>
                    <a:pt x="593408" y="643002"/>
                  </a:cubicBezTo>
                  <a:lnTo>
                    <a:pt x="593408" y="604902"/>
                  </a:lnTo>
                  <a:cubicBezTo>
                    <a:pt x="593356" y="588226"/>
                    <a:pt x="581282" y="574020"/>
                    <a:pt x="564833" y="571279"/>
                  </a:cubicBezTo>
                  <a:lnTo>
                    <a:pt x="520446" y="563468"/>
                  </a:lnTo>
                  <a:cubicBezTo>
                    <a:pt x="515236" y="544101"/>
                    <a:pt x="507519" y="525497"/>
                    <a:pt x="497491" y="508128"/>
                  </a:cubicBezTo>
                  <a:lnTo>
                    <a:pt x="523399" y="471647"/>
                  </a:lnTo>
                  <a:cubicBezTo>
                    <a:pt x="532935" y="458055"/>
                    <a:pt x="531328" y="439575"/>
                    <a:pt x="519589" y="427832"/>
                  </a:cubicBezTo>
                  <a:lnTo>
                    <a:pt x="492919" y="401162"/>
                  </a:lnTo>
                  <a:cubicBezTo>
                    <a:pt x="481176" y="389423"/>
                    <a:pt x="462697" y="387816"/>
                    <a:pt x="449104" y="397352"/>
                  </a:cubicBezTo>
                  <a:lnTo>
                    <a:pt x="412147" y="423260"/>
                  </a:lnTo>
                  <a:cubicBezTo>
                    <a:pt x="394780" y="413229"/>
                    <a:pt x="376175" y="405512"/>
                    <a:pt x="356806" y="400305"/>
                  </a:cubicBezTo>
                  <a:lnTo>
                    <a:pt x="348996" y="355919"/>
                  </a:lnTo>
                  <a:cubicBezTo>
                    <a:pt x="346255" y="339469"/>
                    <a:pt x="332049" y="327396"/>
                    <a:pt x="315373" y="327344"/>
                  </a:cubicBezTo>
                  <a:lnTo>
                    <a:pt x="277273" y="327344"/>
                  </a:lnTo>
                  <a:cubicBezTo>
                    <a:pt x="260597" y="327396"/>
                    <a:pt x="246390" y="339469"/>
                    <a:pt x="243650" y="355919"/>
                  </a:cubicBezTo>
                  <a:lnTo>
                    <a:pt x="235839" y="400305"/>
                  </a:lnTo>
                  <a:cubicBezTo>
                    <a:pt x="216471" y="405514"/>
                    <a:pt x="197867" y="413231"/>
                    <a:pt x="180499" y="423260"/>
                  </a:cubicBezTo>
                  <a:lnTo>
                    <a:pt x="144018" y="397352"/>
                  </a:lnTo>
                  <a:cubicBezTo>
                    <a:pt x="130425" y="387816"/>
                    <a:pt x="111946" y="389423"/>
                    <a:pt x="100203" y="401162"/>
                  </a:cubicBezTo>
                  <a:lnTo>
                    <a:pt x="73533" y="427832"/>
                  </a:lnTo>
                  <a:cubicBezTo>
                    <a:pt x="61883" y="439648"/>
                    <a:pt x="60397" y="458122"/>
                    <a:pt x="70009" y="471647"/>
                  </a:cubicBezTo>
                  <a:lnTo>
                    <a:pt x="95917" y="508604"/>
                  </a:lnTo>
                  <a:cubicBezTo>
                    <a:pt x="85885" y="525972"/>
                    <a:pt x="78168" y="544576"/>
                    <a:pt x="72962" y="563945"/>
                  </a:cubicBezTo>
                  <a:lnTo>
                    <a:pt x="28575" y="571755"/>
                  </a:lnTo>
                  <a:cubicBezTo>
                    <a:pt x="12126" y="574496"/>
                    <a:pt x="52" y="588702"/>
                    <a:pt x="0" y="605378"/>
                  </a:cubicBezTo>
                  <a:lnTo>
                    <a:pt x="0" y="643478"/>
                  </a:lnTo>
                  <a:cubicBezTo>
                    <a:pt x="52" y="660155"/>
                    <a:pt x="12126" y="674361"/>
                    <a:pt x="28575" y="677102"/>
                  </a:cubicBezTo>
                  <a:lnTo>
                    <a:pt x="72962" y="684912"/>
                  </a:lnTo>
                  <a:cubicBezTo>
                    <a:pt x="78167" y="704281"/>
                    <a:pt x="85884" y="722886"/>
                    <a:pt x="95917" y="740252"/>
                  </a:cubicBezTo>
                  <a:lnTo>
                    <a:pt x="70009" y="776733"/>
                  </a:lnTo>
                  <a:cubicBezTo>
                    <a:pt x="60472" y="790326"/>
                    <a:pt x="62079" y="808805"/>
                    <a:pt x="73819" y="820548"/>
                  </a:cubicBezTo>
                  <a:lnTo>
                    <a:pt x="100489" y="847218"/>
                  </a:lnTo>
                  <a:cubicBezTo>
                    <a:pt x="112232" y="858958"/>
                    <a:pt x="130711" y="860565"/>
                    <a:pt x="144304" y="851028"/>
                  </a:cubicBezTo>
                  <a:lnTo>
                    <a:pt x="181261" y="825120"/>
                  </a:lnTo>
                  <a:cubicBezTo>
                    <a:pt x="198630" y="835147"/>
                    <a:pt x="217234" y="842864"/>
                    <a:pt x="236601" y="848075"/>
                  </a:cubicBezTo>
                  <a:lnTo>
                    <a:pt x="244412" y="892462"/>
                  </a:lnTo>
                  <a:cubicBezTo>
                    <a:pt x="247152" y="908911"/>
                    <a:pt x="261359" y="920985"/>
                    <a:pt x="278035" y="921037"/>
                  </a:cubicBezTo>
                  <a:lnTo>
                    <a:pt x="316135" y="921037"/>
                  </a:lnTo>
                  <a:cubicBezTo>
                    <a:pt x="332811" y="920985"/>
                    <a:pt x="347017" y="908911"/>
                    <a:pt x="349758" y="892462"/>
                  </a:cubicBezTo>
                  <a:lnTo>
                    <a:pt x="357569" y="848075"/>
                  </a:lnTo>
                  <a:cubicBezTo>
                    <a:pt x="376937" y="842868"/>
                    <a:pt x="395541" y="835151"/>
                    <a:pt x="412909" y="825120"/>
                  </a:cubicBezTo>
                  <a:lnTo>
                    <a:pt x="449104" y="850742"/>
                  </a:lnTo>
                  <a:cubicBezTo>
                    <a:pt x="462629" y="860354"/>
                    <a:pt x="481103" y="858868"/>
                    <a:pt x="492919" y="847218"/>
                  </a:cubicBezTo>
                  <a:close/>
                  <a:moveTo>
                    <a:pt x="296513" y="725870"/>
                  </a:moveTo>
                  <a:cubicBezTo>
                    <a:pt x="240331" y="725870"/>
                    <a:pt x="194786" y="680325"/>
                    <a:pt x="194786" y="624143"/>
                  </a:cubicBezTo>
                  <a:cubicBezTo>
                    <a:pt x="194786" y="567960"/>
                    <a:pt x="240331" y="522416"/>
                    <a:pt x="296513" y="522416"/>
                  </a:cubicBezTo>
                  <a:cubicBezTo>
                    <a:pt x="352696" y="522416"/>
                    <a:pt x="398240" y="567960"/>
                    <a:pt x="398240" y="624143"/>
                  </a:cubicBezTo>
                  <a:cubicBezTo>
                    <a:pt x="398240" y="624174"/>
                    <a:pt x="398240" y="624206"/>
                    <a:pt x="398240" y="624238"/>
                  </a:cubicBezTo>
                  <a:cubicBezTo>
                    <a:pt x="398188" y="680383"/>
                    <a:pt x="352658" y="725870"/>
                    <a:pt x="296513" y="725870"/>
                  </a:cubicBezTo>
                  <a:close/>
                  <a:moveTo>
                    <a:pt x="910114" y="162275"/>
                  </a:moveTo>
                  <a:cubicBezTo>
                    <a:pt x="905792" y="146276"/>
                    <a:pt x="890619" y="135679"/>
                    <a:pt x="874109" y="137129"/>
                  </a:cubicBezTo>
                  <a:lnTo>
                    <a:pt x="833723" y="140654"/>
                  </a:lnTo>
                  <a:cubicBezTo>
                    <a:pt x="819641" y="119409"/>
                    <a:pt x="801438" y="101206"/>
                    <a:pt x="780193" y="87123"/>
                  </a:cubicBezTo>
                  <a:lnTo>
                    <a:pt x="783717" y="46737"/>
                  </a:lnTo>
                  <a:cubicBezTo>
                    <a:pt x="785206" y="30166"/>
                    <a:pt x="774552" y="14927"/>
                    <a:pt x="758476" y="10637"/>
                  </a:cubicBezTo>
                  <a:lnTo>
                    <a:pt x="722090" y="1112"/>
                  </a:lnTo>
                  <a:cubicBezTo>
                    <a:pt x="705949" y="-3100"/>
                    <a:pt x="689124" y="4951"/>
                    <a:pt x="682276" y="20162"/>
                  </a:cubicBezTo>
                  <a:lnTo>
                    <a:pt x="665131" y="56357"/>
                  </a:lnTo>
                  <a:cubicBezTo>
                    <a:pt x="639708" y="57854"/>
                    <a:pt x="614854" y="64497"/>
                    <a:pt x="592074" y="75884"/>
                  </a:cubicBezTo>
                  <a:lnTo>
                    <a:pt x="558832" y="52547"/>
                  </a:lnTo>
                  <a:cubicBezTo>
                    <a:pt x="545239" y="43011"/>
                    <a:pt x="526760" y="44618"/>
                    <a:pt x="515017" y="56357"/>
                  </a:cubicBezTo>
                  <a:lnTo>
                    <a:pt x="488347" y="83027"/>
                  </a:lnTo>
                  <a:cubicBezTo>
                    <a:pt x="476607" y="94770"/>
                    <a:pt x="475000" y="113250"/>
                    <a:pt x="484537" y="126842"/>
                  </a:cubicBezTo>
                  <a:lnTo>
                    <a:pt x="508159" y="160085"/>
                  </a:lnTo>
                  <a:cubicBezTo>
                    <a:pt x="496772" y="182864"/>
                    <a:pt x="490129" y="207719"/>
                    <a:pt x="488633" y="233141"/>
                  </a:cubicBezTo>
                  <a:lnTo>
                    <a:pt x="451485" y="250667"/>
                  </a:lnTo>
                  <a:cubicBezTo>
                    <a:pt x="436273" y="257515"/>
                    <a:pt x="428223" y="274340"/>
                    <a:pt x="432435" y="290482"/>
                  </a:cubicBezTo>
                  <a:lnTo>
                    <a:pt x="441960" y="326867"/>
                  </a:lnTo>
                  <a:cubicBezTo>
                    <a:pt x="446244" y="342905"/>
                    <a:pt x="461427" y="353550"/>
                    <a:pt x="477964" y="352109"/>
                  </a:cubicBezTo>
                  <a:lnTo>
                    <a:pt x="518351" y="348584"/>
                  </a:lnTo>
                  <a:cubicBezTo>
                    <a:pt x="532433" y="369829"/>
                    <a:pt x="550636" y="388032"/>
                    <a:pt x="571881" y="402115"/>
                  </a:cubicBezTo>
                  <a:lnTo>
                    <a:pt x="568357" y="442501"/>
                  </a:lnTo>
                  <a:cubicBezTo>
                    <a:pt x="567138" y="458984"/>
                    <a:pt x="577884" y="473980"/>
                    <a:pt x="593884" y="478124"/>
                  </a:cubicBezTo>
                  <a:lnTo>
                    <a:pt x="630269" y="487649"/>
                  </a:lnTo>
                  <a:cubicBezTo>
                    <a:pt x="646411" y="491861"/>
                    <a:pt x="663236" y="483811"/>
                    <a:pt x="670084" y="468599"/>
                  </a:cubicBezTo>
                  <a:lnTo>
                    <a:pt x="687229" y="431738"/>
                  </a:lnTo>
                  <a:cubicBezTo>
                    <a:pt x="712755" y="430411"/>
                    <a:pt x="737742" y="423897"/>
                    <a:pt x="760667" y="412592"/>
                  </a:cubicBezTo>
                  <a:lnTo>
                    <a:pt x="793909" y="436214"/>
                  </a:lnTo>
                  <a:cubicBezTo>
                    <a:pt x="807502" y="445751"/>
                    <a:pt x="825981" y="444144"/>
                    <a:pt x="837724" y="432404"/>
                  </a:cubicBezTo>
                  <a:lnTo>
                    <a:pt x="864394" y="405734"/>
                  </a:lnTo>
                  <a:cubicBezTo>
                    <a:pt x="876133" y="393992"/>
                    <a:pt x="877740" y="375512"/>
                    <a:pt x="868204" y="361919"/>
                  </a:cubicBezTo>
                  <a:lnTo>
                    <a:pt x="844868" y="328677"/>
                  </a:lnTo>
                  <a:cubicBezTo>
                    <a:pt x="856254" y="305898"/>
                    <a:pt x="862897" y="281043"/>
                    <a:pt x="864394" y="255620"/>
                  </a:cubicBezTo>
                  <a:lnTo>
                    <a:pt x="901255" y="238475"/>
                  </a:lnTo>
                  <a:cubicBezTo>
                    <a:pt x="916467" y="231627"/>
                    <a:pt x="924517" y="214802"/>
                    <a:pt x="920305" y="198661"/>
                  </a:cubicBezTo>
                  <a:close/>
                  <a:moveTo>
                    <a:pt x="727234" y="294768"/>
                  </a:moveTo>
                  <a:cubicBezTo>
                    <a:pt x="699274" y="322455"/>
                    <a:pt x="654164" y="322234"/>
                    <a:pt x="626476" y="294275"/>
                  </a:cubicBezTo>
                  <a:cubicBezTo>
                    <a:pt x="598789" y="266315"/>
                    <a:pt x="599010" y="221204"/>
                    <a:pt x="626970" y="193517"/>
                  </a:cubicBezTo>
                  <a:cubicBezTo>
                    <a:pt x="654736" y="166022"/>
                    <a:pt x="699468" y="166022"/>
                    <a:pt x="727234" y="193517"/>
                  </a:cubicBezTo>
                  <a:cubicBezTo>
                    <a:pt x="755193" y="221204"/>
                    <a:pt x="755414" y="266315"/>
                    <a:pt x="727727" y="294275"/>
                  </a:cubicBezTo>
                  <a:cubicBezTo>
                    <a:pt x="727564" y="294440"/>
                    <a:pt x="727399" y="294604"/>
                    <a:pt x="727234" y="294768"/>
                  </a:cubicBezTo>
                  <a:close/>
                </a:path>
              </a:pathLst>
            </a:custGeom>
            <a:solidFill>
              <a:srgbClr val="1D4ED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2641B79A-0639-B5AA-A181-0288AB05C6A4}"/>
              </a:ext>
            </a:extLst>
          </p:cNvPr>
          <p:cNvSpPr/>
          <p:nvPr/>
        </p:nvSpPr>
        <p:spPr>
          <a:xfrm>
            <a:off x="559166" y="5244771"/>
            <a:ext cx="620573" cy="620573"/>
          </a:xfrm>
          <a:custGeom>
            <a:avLst/>
            <a:gdLst>
              <a:gd name="connsiteX0" fmla="*/ 563928 w 762000"/>
              <a:gd name="connsiteY0" fmla="*/ 651958 h 762000"/>
              <a:gd name="connsiteX1" fmla="*/ 559775 w 762000"/>
              <a:gd name="connsiteY1" fmla="*/ 669941 h 762000"/>
              <a:gd name="connsiteX2" fmla="*/ 536467 w 762000"/>
              <a:gd name="connsiteY2" fmla="*/ 671989 h 762000"/>
              <a:gd name="connsiteX3" fmla="*/ 526580 w 762000"/>
              <a:gd name="connsiteY3" fmla="*/ 683390 h 762000"/>
              <a:gd name="connsiteX4" fmla="*/ 495900 w 762000"/>
              <a:gd name="connsiteY4" fmla="*/ 716356 h 762000"/>
              <a:gd name="connsiteX5" fmla="*/ 493509 w 762000"/>
              <a:gd name="connsiteY5" fmla="*/ 724319 h 762000"/>
              <a:gd name="connsiteX6" fmla="*/ 493805 w 762000"/>
              <a:gd name="connsiteY6" fmla="*/ 726900 h 762000"/>
              <a:gd name="connsiteX7" fmla="*/ 475231 w 762000"/>
              <a:gd name="connsiteY7" fmla="*/ 709774 h 762000"/>
              <a:gd name="connsiteX8" fmla="*/ 484632 w 762000"/>
              <a:gd name="connsiteY8" fmla="*/ 686972 h 762000"/>
              <a:gd name="connsiteX9" fmla="*/ 499977 w 762000"/>
              <a:gd name="connsiteY9" fmla="*/ 596351 h 762000"/>
              <a:gd name="connsiteX10" fmla="*/ 460781 w 762000"/>
              <a:gd name="connsiteY10" fmla="*/ 539058 h 762000"/>
              <a:gd name="connsiteX11" fmla="*/ 461934 w 762000"/>
              <a:gd name="connsiteY11" fmla="*/ 512969 h 762000"/>
              <a:gd name="connsiteX12" fmla="*/ 478107 w 762000"/>
              <a:gd name="connsiteY12" fmla="*/ 493443 h 762000"/>
              <a:gd name="connsiteX13" fmla="*/ 497396 w 762000"/>
              <a:gd name="connsiteY13" fmla="*/ 448894 h 762000"/>
              <a:gd name="connsiteX14" fmla="*/ 500186 w 762000"/>
              <a:gd name="connsiteY14" fmla="*/ 448856 h 762000"/>
              <a:gd name="connsiteX15" fmla="*/ 502301 w 762000"/>
              <a:gd name="connsiteY15" fmla="*/ 448799 h 762000"/>
              <a:gd name="connsiteX16" fmla="*/ 503739 w 762000"/>
              <a:gd name="connsiteY16" fmla="*/ 448751 h 762000"/>
              <a:gd name="connsiteX17" fmla="*/ 505911 w 762000"/>
              <a:gd name="connsiteY17" fmla="*/ 448666 h 762000"/>
              <a:gd name="connsiteX18" fmla="*/ 509740 w 762000"/>
              <a:gd name="connsiteY18" fmla="*/ 447456 h 762000"/>
              <a:gd name="connsiteX19" fmla="*/ 519170 w 762000"/>
              <a:gd name="connsiteY19" fmla="*/ 445818 h 762000"/>
              <a:gd name="connsiteX20" fmla="*/ 532067 w 762000"/>
              <a:gd name="connsiteY20" fmla="*/ 447789 h 762000"/>
              <a:gd name="connsiteX21" fmla="*/ 560708 w 762000"/>
              <a:gd name="connsiteY21" fmla="*/ 453190 h 762000"/>
              <a:gd name="connsiteX22" fmla="*/ 609381 w 762000"/>
              <a:gd name="connsiteY22" fmla="*/ 487128 h 762000"/>
              <a:gd name="connsiteX23" fmla="*/ 600837 w 762000"/>
              <a:gd name="connsiteY23" fmla="*/ 500910 h 762000"/>
              <a:gd name="connsiteX24" fmla="*/ 606162 w 762000"/>
              <a:gd name="connsiteY24" fmla="*/ 498977 h 762000"/>
              <a:gd name="connsiteX25" fmla="*/ 668617 w 762000"/>
              <a:gd name="connsiteY25" fmla="*/ 522027 h 762000"/>
              <a:gd name="connsiteX26" fmla="*/ 636451 w 762000"/>
              <a:gd name="connsiteY26" fmla="*/ 583540 h 762000"/>
              <a:gd name="connsiteX27" fmla="*/ 636851 w 762000"/>
              <a:gd name="connsiteY27" fmla="*/ 592807 h 762000"/>
              <a:gd name="connsiteX28" fmla="*/ 611876 w 762000"/>
              <a:gd name="connsiteY28" fmla="*/ 604495 h 762000"/>
              <a:gd name="connsiteX29" fmla="*/ 563928 w 762000"/>
              <a:gd name="connsiteY29" fmla="*/ 651958 h 762000"/>
              <a:gd name="connsiteX30" fmla="*/ 127930 w 762000"/>
              <a:gd name="connsiteY30" fmla="*/ 159677 h 762000"/>
              <a:gd name="connsiteX31" fmla="*/ 120463 w 762000"/>
              <a:gd name="connsiteY31" fmla="*/ 134464 h 762000"/>
              <a:gd name="connsiteX32" fmla="*/ 118596 w 762000"/>
              <a:gd name="connsiteY32" fmla="*/ 124187 h 762000"/>
              <a:gd name="connsiteX33" fmla="*/ 301619 w 762000"/>
              <a:gd name="connsiteY33" fmla="*/ 65361 h 762000"/>
              <a:gd name="connsiteX34" fmla="*/ 273615 w 762000"/>
              <a:gd name="connsiteY34" fmla="*/ 44815 h 762000"/>
              <a:gd name="connsiteX35" fmla="*/ 338976 w 762000"/>
              <a:gd name="connsiteY35" fmla="*/ 42948 h 762000"/>
              <a:gd name="connsiteX36" fmla="*/ 384734 w 762000"/>
              <a:gd name="connsiteY36" fmla="*/ 73771 h 762000"/>
              <a:gd name="connsiteX37" fmla="*/ 408080 w 762000"/>
              <a:gd name="connsiteY37" fmla="*/ 57893 h 762000"/>
              <a:gd name="connsiteX38" fmla="*/ 451971 w 762000"/>
              <a:gd name="connsiteY38" fmla="*/ 65361 h 762000"/>
              <a:gd name="connsiteX39" fmla="*/ 413680 w 762000"/>
              <a:gd name="connsiteY39" fmla="*/ 110176 h 762000"/>
              <a:gd name="connsiteX40" fmla="*/ 413680 w 762000"/>
              <a:gd name="connsiteY40" fmla="*/ 115776 h 762000"/>
              <a:gd name="connsiteX41" fmla="*/ 454781 w 762000"/>
              <a:gd name="connsiteY41" fmla="*/ 143799 h 762000"/>
              <a:gd name="connsiteX42" fmla="*/ 474383 w 762000"/>
              <a:gd name="connsiteY42" fmla="*/ 169945 h 762000"/>
              <a:gd name="connsiteX43" fmla="*/ 506130 w 762000"/>
              <a:gd name="connsiteY43" fmla="*/ 133531 h 762000"/>
              <a:gd name="connsiteX44" fmla="*/ 489328 w 762000"/>
              <a:gd name="connsiteY44" fmla="*/ 105518 h 762000"/>
              <a:gd name="connsiteX45" fmla="*/ 521075 w 762000"/>
              <a:gd name="connsiteY45" fmla="*/ 112986 h 762000"/>
              <a:gd name="connsiteX46" fmla="*/ 542554 w 762000"/>
              <a:gd name="connsiteY46" fmla="*/ 136331 h 762000"/>
              <a:gd name="connsiteX47" fmla="*/ 564966 w 762000"/>
              <a:gd name="connsiteY47" fmla="*/ 132598 h 762000"/>
              <a:gd name="connsiteX48" fmla="*/ 598580 w 762000"/>
              <a:gd name="connsiteY48" fmla="*/ 169012 h 762000"/>
              <a:gd name="connsiteX49" fmla="*/ 595789 w 762000"/>
              <a:gd name="connsiteY49" fmla="*/ 209169 h 762000"/>
              <a:gd name="connsiteX50" fmla="*/ 594846 w 762000"/>
              <a:gd name="connsiteY50" fmla="*/ 190500 h 762000"/>
              <a:gd name="connsiteX51" fmla="*/ 557498 w 762000"/>
              <a:gd name="connsiteY51" fmla="*/ 190500 h 762000"/>
              <a:gd name="connsiteX52" fmla="*/ 580844 w 762000"/>
              <a:gd name="connsiteY52" fmla="*/ 238125 h 762000"/>
              <a:gd name="connsiteX53" fmla="*/ 547230 w 762000"/>
              <a:gd name="connsiteY53" fmla="*/ 238125 h 762000"/>
              <a:gd name="connsiteX54" fmla="*/ 507073 w 762000"/>
              <a:gd name="connsiteY54" fmla="*/ 276416 h 762000"/>
              <a:gd name="connsiteX55" fmla="*/ 480927 w 762000"/>
              <a:gd name="connsiteY55" fmla="*/ 298828 h 762000"/>
              <a:gd name="connsiteX56" fmla="*/ 487461 w 762000"/>
              <a:gd name="connsiteY56" fmla="*/ 333375 h 762000"/>
              <a:gd name="connsiteX57" fmla="*/ 423024 w 762000"/>
              <a:gd name="connsiteY57" fmla="*/ 303495 h 762000"/>
              <a:gd name="connsiteX58" fmla="*/ 404346 w 762000"/>
              <a:gd name="connsiteY58" fmla="*/ 373532 h 762000"/>
              <a:gd name="connsiteX59" fmla="*/ 418357 w 762000"/>
              <a:gd name="connsiteY59" fmla="*/ 365122 h 762000"/>
              <a:gd name="connsiteX60" fmla="*/ 428635 w 762000"/>
              <a:gd name="connsiteY60" fmla="*/ 363264 h 762000"/>
              <a:gd name="connsiteX61" fmla="*/ 428635 w 762000"/>
              <a:gd name="connsiteY61" fmla="*/ 390344 h 762000"/>
              <a:gd name="connsiteX62" fmla="*/ 476260 w 762000"/>
              <a:gd name="connsiteY62" fmla="*/ 399688 h 762000"/>
              <a:gd name="connsiteX63" fmla="*/ 476260 w 762000"/>
              <a:gd name="connsiteY63" fmla="*/ 428625 h 762000"/>
              <a:gd name="connsiteX64" fmla="*/ 501482 w 762000"/>
              <a:gd name="connsiteY64" fmla="*/ 437036 h 762000"/>
              <a:gd name="connsiteX65" fmla="*/ 466925 w 762000"/>
              <a:gd name="connsiteY65" fmla="*/ 431435 h 762000"/>
              <a:gd name="connsiteX66" fmla="*/ 344595 w 762000"/>
              <a:gd name="connsiteY66" fmla="*/ 354863 h 762000"/>
              <a:gd name="connsiteX67" fmla="*/ 282026 w 762000"/>
              <a:gd name="connsiteY67" fmla="*/ 298828 h 762000"/>
              <a:gd name="connsiteX68" fmla="*/ 198901 w 762000"/>
              <a:gd name="connsiteY68" fmla="*/ 142875 h 762000"/>
              <a:gd name="connsiteX69" fmla="*/ 135407 w 762000"/>
              <a:gd name="connsiteY69" fmla="*/ 142875 h 762000"/>
              <a:gd name="connsiteX70" fmla="*/ 133541 w 762000"/>
              <a:gd name="connsiteY70" fmla="*/ 148476 h 762000"/>
              <a:gd name="connsiteX71" fmla="*/ 127930 w 762000"/>
              <a:gd name="connsiteY71" fmla="*/ 159677 h 762000"/>
              <a:gd name="connsiteX72" fmla="*/ 0 w 762000"/>
              <a:gd name="connsiteY72" fmla="*/ 381000 h 762000"/>
              <a:gd name="connsiteX73" fmla="*/ 381000 w 762000"/>
              <a:gd name="connsiteY73" fmla="*/ 762000 h 762000"/>
              <a:gd name="connsiteX74" fmla="*/ 762000 w 762000"/>
              <a:gd name="connsiteY74" fmla="*/ 381000 h 762000"/>
              <a:gd name="connsiteX75" fmla="*/ 381000 w 762000"/>
              <a:gd name="connsiteY75" fmla="*/ 0 h 762000"/>
              <a:gd name="connsiteX76" fmla="*/ 0 w 762000"/>
              <a:gd name="connsiteY76" fmla="*/ 381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762000" h="762000">
                <a:moveTo>
                  <a:pt x="563928" y="651958"/>
                </a:moveTo>
                <a:cubicBezTo>
                  <a:pt x="564023" y="655415"/>
                  <a:pt x="563890" y="667884"/>
                  <a:pt x="559775" y="669941"/>
                </a:cubicBezTo>
                <a:cubicBezTo>
                  <a:pt x="552460" y="673589"/>
                  <a:pt x="543620" y="667617"/>
                  <a:pt x="536467" y="671989"/>
                </a:cubicBezTo>
                <a:cubicBezTo>
                  <a:pt x="531981" y="674741"/>
                  <a:pt x="529933" y="679552"/>
                  <a:pt x="526580" y="683390"/>
                </a:cubicBezTo>
                <a:cubicBezTo>
                  <a:pt x="516684" y="694687"/>
                  <a:pt x="505768" y="705031"/>
                  <a:pt x="495900" y="716356"/>
                </a:cubicBezTo>
                <a:cubicBezTo>
                  <a:pt x="494128" y="718404"/>
                  <a:pt x="493147" y="721614"/>
                  <a:pt x="493509" y="724319"/>
                </a:cubicBezTo>
                <a:cubicBezTo>
                  <a:pt x="493528" y="724491"/>
                  <a:pt x="494690" y="726691"/>
                  <a:pt x="493805" y="726900"/>
                </a:cubicBezTo>
                <a:cubicBezTo>
                  <a:pt x="486070" y="728758"/>
                  <a:pt x="476355" y="716585"/>
                  <a:pt x="475231" y="709774"/>
                </a:cubicBezTo>
                <a:cubicBezTo>
                  <a:pt x="473726" y="700745"/>
                  <a:pt x="481851" y="694763"/>
                  <a:pt x="484632" y="686972"/>
                </a:cubicBezTo>
                <a:cubicBezTo>
                  <a:pt x="492909" y="663807"/>
                  <a:pt x="504006" y="620516"/>
                  <a:pt x="499977" y="596351"/>
                </a:cubicBezTo>
                <a:cubicBezTo>
                  <a:pt x="494148" y="561432"/>
                  <a:pt x="466277" y="581225"/>
                  <a:pt x="460781" y="539058"/>
                </a:cubicBezTo>
                <a:cubicBezTo>
                  <a:pt x="459705" y="530828"/>
                  <a:pt x="458305" y="520856"/>
                  <a:pt x="461934" y="512969"/>
                </a:cubicBezTo>
                <a:cubicBezTo>
                  <a:pt x="465544" y="505063"/>
                  <a:pt x="474602" y="501434"/>
                  <a:pt x="478107" y="493443"/>
                </a:cubicBezTo>
                <a:cubicBezTo>
                  <a:pt x="485775" y="475945"/>
                  <a:pt x="468325" y="452095"/>
                  <a:pt x="497396" y="448894"/>
                </a:cubicBezTo>
                <a:lnTo>
                  <a:pt x="500186" y="448856"/>
                </a:lnTo>
                <a:lnTo>
                  <a:pt x="502301" y="448799"/>
                </a:lnTo>
                <a:lnTo>
                  <a:pt x="503739" y="448751"/>
                </a:lnTo>
                <a:lnTo>
                  <a:pt x="505911" y="448666"/>
                </a:lnTo>
                <a:lnTo>
                  <a:pt x="509740" y="447456"/>
                </a:lnTo>
                <a:cubicBezTo>
                  <a:pt x="513350" y="446456"/>
                  <a:pt x="515407" y="445980"/>
                  <a:pt x="519170" y="445818"/>
                </a:cubicBezTo>
                <a:cubicBezTo>
                  <a:pt x="523542" y="445627"/>
                  <a:pt x="527799" y="447237"/>
                  <a:pt x="532067" y="447789"/>
                </a:cubicBezTo>
                <a:cubicBezTo>
                  <a:pt x="542001" y="449066"/>
                  <a:pt x="551840" y="447732"/>
                  <a:pt x="560708" y="453190"/>
                </a:cubicBezTo>
                <a:cubicBezTo>
                  <a:pt x="577415" y="463467"/>
                  <a:pt x="595017" y="473593"/>
                  <a:pt x="609381" y="487128"/>
                </a:cubicBezTo>
                <a:lnTo>
                  <a:pt x="600837" y="500910"/>
                </a:lnTo>
                <a:cubicBezTo>
                  <a:pt x="602085" y="499139"/>
                  <a:pt x="604076" y="498748"/>
                  <a:pt x="606162" y="498977"/>
                </a:cubicBezTo>
                <a:cubicBezTo>
                  <a:pt x="624802" y="501120"/>
                  <a:pt x="656482" y="503349"/>
                  <a:pt x="668617" y="522027"/>
                </a:cubicBezTo>
                <a:cubicBezTo>
                  <a:pt x="673284" y="540696"/>
                  <a:pt x="637299" y="561156"/>
                  <a:pt x="636451" y="583540"/>
                </a:cubicBezTo>
                <a:cubicBezTo>
                  <a:pt x="636356" y="586369"/>
                  <a:pt x="639709" y="590436"/>
                  <a:pt x="636851" y="592807"/>
                </a:cubicBezTo>
                <a:cubicBezTo>
                  <a:pt x="629555" y="598818"/>
                  <a:pt x="619192" y="598532"/>
                  <a:pt x="611876" y="604495"/>
                </a:cubicBezTo>
                <a:cubicBezTo>
                  <a:pt x="594017" y="618992"/>
                  <a:pt x="590207" y="648653"/>
                  <a:pt x="563928" y="651958"/>
                </a:cubicBezTo>
                <a:close/>
                <a:moveTo>
                  <a:pt x="127930" y="159677"/>
                </a:moveTo>
                <a:cubicBezTo>
                  <a:pt x="95183" y="177098"/>
                  <a:pt x="107232" y="147076"/>
                  <a:pt x="120463" y="134464"/>
                </a:cubicBezTo>
                <a:lnTo>
                  <a:pt x="118596" y="124187"/>
                </a:lnTo>
                <a:cubicBezTo>
                  <a:pt x="158391" y="89440"/>
                  <a:pt x="252070" y="60474"/>
                  <a:pt x="301619" y="65361"/>
                </a:cubicBezTo>
                <a:cubicBezTo>
                  <a:pt x="296647" y="46158"/>
                  <a:pt x="288407" y="52797"/>
                  <a:pt x="273615" y="44815"/>
                </a:cubicBezTo>
                <a:cubicBezTo>
                  <a:pt x="295142" y="45425"/>
                  <a:pt x="317573" y="46082"/>
                  <a:pt x="338976" y="42948"/>
                </a:cubicBezTo>
                <a:cubicBezTo>
                  <a:pt x="343814" y="42882"/>
                  <a:pt x="364579" y="78162"/>
                  <a:pt x="384734" y="73771"/>
                </a:cubicBezTo>
                <a:lnTo>
                  <a:pt x="408080" y="57893"/>
                </a:lnTo>
                <a:cubicBezTo>
                  <a:pt x="423129" y="57893"/>
                  <a:pt x="437236" y="62179"/>
                  <a:pt x="451971" y="65361"/>
                </a:cubicBezTo>
                <a:cubicBezTo>
                  <a:pt x="451714" y="88097"/>
                  <a:pt x="426539" y="90164"/>
                  <a:pt x="413680" y="110176"/>
                </a:cubicBezTo>
                <a:lnTo>
                  <a:pt x="413680" y="115776"/>
                </a:lnTo>
                <a:lnTo>
                  <a:pt x="454781" y="143799"/>
                </a:lnTo>
                <a:cubicBezTo>
                  <a:pt x="477898" y="133836"/>
                  <a:pt x="470868" y="165945"/>
                  <a:pt x="474383" y="169945"/>
                </a:cubicBezTo>
                <a:cubicBezTo>
                  <a:pt x="488918" y="186423"/>
                  <a:pt x="503111" y="143427"/>
                  <a:pt x="506130" y="133531"/>
                </a:cubicBezTo>
                <a:lnTo>
                  <a:pt x="489328" y="105518"/>
                </a:lnTo>
                <a:lnTo>
                  <a:pt x="521075" y="112986"/>
                </a:lnTo>
                <a:lnTo>
                  <a:pt x="542554" y="136331"/>
                </a:lnTo>
                <a:cubicBezTo>
                  <a:pt x="549716" y="136779"/>
                  <a:pt x="558622" y="136227"/>
                  <a:pt x="564966" y="132598"/>
                </a:cubicBezTo>
                <a:cubicBezTo>
                  <a:pt x="570910" y="147133"/>
                  <a:pt x="584806" y="161668"/>
                  <a:pt x="598580" y="169012"/>
                </a:cubicBezTo>
                <a:cubicBezTo>
                  <a:pt x="602913" y="198291"/>
                  <a:pt x="641471" y="217618"/>
                  <a:pt x="595789" y="209169"/>
                </a:cubicBezTo>
                <a:lnTo>
                  <a:pt x="594846" y="190500"/>
                </a:lnTo>
                <a:lnTo>
                  <a:pt x="557498" y="190500"/>
                </a:lnTo>
                <a:cubicBezTo>
                  <a:pt x="569138" y="192367"/>
                  <a:pt x="576005" y="228829"/>
                  <a:pt x="580844" y="238125"/>
                </a:cubicBezTo>
                <a:lnTo>
                  <a:pt x="547230" y="238125"/>
                </a:lnTo>
                <a:cubicBezTo>
                  <a:pt x="550374" y="258575"/>
                  <a:pt x="510092" y="258651"/>
                  <a:pt x="507073" y="276416"/>
                </a:cubicBezTo>
                <a:cubicBezTo>
                  <a:pt x="507168" y="298342"/>
                  <a:pt x="495033" y="284826"/>
                  <a:pt x="480927" y="298828"/>
                </a:cubicBezTo>
                <a:lnTo>
                  <a:pt x="487461" y="333375"/>
                </a:lnTo>
                <a:lnTo>
                  <a:pt x="423024" y="303495"/>
                </a:lnTo>
                <a:cubicBezTo>
                  <a:pt x="379914" y="314944"/>
                  <a:pt x="383762" y="340290"/>
                  <a:pt x="404346" y="373532"/>
                </a:cubicBezTo>
                <a:lnTo>
                  <a:pt x="418357" y="365122"/>
                </a:lnTo>
                <a:cubicBezTo>
                  <a:pt x="416995" y="363769"/>
                  <a:pt x="427644" y="355740"/>
                  <a:pt x="428635" y="363264"/>
                </a:cubicBezTo>
                <a:lnTo>
                  <a:pt x="428635" y="390344"/>
                </a:lnTo>
                <a:lnTo>
                  <a:pt x="476260" y="399688"/>
                </a:lnTo>
                <a:lnTo>
                  <a:pt x="476260" y="428625"/>
                </a:lnTo>
                <a:lnTo>
                  <a:pt x="501482" y="437036"/>
                </a:lnTo>
                <a:lnTo>
                  <a:pt x="466925" y="431435"/>
                </a:lnTo>
                <a:cubicBezTo>
                  <a:pt x="450161" y="387048"/>
                  <a:pt x="337204" y="393735"/>
                  <a:pt x="344595" y="354863"/>
                </a:cubicBezTo>
                <a:cubicBezTo>
                  <a:pt x="337033" y="346700"/>
                  <a:pt x="291008" y="294342"/>
                  <a:pt x="282026" y="298828"/>
                </a:cubicBezTo>
                <a:cubicBezTo>
                  <a:pt x="200054" y="253346"/>
                  <a:pt x="293637" y="178660"/>
                  <a:pt x="198901" y="142875"/>
                </a:cubicBezTo>
                <a:lnTo>
                  <a:pt x="135407" y="142875"/>
                </a:lnTo>
                <a:lnTo>
                  <a:pt x="133541" y="148476"/>
                </a:lnTo>
                <a:lnTo>
                  <a:pt x="127930" y="159677"/>
                </a:lnTo>
                <a:close/>
                <a:moveTo>
                  <a:pt x="0" y="381000"/>
                </a:moveTo>
                <a:cubicBezTo>
                  <a:pt x="0" y="591417"/>
                  <a:pt x="170574" y="762000"/>
                  <a:pt x="381000" y="762000"/>
                </a:cubicBezTo>
                <a:cubicBezTo>
                  <a:pt x="591426" y="762000"/>
                  <a:pt x="762000" y="591417"/>
                  <a:pt x="762000" y="381000"/>
                </a:cubicBezTo>
                <a:cubicBezTo>
                  <a:pt x="762000" y="170583"/>
                  <a:pt x="591426" y="0"/>
                  <a:pt x="381000" y="0"/>
                </a:cubicBezTo>
                <a:cubicBezTo>
                  <a:pt x="170574" y="0"/>
                  <a:pt x="0" y="170574"/>
                  <a:pt x="0" y="38100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0" name="TextBox 137">
            <a:extLst>
              <a:ext uri="{FF2B5EF4-FFF2-40B4-BE49-F238E27FC236}">
                <a16:creationId xmlns:a16="http://schemas.microsoft.com/office/drawing/2014/main" id="{DD5D6B76-2DE3-03ED-265B-EA3DA6F25DD6}"/>
              </a:ext>
            </a:extLst>
          </p:cNvPr>
          <p:cNvSpPr txBox="1"/>
          <p:nvPr/>
        </p:nvSpPr>
        <p:spPr>
          <a:xfrm>
            <a:off x="8496950" y="3858438"/>
            <a:ext cx="2705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R&amp;D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453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</TotalTime>
  <Words>1768</Words>
  <Application>Microsoft Office PowerPoint</Application>
  <PresentationFormat>Widescreen</PresentationFormat>
  <Paragraphs>381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Caio Asai</dc:creator>
  <cp:lastModifiedBy>Caio Asai</cp:lastModifiedBy>
  <cp:revision>103</cp:revision>
  <dcterms:created xsi:type="dcterms:W3CDTF">2025-12-03T13:59:07Z</dcterms:created>
  <dcterms:modified xsi:type="dcterms:W3CDTF">2025-12-04T15:48:16Z</dcterms:modified>
</cp:coreProperties>
</file>